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7" r:id="rId2"/>
    <p:sldId id="258" r:id="rId3"/>
    <p:sldId id="348" r:id="rId4"/>
    <p:sldId id="349" r:id="rId5"/>
    <p:sldId id="260" r:id="rId6"/>
    <p:sldId id="266" r:id="rId7"/>
    <p:sldId id="267" r:id="rId8"/>
    <p:sldId id="268" r:id="rId9"/>
    <p:sldId id="261" r:id="rId10"/>
    <p:sldId id="262" r:id="rId11"/>
    <p:sldId id="353" r:id="rId12"/>
    <p:sldId id="352" r:id="rId13"/>
    <p:sldId id="263" r:id="rId14"/>
    <p:sldId id="264" r:id="rId15"/>
    <p:sldId id="265" r:id="rId16"/>
    <p:sldId id="269" r:id="rId17"/>
    <p:sldId id="272" r:id="rId18"/>
    <p:sldId id="273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0CDBD5E-8AD6-4B05-B8BA-F444D87660D4}">
          <p14:sldIdLst>
            <p14:sldId id="257"/>
          </p14:sldIdLst>
        </p14:section>
        <p14:section name="Untitled Section" id="{6379FDBC-31D2-497B-B932-723BE02FB632}">
          <p14:sldIdLst>
            <p14:sldId id="258"/>
            <p14:sldId id="348"/>
            <p14:sldId id="349"/>
            <p14:sldId id="260"/>
            <p14:sldId id="266"/>
            <p14:sldId id="267"/>
            <p14:sldId id="268"/>
            <p14:sldId id="261"/>
            <p14:sldId id="262"/>
            <p14:sldId id="353"/>
            <p14:sldId id="352"/>
            <p14:sldId id="263"/>
            <p14:sldId id="264"/>
            <p14:sldId id="265"/>
            <p14:sldId id="269"/>
            <p14:sldId id="272"/>
            <p14:sldId id="273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91" autoAdjust="0"/>
  </p:normalViewPr>
  <p:slideViewPr>
    <p:cSldViewPr snapToGrid="0">
      <p:cViewPr varScale="1">
        <p:scale>
          <a:sx n="39" d="100"/>
          <a:sy n="39" d="100"/>
        </p:scale>
        <p:origin x="4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image" Target="../media/image25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image" Target="../media/image3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7-29T00:38:25.7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16988 10821 214 0,'3'0'280'0,"-2"-2"6"16,2 0-54-16,-3 1-77 0,2-1-64 0,-2 1-37 15,0-1-24-15,0-1-8 0,0-2-4 0,0 0 0 16,0 0-2-16,1-2-4 0,3 0-1 15,-1-1-5-15,3 0-1 0,-1-1-1 0,3-6-1 16,2 3 3-16,0-6 0 0,4 0-1 0,0-1 1 16,4-5-3-16,4-5-3 0,0-3-3 15,8-4-1-15,2-9 0 0,8-8-4 0,2-7-4 16,7-8-6-16,4-9 5 0,8-8 2 0,7-9 1 15,9-6 1-15,8-7 9 0,4-4 14 16,9-8 1-16,4-6-1 0,6-6 3 0,6-4 6 16,5-3-2-16,-1 0-7 0,5 2-4 0,-3 1 1 15,-1 6-4-15,-4 1 1 0,-3 8-7 0,-3 3 0 16,-4 3 0-16,0 6 2 0,-5 3 2 0,-2 3 1 15,-5 7 9-15,-5 6 9 0,-5 9 1 16,-5 4 4-16,-6 4 0 0,-6 6 1 0,-6 7-4 16,-7 2-4-16,-4 10-1 0,-7 4-5 0,-3 4-2 15,-11 5-4-15,0 7-1 0,-9 5 3 16,-2 4-3-16,-3 4 0 0,-7 2-1 0,-2 3 0 15,-2 3 0-15,-4 4-6 0,-6 2-2 0,0 7-1 16,-3-3-5-16,-1 7 0 0,0 1-14 16,-3 2-13-16,5 0-16 0,-2 3-25 0,-1 0-65 15,2-4-116-15,-4-2-49 0,-1-1-20 0,1-7 2 16,-1 5 13-16</inkml:trace>
  <inkml:trace contextRef="#ctx0" brushRef="#br0" timeOffset="421.2">19829 6683 102 0,'9'2'251'0,"1"0"14"0,1-2-20 0,2 1-81 15,2-1-74-15,2 0-37 0,2 2-17 0,6-7-8 16,0 2-7-16,2 0-1 0,1 0 0 16,1 9 0-16,0-3 0 0,-1 0-5 0,0 0 3 15,-2 0-1-15,1 2 2 0,-2 2 1 0,-4 1 2 16,2 4 2-16,-2 1 4 0,-2 4 0 0,-1 0-7 15,-4 2 2-15,-2 3-2 0,-2 2-5 16,-2 1-5-16,-1 3-2 0,-7 4 12 0,0 1-8 16,-5 0-6-16,-2 0 4 0,-2 3-8 0,-4 0 1 15,-3 1-9-15,0 3 5 0,-3 2-5 0,3 1-2 16,-1 0-12-16,2 0-24 0,-2 4-102 15,0-4-101-15,3-8-47 0,3-6-28 0,6-11 2 16</inkml:trace>
  <inkml:trace contextRef="#ctx0" brushRef="#br0" timeOffset="1232.4">21335 5880 193 0,'7'-16'273'0,"-2"1"12"16,0 3-30-16,-2-1-103 0,1 3-57 16,-1 3-34-16,-1 0-15 0,-2 1-11 0,0 4-9 15,0 7-2-15,0 1 0 0,-2 4-5 0,-1 2 2 16,-1 8 2-16,1 2 4 0,-2 5-4 0,0 5 4 15,1 4 5-15,-2 3-4 0,0 5 0 16,1 4 0-16,1 1 4 0,1 3-14 0,-2 2-4 16,2-1 0-16,0 2-2 0,1-3-7 0,-1 1-3 15,-1 0 6-15,1-4-6 0,1-1-1 0,2-3-1 16,0-2 4-16,0-3-6 0,0-3-7 15,2-3-7-15,1-6-12 0,1 0-18 0,-1-6-21 16,-1-6-72-16,-2-6-108 0,0-6-52 0,-3-7-20 16,-3-3 1-16,1-6 11 0</inkml:trace>
  <inkml:trace contextRef="#ctx0" brushRef="#br0" timeOffset="1466.4">21197 6056 146 0,'-4'-13'283'0,"4"4"14"15,-1-1 4-15,1 0-124 0,1 3-76 16,3-2-38-16,4 0-25 0,2 3-10 0,3-1-10 16,6 1-4-16,3 1 1 0,3-1-8 0,4 0-2 15,3 0-5-15,4 3 4 0,0 0-6 0,1 1-6 16,3 2 4-16,-4 0 1 0,4 2 0 0,-4 1-2 15,-2 2 5-15,-2 3-5 0,-7 0-12 16,-2 1-11-16,-7 1-37 0,-3 3-107 0,-5-3-75 16,-8-1-28-16,-5 0-9 0,-5 3 3 0</inkml:trace>
  <inkml:trace contextRef="#ctx0" brushRef="#br0" timeOffset="1653.6">21257 6419 33 0,'-6'5'278'0,"2"-2"18"16,2 1 12-16,2-3-68 0,2-2-99 0,4-5-57 15,1 3-35-15,5-1-16 0,4-3-14 16,2 1-11-16,2-1-2 0,4-2-1 0,2-3-3 16,1 3-3-16,5 0-2 0,0 3-2 0,0 0-9 15,2 1-26-15,-2 2-128 0,0-3-75 0,-4-4-35 16,1-2-20-16,-1-6-3 0</inkml:trace>
  <inkml:trace contextRef="#ctx0" brushRef="#br0" timeOffset="1934.4">22047 5774 122 0,'0'-6'270'0,"3"0"16"15,-3 0-23-15,0-1-85 0,0 3-71 0,0 1-43 16,0 2-22-16,0 2-13 0,3 2-7 0,-3 8 1 15,0-1-4-15,0 7-1 0,0 3 1 16,0 4 2-16,0 7 4 0,-3 2-3 0,0 4 4 16,1 5 0-16,-3 4-3 0,2 4-3 0,-4 4 3 15,2-3-5-15,1 0-9 0,1 2 0 0,-2-3 0 16,0-4-4-16,1-1-9 0,4-3 5 0,0-4 5 15,0-1-6-15,0-4-3 0,4-5 0 16,3-4-10-16,-1-5-25 0,3-7-28 0,3-2-127 16,0-5-77-16,2-5-40 0,0-6-11 0,0-6 10 15</inkml:trace>
  <inkml:trace contextRef="#ctx0" brushRef="#br0" timeOffset="2371.19">22354 6261 105 0,'0'-9'282'16,"0"0"17"-16,-3 1 12 0,0 0-104 0,-1 2-81 15,0 1-42-15,3 2-26 0,-2 1-16 0,0 2-11 16,1 3-13-16,-1 4-8 0,-2 4-2 16,2 2-1-16,0 3 1 0,2 5-1 0,-3-1 6 15,0 4-1-15,4-1-4 0,0 2 2 0,4-2-1 16,0-2-2-16,-3-1-1 0,2 3 2 0,3-1-2 15,1-5 0-15,0-2-2 0,2 2 1 16,-1-7-2-16,3 2 1 0,-3-4 2 0,3-4 0 16,2-2 1-16,3-5 1 0,0-3-1 0,2-6-3 15,-3 0-3-15,2-5 1 0,-1-4 3 0,0-1-3 16,-1-4 0-16,-2-1-1 0,0-1 1 15,0 0 1-15,-2 0-3 0,-2 2 0 0,2 1 4 16,-7 2 1-16,2 2-3 0,-1 3-3 0,0 4-4 16,-4 3 5-16,3 3-5 0,-2 5-1 15,-1-2 3-15,-1 5 6 0,0 5-1 0,0-2-1 16,-1 6 2-16,-1 3-3 0,1 6 1 0,-2 2-1 15,2 4 0-15,1 0 0 0,-3 3 3 16,3 3 2-16,0 0-3 0,3 0 0 0,-3 2-2 16,5 0 1-16,-2-1-3 0,4-4-1 0,-1 0 3 15,2-5-3-15,3-1-3 0,2-5-10 0,3-3-10 16,1-5-19-16,3-5-41 0,-2-5-119 0,1-6-73 15,-3-6-32-15,-2-3-12 0,2-4 9 16</inkml:trace>
  <inkml:trace contextRef="#ctx0" brushRef="#br0" timeOffset="2589.6">22970 6049 178 0,'1'-4'298'0,"-1"1"7"0,3-1-42 16,-3 4-76-16,0 5-76 0,-3 1-46 15,2 4-42-15,-2 6-5 0,0 2-1 0,1 4-5 16,-2 7 1-16,-1 3-1 0,2 5 3 0,-1 1-3 15,0 2-4-15,0 4 1 0,1-2-5 16,0 0-3-16,-1-2 2 0,2-2 4 0,0-2-3 16,2-3 5-16,2-5-3 0,2-3-6 0,1-2-7 15,-1-6-16-15,4-4-22 0,0-5-107 0,4-8-88 16,-5-8-43-16,3-1-19 0,0-8-1 0</inkml:trace>
  <inkml:trace contextRef="#ctx0" brushRef="#br0" timeOffset="2901.6">23271 6211 41 0,'-2'-3'283'0,"1"0"20"0,-5-2 9 0,0 3-71 16,-3 4-99-16,-5-1-57 0,-1 8-31 15,-3 0-19-15,-2 4-7 0,-3 4-2 0,-1 1-2 16,1 2-6-16,-2-3 4 0,1 2-1 0,1-3 9 15,4 2-5-15,0-4-4 0,3 1-1 16,2-4-17-16,2-1 4 0,4-1-9 0,0 0-1 16,7 1-1-16,-2-2 2 0,1-2 14 0,4 1-4 15,-1 0 0-15,6-3 3 0,0-1-4 0,4 2 6 16,3-2-4-16,2 1-1 0,1-1 1 0,4 0-4 15,2 0 2-15,0 0-8 0,1 0-5 16,4 2 0-16,-1 2-2 0,2-2 1 0,3-1-4 16,0 1-10-16,1 0-5 0,1 0-15 0,1-2-18 15,-2 0-59-15,-2 0-115 0,-4-4-54 0,0-2-26 16,-2-2-2-16,0-3 9 0</inkml:trace>
  <inkml:trace contextRef="#ctx0" brushRef="#br0" timeOffset="3213.6">23717 6413 35 0,'1'-8'283'0,"-2"-5"25"0,-2 2 9 16,-2-1-67-16,-1 2-105 0,-5-4-51 0,4 4-41 15,-7 0-18-15,0 0-9 0,0 6-5 16,0-1 1-16,-2 3-8 0,0 2 2 0,2 5-8 16,-1-3 0-16,-1 1 2 0,3 0-5 0,0 3-6 15,3 4 1-15,1-1 3 0,3 5 5 0,0-4-7 16,2 4-1-16,1 0 6 0,3 2-3 0,3-1 1 15,4 5-4-15,-1-2 4 0,2 2 4 16,3-1-3-16,0 4-1 0,3-3-6 0,-2 3 5 16,0-4-4-16,0 1-3 0,-1-6 3 0,-2 0-2 15,2-3 7-15,-4 1 1 0,0-1-3 0,0 0-6 16,-1-4 1-16,-1-1 4 0,-2-2-5 15,-3 3-6-15,0 1 7 0,0-2 6 0,-7 2 4 16,-3 1 0-16,-4-2 2 0,-2 5 0 0,-3-3-3 16,-3 2 3-16,-1 2-7 0,1-2-1 15,0 1-3-15,0-1-13 0,4 2-30 0,-2-9-151 16,2 0-83-16,3-8-38 0,1-7-20 0,7-2 1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7-29T01:19:13.2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10998 7581 210 0,'-49'-37'282'16,"-1"2"11"-16,-4-1-28 0,1 3-111 0,-1 0-63 16,-1 2-33-16,1 0-11 0,-3 0-4 15,1 2 3-15,0-1-10 0,-4 0-6 0,-1 3 0 16,1 2-5-16,-6-1-9 0,-2 4-1 0,0-1 5 15,1 4 4-15,0-2 0 0,-4 4 3 16,0-1 7-16,0 4-11 0,-3 2-3 0,-1 1-5 16,-3 4 0-16,-4 1-2 0,-5 3 1 0,-2 2 7 15,-7 1 1-15,-3 1 0 0,-2 2 2 0,-3 6-2 16,-2-3-8-16,0 6-2 0,-4 0 1 15,-3 4 1-15,-1-2-5 0,-1 4 0 0,1 3 8 16,2 1 0-16,4 1 2 0,-2 1 2 0,5-2 3 16,1 2 1-16,-2-2-6 0,1 4 6 0,1-1-2 15,2-1 0-15,1 4-4 0,3 1-3 16,3 3 0-16,6 3-5 0,1 2 2 0,2 4-4 15,4 2 5-15,2 2-5 0,3 3 4 0,4 0 4 16,0 4-4-16,8 0 2 0,2 6-1 16,6 0 9-16,2 2 0 0,5 2-8 0,4 7 4 15,3 5-2-15,7 4-3 0,2 4-3 0,4 3-3 16,3 6 0-16,1 9-5 0,2 0 0 15,5 7-3-15,2 2 0 0,5 2-2 0,2 2-6 16,4 5-1-16,3 6 0 0,3 2 1 0,3 2 0 16,1-3 5-16,3-2 5 0,3-3 5 0,1-4-1 15,2-5 3-15,4-2 1 0,3-4-5 0,2-2-1 16,5-3 0-16,5-4-1 0,7-1-5 15,3-2-2-15,8-2-1 0,7-6 5 0,3-1 1 16,6 3 4-16,6-5 2 0,10-4 1 0,6-3 3 16,11-10-3-16,7-3-3 0,10-1-5 0,6-4-2 15,4-1-9-15,6 2-5 0,6-5-2 16,3-1-2-16,5-2 3 0,4-3 9 0,2-5 3 15,-1 0 8-15,1-5 4 0,-2-5 2 16,0-2-1-16,-1-6-3 0,-2-6-2 0,1-9-1 16,-8-7-2-16,3-8 2 0,-4-7 1 0,3-7-7 15,1-13 4-15,3-7 4 0,-1-8 0 0,0-10 5 16,0-7 4-16,-4-5 8 0,2-10 0 15,2-7-8-15,-1-8-2 0,-4-9-9 0,-1-6-2 16,-3-5-4-16,0-6-5 0,1-4-9 0,-3-4 2 16,-7-5 2-16,-5-3 5 0,-6-5 0 0,-10-7 5 15,-8 3 15-15,-9-3 2 0,-8 5 5 0,-10-3-3 16,-8-2 0-16,-5 0 2 0,-8-6-5 15,-11-2-1-15,-5-1-1 0,-7 1-3 0,-7 0 2 16,-10 5 0-16,-6 5 4 0,-12 4-2 0,-9 9-3 16,-7 6-3-16,-16 7 4 0,-9 5 0 15,-11 9-5-15,-15 7-1 0,-7 10 4 0,-11 11 7 16,-8 11-13-16,-8 15-13 0,-6 10-23 0,-5 7-37 15,-2 11-62-15,-3 12-153 0,-1 6-117 16,-2 0-54-16,3-1-13 0,4-7 19 0,2 0 51 16</inkml:trace>
  <inkml:trace contextRef="#ctx0" brushRef="#br0" timeOffset="2074.8">18898 1135 209 0,'5'-28'315'16,"-2"1"22"-16,-2 0 13 0,-1 4-145 0,0 8-73 15,0-2-30-15,-1 6-15 0,-1 3-15 16,1 2-8-16,1 1 0 0,0 2-14 0,1 1-14 15,2 6-8-15,-3 3-4 0,5 11 2 0,0 3-7 16,-1 6-2-16,-1 2-1 0,3 6 4 16,-1 4-1-16,-2 4-6 0,1 8 2 0,-1 3 6 15,2 5-4-15,0 4 0 0,-1-1-7 0,0 7 2 16,0 2 1-16,-1 2-6 0,1 1 1 15,1-4-8-15,0-3 1 0,2-4-2 0,-3-6-2 16,3-7 1-16,-1-2 3 0,2-13 3 0,-1-5-3 16,-3-1 8-16,-1-6 5 0,4-9 0 0,-3-8 0 15,8-12 5-15,2-12 0 0,3-6-4 0,0-6-3 16,2-8 1-16,-2-4 1 0,3-3-8 15,-2-3-1-15,0-3-2 0,4-2-2 0,-5-3-9 16,2-1 0-16,1-1 5 0,-2-1 1 0,0 1-2 16,-1 0-4-16,-2 7 4 0,-2 5 1 15,-2 6-6-15,-1 6 2 0,-1 5-1 0,0 8 6 16,-1 7-1-16,-1 8 2 0,3 3-3 0,-3 9-7 15,-3 7 4-15,3 8-2 0,-1 10 4 16,-2 8 1-16,4 5-3 0,-4 2 6 0,1 3 0 16,3 1 0-16,-1-1-3 0,4-1-1 0,0 0 4 15,-1-4-4-15,2-4 4 0,1-5 2 0,-2-6-2 16,3-5 5-16,1-7-4 0,1-7 7 15,2-3-2-15,0-14 5 0,2-6 3 0,3-9 1 16,-2-8 6-16,0-6-1 0,4-5-5 0,-5-6-5 16,1-2 0-16,0-8-4 0,2-2 1 0,-3-1-1 15,2-6-3-15,3 0-1 0,-4-4 2 16,0 3 1-16,4-4-5 0,-3 2 1 0,2 3 5 15,-2 4-3-15,-4 7-5 0,-1 3-1 0,-3 11-3 16,-7 6-13-16,3 8-14 0,-4 7-7 16,3 7-7-16,-5 5-14 0,4 7-8 0,-2 4-15 15,5 8 0-15,-4 3-14 0,4 6-18 0,-6 7-138 16,0 3-69-16,-2 7-21 0,1 7-6 15,0 2 11-15</inkml:trace>
  <inkml:trace contextRef="#ctx0" brushRef="#br0" timeOffset="2293.19">20623 1701 13 0,'-3'-2'315'0,"-1"-4"33"15,-1 0 21-15,0 0-19 0,4-1-128 0,1 0-77 16,1 0-44-16,5-4-31 0,5 1-17 15,3-7-14-15,8 3-10 0,4 0-9 0,8 0-8 16,2 5 0-16,7-2-9 0,2-2-7 0,1 4-21 16,0-1-22-16,-7 2-19 0,1 6-73 15,-6 4-133-15,-6 4-67 0,-8 3-22 0,-9 0 1 16,-10 7 10-16</inkml:trace>
  <inkml:trace contextRef="#ctx0" brushRef="#br0" timeOffset="2480.4">20570 2081 268 0,'-6'3'347'0,"2"-7"18"16,3-1 9-16,2 0-158 0,6-2-89 0,0-2-47 16,6-3-30-16,5-6-15 0,1 2-6 0,9-1 2 15,4-1-15-15,4 1-17 0,5-1-17 0,3 0-26 16,4 3-33-16,-6 3-129 0,1-1-89 15,-7-3-40-15,-4 1-12 0,0-2 8 0</inkml:trace>
  <inkml:trace contextRef="#ctx0" brushRef="#br0" timeOffset="2823.6">21944 1039 157 0,'16'-27'300'16,"-5"-1"18"-16,-2 2 20 0,-3 3-126 0,-3 5-72 15,1 3-34-15,0 6-19 0,-1 1-8 0,0 4-17 16,-2 3-5-16,-1 1-5 0,4 1-8 15,-4 6-10-15,3 4-5 0,-1 7 0 0,0 3 2 16,-1 6 4-16,-1 3-11 0,-1 7 2 0,-1 6-2 16,-1 8 2-16,-3 7-2 0,3 6-10 0,0 5 2 15,2-2-2-15,1 2-4 0,0-4-8 0,0-1-5 16,3-3 3-16,1-8-5 0,3-5 1 15,0-5-9-15,0-5-9 0,0 0-6 0,0-7-18 16,1 0-20-16,1-9-40 0,-1-4-72 0,-1-12-116 16,-3-7-60-16,-2-9-19 0,-5-8 7 15,-2-1 27-15</inkml:trace>
  <inkml:trace contextRef="#ctx0" brushRef="#br0" timeOffset="3057.6">21718 1174 75 0,'-8'-7'310'15,"1"-4"25"-15,2 1 16 0,3 2-64 0,2-2-114 16,2-3-59-16,3 0-34 0,2 2-18 0,4 0-18 16,9 0-8-16,6 2 0 0,6 2-11 0,6-3-3 15,5 6-11-15,8-5 7 0,2 1-2 0,3 1-9 16,2 0-2-16,-1 0 1 0,2 0 1 15,-1 4-7-15,0-2-10 0,-4 1-18 0,-3 1-19 16,-3 3-25-16,-7 0-50 0,-7 3-136 0,-8 1-64 16,-11-3-19-16,-8 4-2 0,-5-3 8 15</inkml:trace>
  <inkml:trace contextRef="#ctx0" brushRef="#br0" timeOffset="3276">21834 1550 220 0,'-7'8'305'0,"1"-3"19"0,1 0-25 0,3-2-95 16,4-3-70-16,3-1-37 0,6-4-30 0,5-4-7 16,3-1-22-16,5-4 2 0,2 0-1 0,5-2-6 15,5 1 2-15,4-3-9 0,7 3 1 0,0 3-8 16,3-1 3-16,1 3-9 0,0 3-22 15,-1 3-26-15,-1 2-30 0,-2 6-73 0,-6 1-137 16,0 1-63-16,-7 2-19 0,-4 3 4 0,-4-2 18 16</inkml:trace>
  <inkml:trace contextRef="#ctx0" brushRef="#br0" timeOffset="3494.4">22815 1759 17 0,'0'3'339'0,"-3"-9"41"15,-1-4 33-15,-3 0-4 0,6-1-140 16,1 0-84-16,0-2-52 0,4 2-40 0,4 1-27 16,-1-1-20-16,6-1-17 0,3 4-14 0,1 1-18 15,1 2-20-15,2 4-32 0,-2 4-39 0,-4 3-134 16,-3 0-117-16,-4-1-51 0,-4-1-18 15,5-4 11-15,-5-3 29 0</inkml:trace>
  <inkml:trace contextRef="#ctx0" brushRef="#br0" timeOffset="3993.6">24267 1146 98 0,'0'-18'300'0,"-3"-3"26"0,-2 7 20 16,4 1-82-16,-2 2-98 0,-1 5-46 0,1-3-34 15,1 5-22-15,-1-3-16 0,1 3-13 16,1 1-13-16,-1 4 1 0,2 5-3 0,-3 12-1 15,0 2 0-15,-1 4 5 0,-4 6 0 0,2 3-4 16,-2 7 2-16,1 5 3 0,-2 3 2 16,1-2-5-16,0 1-4 0,4-4 5 0,1 1 1 15,0 0-6-15,3-1-1 0,0-1-5 0,3-3-2 16,0-1-2-16,0-5-3 0,-2-4-8 15,4-5 1-15,-2-5 4 0,0-6-1 0,-1-3-1 16,1-4-1-16,3-5 13 0,-2-4-3 0,2-5-3 16,-1-6 2-16,1-4-3 0,-3-2-4 0,5-8-5 15,-1-1-2-15,-2 1 7 0,-2-6-5 0,-3-1 4 16,-2-3 2-16,1-4-1 0,1 2 0 15,-2-3 0-15,2-2 1 0,-3-2-2 0,3 1-6 16,0-1 2-16,-1 3 4 0,1 2-7 0,1 3 8 16,4 5 1-16,3 5 7 0,3 2-3 15,3 3-2-15,4 3 9 0,-1 1-1 0,3 3-5 16,3-2-7-16,-2 4 7 0,7 4-2 0,1 0-7 15,3 6 4-15,0 2 3 0,4 0 0 16,5 4-10-16,0 1-23 0,3 4-24 0,0 7-53 16,-3 4-174-16,-3 3-86 0,-6 2-43 0,-9-1 0 15,-6 0 11-15</inkml:trace>
  <inkml:trace contextRef="#ctx0" brushRef="#br0" timeOffset="10920.01">20999 3715 241 0,'1'0'344'0,"-1"0"27"0,0-3 22 16,0-4-137-16,-1 3-74 0,1-1-44 0,1-1-21 15,2 0-19-15,0-6-10 0,5 3-9 0,2-1-10 16,4-3-11-16,3 1-9 0,4 2-7 16,7-2-12-16,1 0-6 0,-1-2-2 0,8 2-7 15,-3-4-9-15,3 5-2 0,1-1-6 0,-4 0-8 16,2 6 1-16,-3-4-2 0,-3 5-11 15,-2 2-26-15,-6 4-23 0,-3 4-31 0,-5 7-47 16,-10 6-137-16,-10 5-90 0,-9 2-28 0,-11 4-1 16,-3-5 17-16</inkml:trace>
  <inkml:trace contextRef="#ctx0" brushRef="#br0" timeOffset="11122.81">20776 4333 9 0,'0'13'312'0,"0"-9"27"0,0-2 19 16,2-2-22-16,3-2-146 0,2-4-69 0,6-3-45 15,5-5-20-15,1-2-13 0,7 1-8 0,2-3-5 16,4 2-10-16,2 0-3 0,1 4-10 0,2 2-9 16,0-4-10-16,1 2-16 0,-1 0-17 15,2 2-32-15,-7 5-149 0,-4 3-80 0,0 1-35 16,-8 1-11-16,4-7 7 0</inkml:trace>
  <inkml:trace contextRef="#ctx0" brushRef="#br0" timeOffset="12043.22">22613 2401 239 0,'1'-19'283'0,"-1"2"19"0,0-4-47 16,-1 2-89-16,1-2-56 0,-2 5-18 0,0-2-14 16,1 8-5-16,-1 1 4 0,2 3-1 0,-3 0 3 15,3 1-15-15,-1-2-7 0,-1 4-10 16,1 4-12-16,1 4-10 0,-3 7-5 0,-2 0 4 15,-1 7-2-15,-3 10 3 0,1 5 1 0,-2 9-5 16,1 5 1-16,-1 5-5 0,0 3 0 16,-2 5 3-16,-1 5-8 0,1 2 4 0,2 2-5 15,-3-1-11-15,6 2 1 0,2-2 4 0,1-1 7 16,-1 0-4-16,0-3-5 0,2-4 9 15,0-2-1-15,3-7-17 0,0-5-11 0,2-4-4 16,1-2-11-16,2-9-11 0,1-5-30 0,-2-5-21 16,8-2-23-16,1-8-96 0,-3-4-99 0,2-8-44 15,-1-7-7-15,4-3 10 0,1-7 22 0</inkml:trace>
  <inkml:trace contextRef="#ctx0" brushRef="#br0" timeOffset="12370.82">23072 2914 214 0,'0'-18'313'0,"-3"2"20"0,-7 0 12 16,-1 3-135-16,-2 4-81 0,-3 2-33 16,-4-1-17-16,-5 5-10 0,0 4-6 0,-3 4-16 15,1 5-4-15,-2 1-8 0,-1 2-7 0,-4 4-7 16,1 3 1-16,-2-3 5 0,1 4-3 15,-2 2-2-15,0-5-5 0,1 5-1 0,3-1-1 16,2-2-3-16,3-4-9 0,1-4 4 0,3 2 8 16,4-3-6-16,2-4 4 0,3 2-4 0,3-6 5 15,2-3-2-15,1 0-9 0,4 0 3 0,1 0-10 16,3 0 5-16,3 5 6 0,5-2-4 15,1 0 4-15,3 0 3 0,5 1 3 0,4-1-9 16,5-2-2-16,5 1 0 0,3-2 0 0,3 1-2 16,-1 3-2-16,6-1 7 0,1 3-6 0,2 1-10 15,0 1-26-15,2 1-30 0,0 1-41 16,-1-5-172-16,-4 1-83 0,-3-3-34 0,-7 2-4 15,-7 0 18-15</inkml:trace>
  <inkml:trace contextRef="#ctx0" brushRef="#br0" timeOffset="12589.22">23451 3267 165 0,'4'-1'327'0,"-3"-2"24"0,-1-2 13 16,3-4-104-16,1 0-106 0,-3-4-58 15,4 2-29-15,-2-2-19 0,3 2-6 0,1-1-14 16,1 6-6-16,3 3-11 0,2 2-23 0,1-1-21 16,-1 2-29-16,3 0-20 0,-5 0-130 0,-1-2-83 15,-4 1-32-15,-1-1-11 0,0-1 10 16</inkml:trace>
  <inkml:trace contextRef="#ctx0" brushRef="#br0" timeOffset="13306.82">24339 2811 257 0,'-2'-27'302'15,"-2"2"20"-15,-6-5-20 0,-1 3-122 0,0 5-59 16,-3 0-28-16,-1 6-8 0,1-4-8 15,-4 4-13-15,1 2-4 0,-3 2-1 0,-1 9-13 16,1 2-4-16,-4 2-4 0,0 1-1 0,-1 5-5 16,3 7-4-16,-3 4 0 0,1 4-3 0,-4 5-3 15,3 0-5-15,0 4 4 0,5 0-3 0,2 4 1 16,3-4-6-16,0 5-3 0,6-3 0 15,1-2-2-15,4-4-2 0,4-2 0 0,4-2-3 16,4-1 3-16,-1-2 0 0,3-8-6 0,5 0 2 16,2-6 4-16,5-3-4 0,4-3-4 15,-2-2-4-15,4-1 2 0,-4-1-5 0,4-3-12 16,0-1 0-16,-2-3-2 0,-2-7-4 0,2-4-1 15,-6-2 4-15,2-3 6 0,-4-1 5 16,-3 4-2-16,1 2 10 0,-5 4 3 0,2 4-2 16,-3-2 0-16,-1 3 5 0,-4-1 5 0,0 3-2 15,-1 2 5-15,-4 3 0 0,1-2 2 0,1 5-2 16,-4 3 5-16,1 7 6 0,-5 6-6 15,0 8 3-15,0 3-1 0,-1 5 3 0,-1 4 1 16,0 2-6-16,0-1 5 0,4 2-2 0,-4 6-3 16,1-3-6-16,5 5 1 0,-1 2 3 0,1-3-9 15,2-3-3-15,0-2 7 0,4-7 1 0,-1-4-5 16,0-1-3-16,2-3 8 0,-2-6-1 15,2-4-5-15,3-6 4 0,3-1 1 0,4-12 0 16,-1 0-3-16,5-5 0 0,-1-5 0 16,1-2-5-16,-3-2-1 0,3-4 1 0,0-4-10 15,1 3-6-15,-1-4-5 0,2 0-3 0,-2 1-4 16,0 2-1-16,2-3 6 0,-4 4 8 15,-1-1 3-15,0 1 2 0,-3 4 1 0,-3 6 8 16,0 3 1-16,-2 1-6 0,-4 2 2 0,2 6 7 16,-1 3 6-16,-3 5-3 0,1 4 4 0,-2 3 12 15,-2 4 5-15,-2 4-2 0,0 7 3 0,-2 6 2 16,0 3 3-16,1 6-6 0,-3 1-1 15,0 2-5-15,3 1-6 0,-3 2 1 0,1 0-5 16,2-1-5-16,-2-2 1 0,1-2 0 0,4-6-3 16,-1-4-7-16,1-2-6 0,1-5-16 0,3-6-25 15,0-6-41-15,6-4-48 0,-3-7-167 16,2-6-85-16,-4-10-32 0,-1-1-2 0,3-7 28 15</inkml:trace>
  <inkml:trace contextRef="#ctx0" brushRef="#br0" timeOffset="13494.02">25028 3131 340 0,'0'-13'401'0,"0"3"30"16,-4-4 29-16,0 4-158 0,4-2-99 0,0 3-65 15,2 2-44-15,2 2-30 0,1-1-28 0,-1-2-23 16,6 0-21-16,1 3-31 0,0 3-43 15,5 2-40-15,-4 2-91 0,-2 1-127 0,1 0-57 16,-8 1-12-16,1-3 18 0,-2 1 29 0</inkml:trace>
  <inkml:trace contextRef="#ctx0" brushRef="#br0" timeOffset="14180.42">25806 2693 60 0,'4'-37'293'15,"-8"2"28"-15,0 3 20 0,-4-1-52 0,-4 5-102 16,-2 1-43-16,-1 1-17 0,-2 4-14 16,-1-1-7-16,-3 6-10 0,0 5-18 0,-5 5-15 15,0 8-15-15,-1 7-4 0,-1 0-15 0,-2 5-2 16,1 3-4-16,-1 2-3 0,1 4 1 15,4 3-3-15,-2 8 2 0,2 2-4 0,1 2-1 16,3-1 2-16,3-1 0 0,4 1-2 0,3-3 2 16,4 3-2-16,0-1 0 0,2-2 0 0,3 1-6 15,4-5-3-15,3-2-7 0,3-3 3 0,1-1-3 16,6-6-7-16,2-1-1 0,3-1-6 15,4-8-11-15,1-4-16 0,4-4-4 0,1-5-4 16,-1-1-13-16,0-6-7 0,0-1-4 0,0-5-1 16,-2-5-2-16,-1-2 0 0,1 2 10 15,-4-1 12-15,-2 2 19 0,-1 2 15 0,-4 0 6 16,-3 4 12-16,-1 1 10 0,-2 4 5 0,-2 3 2 15,-2 3 3-15,-2 3 9 0,-1 1-2 16,-3 5 1-16,-2 2 8 0,1 1 2 0,-3 6-1 16,-2 5 0-16,-1 5 18 0,-1 7-4 0,2 4 1 15,0 2-5-15,-2 2 0 0,1 1-2 0,2 4-11 16,1-3-3-16,1-2-4 0,3-5-4 15,3 0 0-15,-2-7-11 0,2-2 2 0,4-1-5 16,0-4-5-16,1-1-1 0,-1-10 1 0,7-4 2 16,0-4-7-16,4-4 4 0,0-2-3 0,3-5-5 15,0-3-1-15,0-2 3 0,1-4 1 16,-1-1-14-16,3-1 3 0,0-1 5 0,0 0-6 15,0-1-5-15,-4-1 0 0,1 2 14 0,1-2 3 16,-5 5 4-16,1-1 1 0,-6 6 2 16,1 2-1-16,-3 3-2 0,-1 2-2 0,0 3-5 15,-3 0 6-15,-1 6 10 0,-1 5 8 0,-1 4 4 16,-1 6 1-16,1 4 12 0,-1 5 0 15,-2 2 3-15,0 4-5 0,0 5-1 0,0 2-1 16,0 1-8-16,-2 1 0 0,0 4-7 0,2 0-4 16,0 2-10-16,-1 0 8 0,1-2 2 0,0-3-5 15,0-5-13-15,1-1-9 0,-1-7-17 0,0 1-41 16,2-1-60-16,-2 3-180 0,-3-10-92 15,-2-7-41-15,-2-8-4 0,-7-8 20 0</inkml:trace>
  <inkml:trace contextRef="#ctx0" brushRef="#br0" timeOffset="14508.02">24348 4601 244 0,'-18'0'340'16,"0"-3"17"-16,7-5 18 0,3-3-146 0,6-2-78 15,2-4-43-15,7 1-20 0,2-2-3 0,7 4-13 16,1 0-3-16,8-4-9 0,4 0-4 15,1 1-6-15,3-2-1 0,6 4-1 0,1-1-1 16,2 3-5-16,0 2 2 0,5 0-1 0,2 4-8 16,3 3-2-16,2 1-2 0,6 0-3 0,4 0-10 15,-4 3-5-15,4 3-1 0,-3 0-12 0,-5 3-12 16,-1 3-10-16,-8 6-31 0,-1 1-33 15,-7 3-40-15,-7-3-37 0,-7 5-164 0,-8-4-80 16,-7-1-17-16,-8 4 6 0,-4-8 24 0</inkml:trace>
  <inkml:trace contextRef="#ctx0" brushRef="#br0" timeOffset="14944.82">24771 5078 218 0,'-13'10'332'0,"4"-2"27"16,0 0 17-16,2 2-131 0,2-3-87 15,0 0-47-15,2-2-14 0,3 4-4 0,0 6-9 16,5 1 1-16,1 5-8 0,2 4-3 0,2 5-11 16,-1 3-13-16,2 0-2 0,1 2-2 0,-3 2 8 15,1 0-3-15,-6 3-2 0,0 7-6 0,1-1-2 16,-2 2-11-16,-1-1-7 0,1 0 3 15,-2-5-8-15,1-7-4 0,0-6-7 0,-2-7 1 16,0-3-7-16,0-4-4 0,0-6 0 0,0 1-2 16,0-7-1-16,0-4-7 0,-5-5-12 15,2-4-5-15,-2-7-12 0,0-5-8 0,7-5-10 16,-2-7-6-16,0-4-7 0,0-5-16 0,0-3 5 15,-2-3 1-15,2 1 12 0,-4-1 11 16,4-2 18-16,4-2 15 0,-4 2 10 0,5 1 13 16,0 2 2-16,3 2 16 0,-1 5 8 0,5 0 10 15,0 1 5-15,6 5 6 0,1 1 3 0,4 8-2 16,-2 2-2-16,3 3-5 0,-1 0 1 15,2-3-5-15,3 1-3 0,0 7-8 0,1 3-6 16,-1 0-3-16,0 7-7 0,-1 9-6 0,-1 0-8 16,2 2-18-16,-4 3-24 0,-1-9-38 0,-3 1-46 15,-2 6-167-15,-2 2-87 0,-3-2-30 0,-6 3 1 16,4-8 25-16</inkml:trace>
  <inkml:trace contextRef="#ctx0" brushRef="#br0" timeOffset="15303.62">25536 4854 141 0,'-5'-3'321'0,"1"-2"27"0,0 2 20 15,1 0-90-15,3 2-100 0,3-4-68 0,1-4-31 16,3 2-25-16,3 0-17 0,5 4-18 15,2-1-6-15,1 4 6 0,1 3-4 0,0-2 5 16,0 2 2-16,-2 2 1 0,1 0 5 0,-3 2-2 16,-4 5-4-16,-3-4 5 0,-3 0 7 0,-2 2 11 15,-3 4 2-15,-3-1 5 0,-4 5 8 0,-2 0-4 16,-6 2-8-16,1 2-7 0,-4-1-6 15,1 0 1-15,-2 1-3 0,0-3 2 0,1 4 1 16,1-4-1-16,5 0-1 0,0 1-3 0,1-6 0 16,4 0-6-16,0-4-5 0,4 0-1 15,3-1-2-15,3 0-6 0,2-2 1 0,4-1-4 16,6-1-1-16,2 0-2 0,6-2-5 0,3-3-10 15,6-3-18-15,6-3-30 0,2-2-32 16,5-1-50-16,2-2-55 0,0 0-166 0,1-5-79 16,-6-6-18-16,-2-4 5 0,-1-4 37 0</inkml:trace>
  <inkml:trace contextRef="#ctx0" brushRef="#br0" timeOffset="15522.02">27768 4018 348 0,'-3'-14'417'0,"-4"0"35"16,-1-3 33-16,-1 3-138 0,-1 1-108 0,0 3-64 15,3 3-45-15,1 4-35 0,2 2-29 16,0 2-33-16,1 6-22 0,2 4-33 0,1 5-26 15,0 0-33-15,4-2-44 0,7 0-43 0,-7 4-174 16,1 0-71-16,-4-5-30 0,-4 1 6 16,3-4 28-16</inkml:trace>
  <inkml:trace contextRef="#ctx0" brushRef="#br0" timeOffset="16005.62">28093 3246 263 0,'0'-21'337'16,"-2"4"24"-16,1 1-6 0,-1 3-121 0,0 4-59 15,1 1-49-15,-1 2-38 0,2 2-18 0,0 4-17 16,0 4-16-16,0 5-6 0,-1 3 2 15,-1 8 1-15,2 5 9 0,0 9 5 0,0 6-1 16,0 5 1-16,-3 5-6 0,-3 5 8 0,3 3-12 16,3 1-5-16,0-1-2 0,0 1-9 15,0-4 1-15,3-6-8 0,-3-5-3 0,3-6 5 16,-1-8-7-16,-1-9 7 0,1-5-2 0,-1-5 1 15,1-3 9-15,-1-1-6 0,1-7 0 16,-1-9-1-16,3-3-1 0,-1-8-2 0,0-2-7 16,0-5-7-16,2-3 1 0,-1-5-6 0,0-3 4 15,-1 0 3-15,2-5-7 0,1-3 2 0,0-1 2 16,0 1 3-16,0-1-5 0,-1 2-5 15,3 2 4-15,-2 5 5 0,1 4 0 0,1 7 1 16,-1 0-1-16,1 3 6 0,2 3-4 0,1 2-3 16,6 2-2-16,-2 5-1 0,5-1 2 0,0 4-2 15,3 2 0-15,-1 0 4 0,6 6 2 0,-4 1 2 16,1 5-7-16,3 3-7 0,1 3-16 15,2 4-30-15,1 4-46 0,3 3-57 0,-8 4-162 16,-3 0-103-16,-4-2-39 0,-8-6-3 16,2-3 26-16,-4 0 47 0</inkml:trace>
  <inkml:trace contextRef="#ctx0" brushRef="#br0" timeOffset="16333.22">29201 2707 233 0,'2'-19'363'0,"-4"0"35"0,-2 1 31 16,-6 4-112-16,-1-2-83 0,-2 1-49 0,-6 1-23 16,-1 6-15-16,-8 4-20 0,-4 10-11 0,-3 5-6 15,-5 8-2-15,-5 7-1 0,-3 7-2 16,-8 9 2-16,-1 8-9 0,-7 5-15 0,-6 10-14 15,-4 4-19-15,-4 12-22 0,-3 7-16 0,-4 11-29 16,-1 12-44-16,-2 7-66 0,-1 8-84 16,2 13-140-16,1 4-150 0,-2-3-59 0,-2-3-3 15,2-14 36-15,0-8 70 0</inkml:trace>
  <inkml:trace contextRef="#ctx0" brushRef="#br0" timeOffset="17175.62">26064 4677 141 0,'3'-14'310'0,"-2"0"29"15,3 2 22-15,-4-4-105 0,2 3-73 0,-2 0-35 16,2 2-23-16,-1 0-11 0,1 3-6 15,-1 0-1-15,1 1-12 0,-2 6-16 0,-2-1-6 16,-2 5-7-16,-4 9-3 0,-3 3-2 0,-6 9 3 16,-4 7 11-16,-9 4 5 0,-4 10-2 15,-2 6-7-15,-5 10-4 0,-2 6-13 0,-2 8-8 16,-2 7-4-16,-3 3-8 0,-3 6-14 0,0 5-25 15,-4 2-30-15,-3 1-51 0,4 0-72 16,2-4-72-16,3-6-178 0,3-6-85 0,5-10-23 16,1-11 13-16,8-14 47 0</inkml:trace>
  <inkml:trace contextRef="#ctx0" brushRef="#br0" timeOffset="18579.62">20110 3174 205 0,'5'-4'321'0,"0"-4"23"0,-4 1 17 15,-1-1-130-15,0 3-77 0,0 2-45 16,-1-1-21-16,1 0-21 0,-2 1-11 0,2 4-10 16,0 3-10-16,-1 4-7 0,1 6-7 0,-3 2-5 15,-1 8 4-15,-2 11-1 0,-4 12-6 0,1 7 1 16,-5 12 0-16,-1 9 7 0,-4 12 0 15,-5 8-1-15,-3 11 2 0,-2 7-5 0,-2 8-3 16,-2 7-5-16,-1 6-10 0,-2 11 4 0,-3 11 0 16,-3 7 6-16,3 5 1 0,-7 5 9 0,2 3 6 15,-3 1-3-15,1 3 6 0,-2-3-7 16,-4-4 2-16,-1-5-7 0,-1-10 2 0,0-6 3 15,2-9-4-15,-3-11 10 0,-3-8 7 0,1-12 15 16,-4-8 8-16,0-11 13 0,-3-10 10 16,-1-5 15-16,-7-9 2 0,-2-11-1 0,-7-9-7 15,-7-7-3-15,-5-10-10 0,-5-8-16 0,-8-8-5 16,-6-7-9-16,-4-7-10 0,-6-4-9 15,-6-1-1-15,-7-4-10 0,-6-2-8 0,-7 3-4 16,-2 0-4-16,-1-1 2 0,-1 0-1 0,2 1 2 16,-1 0 0-16,3-3-1 0,2 0 11 0,3 5-2 15,8 0-1-15,5-3 12 0,7 3 13 0,5-2 11 16,2-1-4-16,7 4 7 0,5-2-4 15,5 3-3-15,7-1-5 0,2 0-10 0,6 2 0 16,10-1-7-16,1 4-3 0,11 1-8 0,6 4-6 16,3 0-1-16,10 0-3 0,4-1-13 15,6-3 9-15,4 0 3 0,3 2-7 0,5-1-13 16,3-1-22-16,2 1-17 0,3 2-42 0,5 3-42 15,2 0-36-15,7 3-31 0,5-3-21 16,8-1-28-16,9-1-26 0,4-9-140 0,5-5-53 16,0-6-8-16,-3-8 15 0,0-2 40 0</inkml:trace>
  <inkml:trace contextRef="#ctx0" brushRef="#br0" timeOffset="19000.82">15164 7067 251 0,'-6'-9'317'0,"-5"0"14"0,0 3-14 15,-2 3-129-15,1 0-77 0,-3 1-36 16,-2 2-13-16,-1 2-2 0,-3 1 3 0,-3 2-1 15,-1 5-2-15,-3 1 3 0,-4 5-6 0,0 1 3 16,-3 4-4-16,-1 0 0 0,1 4 0 16,-1 1-4-16,-3 4-3 0,-2 7-9 0,-3 1 3 15,0 6-6-15,-1 2 3 0,0 2-3 0,2 4 3 16,-2 0 4-16,4 6-2 0,-1-2 1 15,4 2-2-15,-1-3-2 0,4-2-3 0,3-3-9 16,5-1-3-16,3-4-4 0,4-3-1 0,3-4 0 16,5-2-4-16,3-4 3 0,1-7 2 0,5-2-1 15,3-8-6-15,7 0-2 0,3 1 3 0,8-5-1 16,3-2 0-16,7 1 1 0,8-8-4 15,4-4 0-15,6-4-4 0,7-9 1 0,5 1-7 16,1 0 1-16,2 2 3 0,3 3-1 0,0 4-1 16,1 5-11-16,1 5-18 0,-4 3-29 0,-1 5-30 15,-3 8-47-15,1 4-57 0,-4 10-183 16,-10 5-83-16,-2-3-27 0,-14 5 2 0,-9-11 31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7-29T01:21:58.6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16669 3557 19 0,'3'-5'235'15,"-2"3"14"-15,2-1-22 0,3-2-52 0,-1-1-48 16,-2 1-46-16,0-1-36 0,0-2-15 0,-2 5-13 15,3-6-4-15,-1 3-9 0,1 1 9 16,-3-1 7-16,1 0-6 0,-1-4 2 0,1 4 0 16,-1-2 5-16,1 1-7 0,0 2-6 0,-1-1 3 15,-1 5 1-15,0-1-6 0,0 2-2 0,2 0-1 16,-2 0-1-16,3 0 2 0,-2 0-5 15,1-2-3-15,-1-3-3 0,2 3 0 0,5 1 5 16,-2 1 2-16,2 1-3 0,4-1 5 0,3-1 3 16,2 1-2-16,3 0-4 0,4 0 9 0,2 0 1 15,4 0 4-15,3 0-4 0,2-2-3 0,7 1 2 16,2-1-10-16,5 1-3 0,4-2-2 15,3 0-1-15,5-1 0 0,4 1-3 0,4 1-3 16,6 0 1-16,2-1-8 0,5 2 6 16,4-2 9-16,1 1 3 0,8 2 6 0,3 2 8 15,3 2 7-15,4-1-4 0,6 1-2 0,4-1-1 16,4 2-2-16,0 0-10 0,2 1 3 15,3 2-8-15,-3-1-4 0,-1-1 1 0,4 0-2 16,-1 0 5-16,2 0-2 0,-2 1 8 0,-2 4 5 16,1-1 0-16,-3 1-2 0,-2 2 5 0,0 4 2 15,-8-2-5-15,2 3-2 0,-2 0-2 0,-3 0 3 16,-4-3-7-16,-2 3 2 0,-2-4 1 15,-5-1-2-15,-1 1-4 0,-2-1-1 0,-2 0-1 16,0-2-5-16,-3 0-2 0,2-2 7 0,1-3 6 16,-2-1 5-16,-1-1 8 0,0-2-4 0,0 1 4 15,-3-3 1-15,3-3-5 0,-3 0-6 16,-1-2-1-16,0 0 11 0,-1 1-7 0,-4 0 3 15,-2 1 5-15,1-2-2 0,-5-3 0 0,-3 4-5 16,-4-8 5-16,-5 4-5 0,-4 1-2 16,-1-4 2-16,-2 5-3 0,-3 0-2 0,-2 3 0 15,-2 1 2-15,-3-1 0 0,-1-1 1 0,1 3 1 16,-3-1-3-16,0 1 5 0,1-4 3 15,1 2-6-15,-2-6 0 0,0 3 0 0,3 2 0 16,-5 1-11-16,3 1 1 0,-4 0 6 0,0 1 2 16,1-3-2-16,-3 1 3 0,-1-3 4 0,-3 1-4 15,-3 4-6-15,-1 1-2 0,-3 0 7 0,-1 1-1 16,-4 1 6-16,1-4 4 0,-4 2 0 15,0 0-3-15,-3 0-2 0,-4 0-5 0,2 0 1 16,-3 0-3-16,0-1 1 0,-2 1 2 0,0 0 1 16,-1 0 4-16,-1 0-13 0,-2 1-5 15,-2 2-15-15,-2 3-10 0,-7 1-98 0,-4-2-90 16,1-3-45-16,-6-2-19 0,3-4-1 0</inkml:trace>
  <inkml:trace contextRef="#ctx0" brushRef="#br0" timeOffset="2277.6">14548 4678 69 0,'0'-32'266'0,"-3"-1"17"0,2 1 16 0,-2 0-95 16,-2 0-73-16,0 3-37 0,5-3-15 0,-3 1-3 15,2 0-1-15,-1 2-3 0,1-1-5 0,-3 0-1 16,2 5 3-16,0-1-6 0,2 4 0 15,0 0 0-15,0 2 0 0,0 3 1 0,0 4-9 16,0 0-12-16,0 4-12 0,0 0-7 0,0 5-14 16,2 2-1-16,0 2-8 0,3 3 6 15,1 4-3-15,4 2-2 0,-3 9 5 0,8 5-7 16,-2 7 5-16,0 8-5 0,3 8-1 15,-3 12 2-15,1 6 0 0,-1 8 3 0,0 7-10 16,-3 3-3-16,4 5 3 0,-2 1 1 0,3 0 2 16,-2-2 1-16,-1-4 11 0,3-3 13 0,-1-6-5 15,2-4-1-15,-2-2-3 0,4-6-2 0,-4-8-7 16,0-6-9-16,-2-8 2 0,0-5 0 15,-3-7 5-15,-1-7-3 0,0-2 1 0,0-5 3 16,0-8 1-16,1-10-6 0,3-11-2 0,1-8 6 16,2-9-1-16,2-9-1 0,-1-6-4 0,3-6 2 15,-1-7-5-15,0-9-5 0,2-6 3 16,1-6 10-16,1-1 1 0,0-1 3 0,-1 2 8 15,-1 2 5-15,0 3-2 0,0 5-8 0,-3 5-1 16,-1 5-1-16,0 7-9 0,0 6-1 16,0 7-6-16,0 7-8 0,-2 1-4 0,-1 5-15 15,0 5-12-15,2 7-22 0,-1 4-19 0,2 7-20 16,0-1-23-16,-9 11-143 0,4 2-63 15,-4 5-26-15,0-1-1 0,0-4 17 0</inkml:trace>
  <inkml:trace contextRef="#ctx0" brushRef="#br0" timeOffset="2542.8">15932 4699 180 0,'-6'3'297'16,"-1"-6"15"-16,-1-2 9 0,2-1-135 0,3 0-80 16,3 4-44-16,6-1-22 0,1-4-11 15,6 0-6-15,5-5-10 0,6 0-5 0,4-5 3 16,10 2-1-16,1-3-2 0,6-1 0 0,3-1 2 15,2 5 5-15,1 0-8 0,2-1-7 16,-5 3-12-16,-4 0-21 0,-1 2-51 0,-9 10-130 16,-9-4-63-16,-8 5-30 0,-8 5-9 0,-9 1 9 15</inkml:trace>
  <inkml:trace contextRef="#ctx0" brushRef="#br0" timeOffset="2714.4">15960 5080 135 0,'10'0'253'0,"1"-7"11"15,1-2-29-15,5-4-98 0,-2-4-64 0,6-3-27 16,4 1-16-16,-1 3-8 0,5 2-6 0,3-2-14 16,0 3-96-16,-2-2-88 0,2-2-50 0,-2 0-28 15,2-4-9-15</inkml:trace>
  <inkml:trace contextRef="#ctx0" brushRef="#br0" timeOffset="3151.2">17221 4174 158 0,'-2'-17'295'0,"1"-1"16"16,1 1 11-16,0 0-125 0,-4 5-83 15,3 1-44-15,-1 1-28 0,1 4-12 0,2 1-16 16,2 3-6-16,4 4-3 0,-1 4 0 0,3 7 2 16,0 4 0-16,0 8 7 0,1 2-5 0,0 8 2 15,-1 5-1-15,0 3-1 0,2 4 3 0,-2 1-3 16,3 0-1-16,-5 3-2 0,4 2-5 15,-1-5-1-15,-2 0-6 0,2-2-3 0,-3-3 3 16,4-3 1-16,-4-8 2 0,1-3-5 0,0-5 7 16,1-2 9-16,-2-2-1 0,0-4 6 15,-1-4 3-15,-2-2 14 0,5-3 2 0,0-7-2 16,2-10 0-16,4-6-2 0,-1-8-2 0,4-5-8 15,-2-8 0-15,2-1 2 0,0-4-1 16,-3-1-2-16,5-1 0 0,-5 0-6 0,2-4-3 16,1 0-5-16,-1 0 0 0,0 6-6 0,-2 1-1 15,-3 5 3-15,-2 5-8 0,-2 0-11 0,-2 9-10 16,2 1-9-16,1 6-13 0,-1 6-8 15,1 6-17-15,3 0-50 0,-5 3-116 0,0 0-49 16,-1 4-25-16,-2 1-9 0,1 8 13 0</inkml:trace>
  <inkml:trace contextRef="#ctx0" brushRef="#br0" timeOffset="3416.4">18248 4470 209 0,'-8'-4'316'0,"0"-4"14"15,0 1 14-15,4 1-132 0,-2 1-92 16,1 2-44-16,1 1-20 0,1 1-10 0,-1 1-17 16,3 3-10-16,-1 3-3 0,-1 7-4 0,0 4-5 15,2 7-10-15,-3 4 7 0,4 2-1 0,0 4-1 16,0-1 0-16,0 6-2 0,0 1 0 15,0 1-4-15,0 4-3 0,4 0-4 0,-3 5 3 16,2 0-1-16,0-3 4 0,2-1 1 0,0-4-7 16,-1-3-18-16,3-6-17 0,-2-6-43 0,1-1-133 15,-1-5-67-15,3-9-30 0,-4-3 1 0,8-18 4 16</inkml:trace>
  <inkml:trace contextRef="#ctx0" brushRef="#br0" timeOffset="3634.8">18866 4672 211 0,'6'5'318'0,"0"-4"13"0,-2 1 11 0,2 0-147 15,-2-2-86-15,4 1-58 0,2-1-25 0,4 0-8 16,4 2-13-16,7 0 3 0,-1-1-9 15,6-1-1-15,5 2 2 0,2-1-8 0,3-1-1 16,0 2-13-16,0-4-12 0,-3-1-101 0,-4-2-98 16,-3-6-50-16,-4 0-25 0,-2-4-1 0</inkml:trace>
  <inkml:trace contextRef="#ctx0" brushRef="#br0" timeOffset="3868.8">19080 4147 273 0,'-5'0'298'0,"2"2"16"0,0-1-59 16,1 6-101-16,2-1-60 0,2 5-43 15,1 4-19-15,-2 3-12 0,2 3-1 0,3 7-6 16,2 3-1-16,-2 3 8 0,2 5-4 0,0 1-8 15,0 3-6-15,0 5-2 0,0 3-1 16,0 5-13-16,-1 2-11 0,-1 1-7 0,-2 2-25 16,0 0-132-16,-3-8-71 0,2-8-31 0,1-6-7 15,1-6 0-15</inkml:trace>
  <inkml:trace contextRef="#ctx0" brushRef="#br0" timeOffset="4258.8">19666 4311 76 0,'5'-9'292'0,"-1"3"15"16,-1 1 6-16,1 2-88 0,-1 3-98 0,0 5-58 15,-2 4-32-15,2 4-13 0,-1 7 3 16,4 2-4-16,-2 4-11 0,2 4 2 0,-1 2-1 15,1 1-7-15,3 1-6 0,-1 0-5 0,4 1 3 16,1 0-4-16,0-3 0 0,2-2 0 16,-4-4-5-16,-1-2 5 0,1-5 5 0,-2 0 1 15,0-4 4-15,-2-4 15 0,1 0 14 0,-3-4 9 16,3-4 3-16,-1-8 6 0,5-9 3 15,1-6-13-15,2-8-4 0,-2-1 3 0,6-1-4 16,-2-8 2-16,-3 0-3 0,0-5 7 0,4-2-2 16,-1-5-12-16,5 1-6 0,-1-2-5 0,-3-1 3 15,0 1-4-15,3 3-10 0,-4 5 1 0,1 6 0 16,-4 7-10-16,0 5-13 0,-3 4-10 15,-2 6-2-15,0 7-15 0,-2 5-15 0,0 9-23 16,-4 4-36-16,-5 6-140 0,-2 3-70 0,-3 4-27 16,-1 1-6-16,0 0 16 0</inkml:trace>
  <inkml:trace contextRef="#ctx0" brushRef="#br0" timeOffset="4617.6">20432 4742 147 0,'-2'-3'299'0,"0"-1"18"16,2-3 12-16,0-4-119 0,0 0-85 0,4-4-52 16,3 1-28-16,0-2-11 0,4 1-5 0,4 1 1 15,2 0-11-15,8 0 3 0,-1 0-1 0,5 3-6 16,-1 0-12-16,4 0-3 0,0 0 4 15,0 4-4-15,-4 4 2 0,-3 2-2 0,-3 1 1 16,-2 1 0-16,-1 4 2 0,-6 1 0 0,-3 6-3 16,-6-1 8-16,-4 3 7 0,-7 5 0 0,-2 3 8 15,-6 4 4-15,-3 1 3 0,-4-3 3 16,0 3 0-16,0 3-4 0,-1-2-9 0,2-2-6 15,4-2 0-15,-1-2-4 0,4-1-6 0,4-4-1 16,2 1 1-16,2 0-3 0,5-2-1 16,1-3-4-16,6-4 6 0,5-1 3 0,7-3-5 15,7-2-6-15,7-7-11 0,10-5-13 0,3-3-16 16,5-6-11-16,10-3-9 0,4-6-17 15,0 3-142-15,5-2-63 0,0-2-33 0,-1 0-16 16,2-3 2-16</inkml:trace>
  <inkml:trace contextRef="#ctx0" brushRef="#br0" timeOffset="4836">21925 4504 148 0,'-12'4'296'0,"-2"-1"10"0,6-3 9 16,5-3-128-16,6 1-88 0,7-2-43 15,8-1-25-15,3-4-11 0,7-1-7 0,4-1 3 16,1 3-4-16,5 5-2 0,1-1-1 0,4 0 2 16,3-4-6-16,-4 3-8 0,4-2-9 15,-3 3-49-15,-8 1-130 0,-3-2-69 0,-8-1-31 16,-5-3-15-16,-2-2 0 0</inkml:trace>
  <inkml:trace contextRef="#ctx0" brushRef="#br0" timeOffset="5070">22050 4066 58 0,'-10'0'293'0,"3"6"17"15,3 2 13-15,-3 3-78 0,3 2-95 0,1 5-57 16,-1-1-31-16,1 6-6 0,-1 1-11 15,4 6-2-15,-1 5-11 0,1 2-10 0,1 1-8 16,-1 1-9-16,4 0 2 0,-1 5-1 0,1 1 0 16,-1 1 2-16,1 2-4 0,-1-1-7 15,2-1-21-15,2-1-19 0,1 0-26 0,-3 0-142 16,2-6-73-16,0-5-37 0,0-10-5 0,4-11 6 15</inkml:trace>
  <inkml:trace contextRef="#ctx0" brushRef="#br0" timeOffset="5460">22643 4049 149 0,'0'-4'302'0,"0"-1"17"0,2 2 11 15,-1 0-123-15,1 1-87 0,2 2-40 0,-1 2-30 16,1 4-9-16,4 5-5 0,-2 7-4 0,5 4-3 16,-4 2-4-16,4 8-1 0,4 1-16 0,-1 5 2 15,1 2 2-15,4-1-2 0,-1 5-6 0,0-1-7 16,2 0 11-16,-2 0-15 0,0-1-3 15,-3-8-4-15,-1 1 4 0,0-3 10 0,-4-5 0 16,-2-1 6-16,0-7 3 0,-1-5 12 16,-4-1 13-16,3-5 6 0,-1-3 1 0,1-7 3 15,5-6 0-15,-4-3-9 0,6-8-15 0,-1-7-11 16,0-5 2-16,3-2 0 0,0 0 2 15,2-4-3-15,0-3 1 0,2-2 1 0,2-6-6 16,3 0-1-16,-2-3-6 0,4 1-2 0,-2-1-1 16,-3 3-8-16,0 5-8 0,-2 5-19 0,0 0-11 15,-3 13-20-15,1 1-24 0,-3 7-85 0,-3 1-106 16,-5 5-46-16,-3 4-16 0,0 4 6 15,-3 3 17-15</inkml:trace>
  <inkml:trace contextRef="#ctx0" brushRef="#br0" timeOffset="6021.61">23568 4466 125 0,'-19'-10'295'15,"1"-1"19"-15,3 1 7 0,1-1-108 16,3 2-86-16,4-2-48 0,1 1-29 0,3-1-15 16,6 1-6-16,4 2-17 0,4 0-9 0,9-3 2 15,1 1-2-15,10 0-1 0,2 1-7 0,2 0 9 16,6 0-5-16,-3 3-6 0,2 1-1 15,1 7-4-15,-2-1 4 0,-2 2 2 0,-2 2 4 16,-5 1 3-16,-2 3-3 0,-6-5 5 0,-5 4 4 16,-3-2 2-16,-7 0 2 0,-3 0 12 0,-8 2 6 15,-3 6 3-15,-7-1-8 0,-1 3 4 0,-6 4 1 16,-7-1-7-16,0-2 1 0,-4-1 2 15,-2 4 4-15,2-3-1 0,0 2-6 0,3 0 1 16,2 1-9-16,4-3-2 0,5 2-4 0,2-1 0 16,4 0 2-16,5-3-13 0,4-1 6 15,1 0-9-15,4-4-1 0,1 0-8 0,4 1-7 16,3-2 10-16,2 0-3 0,1 0 4 0,2-2-2 15,-1 1 6-15,3 4-4 0,-2-4-4 16,0 3 1-16,1 0-4 0,-1 1 1 0,0 2 1 16,-1 0 7-16,-1-1 4 0,1 3-4 0,-3 3 1 15,-2 2 4-15,0 3 2 0,-5-2 2 0,1 2-8 16,-2 0 9-16,-1 2 13 0,-2-2 5 15,-3-3 2-15,-4 0 10 0,-1-2 10 0,-6 0 5 16,-4-2 1-16,-2 1 4 0,-6-1 6 0,-3 0-1 16,-2-1 1-16,-2-4-12 0,-2 1-5 0,-3-3-4 15,-3 1-8-15,-2-1-13 0,-2 1-15 16,1-1-29-16,-5-3-54 0,-6 5-129 0,3-4-126 15,-1-8-63-15,2-3-25 0,5-15 14 0,1-5 39 16</inkml:trace>
  <inkml:trace contextRef="#ctx0" brushRef="#br0" timeOffset="8814.01">10986 4122 162 0,'-41'-31'303'0,"-3"-1"18"16,-3-2 15-16,0 3-123 0,-2 2-83 0,2 2-46 16,-3 1-12-16,4 2-9 0,-3 2-7 0,-1 4-1 15,1 4-5-15,-1 2-5 0,0 6-15 0,-2 6-6 16,1 6-2-16,-1 7-8 0,-1 5-2 15,-4 6 3-15,-2 4 1 0,-2 9-2 0,2 7-2 16,-2 5 5-16,0 6 0 0,2 4 0 0,0 7-5 16,1 4-4-16,-2 4-4 0,6 4-7 0,1 2 0 15,1 7-4-15,5 5 1 0,0 4 6 16,2 6 6-16,6 4 3 0,-1 0 1 0,8 1 7 15,8 1-3-15,-1-1-4 0,11 4-6 0,4 2 2 16,6 5-5-16,5 2-4 0,5 0 0 16,7-2 3-16,6-3-4 0,7-1-2 0,6-5-1 15,8-2-2-15,5-1 1 0,7-8-4 0,7 1-2 16,13-6-2-16,4-3 0 0,12-5-3 15,8-7 5-15,4-6 5 0,8-6 6 0,4-12 3 16,1-7 0-16,4-8 4 0,0-8-4 0,0-10-8 16,-1-13-3-16,-2-11-3 0,0-13 3 0,-2-13-1 15,-3-10-2-15,-1-12 4 0,-2-5-1 0,0-8 4 16,-3-4-4-16,-4-7 3 0,-5-8 9 15,-1-6-1-15,-8-7 8 0,-4-9 2 0,-6-14 8 16,-9-7-8-16,-5-8-6 0,-10-9-5 0,-3-7-5 16,-12-7-5-16,-2-2-5 0,-7-2 10 0,-4-4 15 15,-9 7 4-15,-5 0 3 0,-6 3 4 16,-11 6-2-16,-9 8-4 0,-7 4-4 0,-9 8 3 15,-9 5-6-15,-12 10 2 0,-10 4 7 16,-9 14-1-16,-12 10-5 0,-7 17-3 0,-7 15 4 16,-8 17 3-16,-9 15-8 0,-9 15-9 0,-4 17-18 15,-7 14-18-15,-3 10-26 0,-1 9-48 0,-2 5-152 16,0 3-72-16,1 2-28 0,3-2-2 15,1 6 11-15</inkml:trace>
  <inkml:trace contextRef="#ctx0" brushRef="#br0" timeOffset="40310.47">29845 9875 188 0,'-6'-14'248'16,"1"1"12"-16,0 0-54 0,0-1-84 15,2 3-48-15,-2-1-32 0,2 0-9 0,-3 2-6 16,2 2-6-16,1 0-5 0,0 2 2 0,1-1 2 16,-1 2 1-16,0 1-4 0,-1-3 4 15,3-1 0-15,-4 2 3 0,2-1-8 0,-3 0-2 16,0 1 2-16,0 2-3 0,1-1-5 0,-1 2 2 15,2 0 2-15,-3 0 0 0,-1 1 2 0,-2 4-4 16,1-1-3-16,-3 1-4 0,0 1-1 16,-1 2 5-16,-3 1-3 0,0 4 4 0,-5-4 5 15,2 5-5-15,-1-1 3 0,0-1-4 0,-1 3-3 16,-2-1 2-16,2 0-2 0,-4 3 3 0,4 4-3 15,0-2 4-15,-4 3 1 0,0-3-5 0,0 4 2 16,0-2-1-16,-3 5 2 0,5-1-2 16,-3 2 0-16,2-1 3 0,-2 2 2 0,1 1 2 15,0 0-5-15,1 2 3 0,-4 2-3 0,3 1 1 16,-3-2-3-16,2 4 3 0,3 2 0 15,-4 1 0-15,1 3 1 0,-1-1-2 0,1 2-1 16,2 0 3-16,2 1-4 0,3 1 2 0,1-1 0 16,2 0 4-16,3-1-3 0,2-2-1 15,3-1 3-15,2 0-2 0,0-3 1 0,2 4-3 16,4-2 2-16,0 0-3 0,0-1-3 0,3 0 4 15,2 2-4-15,2 2 4 0,-3 0 2 0,6 3-1 16,-2-3 8-16,3 2 0 0,1-4 5 16,3-1 2-16,1 1-1 0,2-3-1 0,3-4 2 15,1-1 3-15,2-4 3 0,2-2-1 0,1-1 1 16,0-1 5-16,2-3-6 0,0-4-2 0,-1 1-5 15,2-3-3-15,1 0-7 0,1-3-1 16,1 2-1-16,-1-2 0 0,-4-3-9 0,3-2 3 16,-2 1 3-16,0 0-2 0,0-1-1 0,1-3-1 15,1-1 5-15,-1 0-4 0,-1-1-2 16,0-1 1-16,0-1 0 0,1-3 2 0,-1 0-3 15,-1-1 0-15,0-5 7 0,3 0-6 0,1-2 1 16,-2-1 0-16,-1-6 4 0,-2-3-6 0,2-3-1 16,-2-3 0-16,1-3 3 0,1-2 3 0,-1 0-3 15,-3-5 5-15,1-2-1 0,-2-1 4 0,0-5-4 16,0-1 0-16,-2-2 2 0,1-4 0 0,-3 0-1 15,0-1 3-15,-2 2-1 0,-3-2-2 0,0-2 1 16,-5 2-2-16,-3 1-7 0,1-4-8 16,-2 2 0-16,-6 0 2 0,-4 1-5 0,-3-1 1 15,0 6 2-15,-3 0 6 0,-1 1-9 0,-5 2-15 16,-4 6-15-16,-1 5-21 0,-2 5-29 0,-6 0-43 15,-7 8-133-15,-5 3-77 0,-2 0-34 0,-2 2-2 16,5-8 17-16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7-29T01:24:16.4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28713 13005 280 0,'-15'-5'362'0,"-5"-6"28"16,0-2 17-16,0 0-148 0,2 2-84 0,5-2-51 15,2 2-25-15,4 0-18 0,2-2-4 0,5-3-6 16,1 0-6-16,3-1 1 0,4-3-8 15,5-2-3-15,6-4-8 0,4-3-2 0,9-5 7 16,11-8-3-16,4-6 8 0,8-4 6 0,9-6 13 16,7-7 5-16,10-2-16 0,5-5-2 15,12-3-5-15,5-4-13 0,11-2-10 0,9-4-8 16,8-6 6-16,8-2 3 0,6-3-7 0,9-7 1 15,3-4-7-15,3-3-7 0,1-5-8 0,-1-2-13 16,-1 1-5-16,1-2-8 0,-4 1 1 0,-5 6 0 16,-8 0 3-16,-8 7 2 0,-8 6 5 0,-10 2 10 15,-9 9 3-15,-8 5 3 0,-8 9-1 0,-9 7-1 16,-8 7 3-16,-9 6-2 0,-6 4-1 0,-11 5-1 15,-6 4 2-15,-7 6 1 0,-8 9-2 0,-4 2-2 16,-6 6-3-16,-3 3-4 0,-3-1-3 0,-4 4-2 16,-4 4-10-16,1-1-10 0,-3 5-12 0,-4 3-5 15,-3 2-19-15,-2 6-32 0,-3 2-34 0,-3 4-30 16,1 6-37-16,-5 1-64 0,0 2-145 0,-3-1-56 0,-4 1-3 15,4 2 16-15,-4 4 37 0</inkml:trace>
  <inkml:trace contextRef="#ctx0" brushRef="#br0" timeOffset="3385.2">20145 11936 175 0,'-27'5'295'0,"-9"-4"25"0,0-1 12 15,1-1-134-15,3-1-59 0,5 1-26 0,1-3-7 16,4 1-1-16,3 0 5 0,3 0 5 16,0-2-9-16,3 0-9 0,2-1-3 0,3 4-14 15,1-1-8-15,2-1-11 0,2 0-14 0,2 2-8 16,1 1-9-16,1-3-9 0,7-2-6 0,2-1-5 15,9-7 2-15,7 0-2 0,10-5 3 16,10-7 1-16,7-5 1 0,9-5 4 0,10-7 2 16,11-7-1-16,12-7-2 0,10-2 2 0,9-9-5 15,4-4-2-15,8-3-5 0,5-3-8 16,3-2-8-16,8 2-6 0,-4-2 7 0,4 4-1 15,-5 1 6-15,-5 5 5 0,-8 4 5 0,-7 5 7 16,-14 6-7-16,-12 4 1 0,-15 8-1 16,-14 8 7-16,-12 9-3 0,-11 4-4 0,-7 6 0 15,-11 2-2-15,-7 6-5 0,-9 2-12 0,-5 5 0 16,-9 2-5-16,-4 6-5 0,-5 1-10 0,-7 7-14 15,4-1-18-15,-5 4-30 0,2 0-31 0,3-1-38 16,-3 2-109-16,5-1-108 0,2-6-43 16,-3-2-3-16,11-7 17 0,2-3 34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7-29T01:24:54.2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2119 4428 88 0,'3'-4'254'0,"0"-2"15"16,1-1-19-16,0 0-85 0,0 1-60 0,2-2-39 16,2 1-22-16,-2-2-9 0,2 0-6 0,0-1-4 15,2-3-11-15,-3 3 6 0,7-4-4 16,-4 1-7-16,4 1 0 0,1 1-1 0,-1-4 9 15,4 1-6-15,-1 0-4 0,3-4 2 0,3-5 6 16,-1-2 2-16,5-1-3 0,-2 2 3 0,4-2-1 16,2 1-9-16,1-2-5 0,0-3 5 0,0-1-7 15,-1 4 3-15,0-2 2 0,-1 2 3 0,-2 3 3 16,-3 0-13-16,-2 6 2 0,-4 2-4 0,-1 5 2 15,-4 0 10-15,-4 5-5 0,-2-2 6 0,-1 2-2 16,-4 3 0-16,-3 2-6 0,0 4-15 0,-4 1 0 16,-2 7-4-16,-2-2-2 0,-2 2-8 0,-4 3-4 15,1 4-4-15,-2-2-24 0,3 2-99 0,-1-5-76 16,0-2-36-16,0 0-14 0,0-6 1 15</inkml:trace>
  <inkml:trace contextRef="#ctx0" brushRef="#br0" timeOffset="436.8">2466 3791 180 0,'-4'-2'271'0,"1"-4"13"0,2 0-53 0,-1 0-76 0,2-2-61 16,0 2-31-16,0-2-21 0,2 1-8 0,-1 3-8 15,2-3-4-15,1 1-4 0,-1 3-9 16,1-2-2-16,3 3-3 0,0 2 4 0,0-3 5 16,3-1-1-16,0 0 2 0,-1 2-6 0,2 1 0 15,1-1-1-15,0 2-2 0,1-2 1 0,3 2-4 16,1 0 3-16,0 0-2 0,1 2 3 0,-1-2 6 15,2 2-3-15,2-1 5 0,0 1-3 0,1 2 1 16,1 2-2-16,-1-3-7 0,0 3-1 0,1-1-8 16,-2 0 7-16,-2 0 0 0,-3 1-3 0,-2 0 3 15,1 3-1-15,-4-5 6 0,-2 1-4 0,-3 1-1 16,0 3 4-16,-4-1 0 0,-4 2 0 0,-5 2-4 15,-3-1-9-15,0 5 7 0,-8 0-3 0,-1-2-4 16,-2 4 7-16,0-2 2 0,2 2 5 16,0-1 0-16,1 3-6 0,2-5-6 0,1 1-13 15,3 2-9-15,3-2-9 0,1 0-63 0,4-8-113 16,1-5-56-16,3-3-23 0,4-8-9 0,5-1 2 15</inkml:trace>
  <inkml:trace contextRef="#ctx0" brushRef="#br0" timeOffset="811.2">3117 3482 211 0,'3'-9'275'0,"0"3"-2"0,2 0-46 0,-1 1-67 16,0 3-66-16,-1 1-36 0,-1-1-25 0,-1 0-13 15,2-1-6-15,1 2 0 0,-1-2-5 0,1 3 2 16,0 3 4-16,-2 6 7 0,-1 6-2 0,1 3 0 15,-2-1 0-15,0 4 6 0,0 3-7 16,0 4-1-16,0 6 2 0,0 4 1 0,-2 3 1 16,-1 2-9-16,-1 1 2 0,3 0 0 0,-1-2-9 15,2-3-7-15,2-2-2 0,-1-3 2 0,3-3 3 16,-2 0-2-16,-1 0 4 0,1-4 4 0,-2-2-7 15,2-2-6-15,-1-4-2 0,1-5-7 0,-1-2-1 16,1-3-10-16,-1-1-3 0,1-4-4 0,-2 0-2 16,0 0-11-16,-2-4-51 0,-1-2-107 0,2-8-55 15,-2-4-23-15,1-4-17 0,0-3 7 0</inkml:trace>
  <inkml:trace contextRef="#ctx0" brushRef="#br0" timeOffset="1092">3206 3557 244 0,'6'-5'278'0,"-1"0"-3"0,2 2-49 0,0 1-80 16,0-1-71-16,1 2-29 0,1 1-24 0,2 1-12 15,-4 2-10-15,5 2 13 0,-3 3 1 0,-1-1-7 16,0 2 7-16,1 0 4 0,-5 5 2 0,-1 0-2 15,0 0 7-15,-1 4 0 0,0-4-4 16,-4 2 8-16,0 1-8 0,-2-3-2 0,-2 3-4 16,-5 3 1-16,1-3 2 0,-1 1-6 0,-4 1 6 15,-1 4-6-15,1-1-2 0,-2-1-4 0,2-1-5 16,0-2-4-16,2 0-5 0,0-3-12 0,1-2-12 15,3 0-7-15,1-5-60 0,1-5-119 0,-1-3-60 16,5-4-22-16,2-6-6 0,2 2-1 0</inkml:trace>
  <inkml:trace contextRef="#ctx0" brushRef="#br0" timeOffset="1482">3368 3653 50 0,'-3'5'262'0,"-1"0"19"0,0-1-19 0,-2 6-56 15,-1-2-69-15,0 1-60 0,-1 5-31 16,2-4-22-16,2 7-11 0,-3-2-2 0,0 3-3 16,4 3 2-16,-1-2 1 0,0-2 2 0,4 4-14 15,0-1 5-15,0 1 0 0,5 0-7 0,1-3 3 16,1 0 4-16,0 1 7 0,3-3-1 0,1 0 1 15,3-1-4-15,-3-4-3 0,0 2 2 16,2-7 1-16,-1 3-1 0,2-4-5 0,-2-3 1 16,3-4-4-16,-3-1-6 0,3-3 6 0,-1-2 0 15,3-5 2-15,-5 0 3 0,0-4 2 0,2 0-2 16,-3 2-4-16,-4-3 2 0,4-1-9 0,-7-2 5 15,-1 1 6-15,-3-5 9 0,-1 5-3 0,-2-1-3 16,0 0 8-16,-2 1-3 0,-1 2-3 0,-1-3-2 16,-1 5 3-16,-1 2-4 0,-3 0 0 0,-1 4-5 15,0-1 0-15,-1 7-3 0,2 4 2 0,-2 3 3 16,2 3-1-16,-2 0 2 0,4 1-7 0,0 4-13 15,2 2-12-15,0 1-58 0,-1 1-118 16,1-2-62-16,2-5-27 0,2-2-6 0,4-6 1 16</inkml:trace>
  <inkml:trace contextRef="#ctx0" brushRef="#br0" timeOffset="1762.8">3694 3371 72 0,'4'18'266'15,"-1"-1"19"-15,-2 1 6 0,1 4-98 0,-1 1-89 16,-1 1-39-16,3-2-23 0,1 2-19 0,0 2 3 15,-1 0-11-15,-3 1 3 0,3-2-9 0,-3-1 0 16,0 3 1-16,0 1-10 0,0-4 0 16,0 3-3-16,0-3 2 0,0 1-5 0,-3-1-2 15,3-3-4-15,3 0-3 0,-3-4-7 0,0 0-45 16,0-6-112-16,-3-3-61 0,-2-2-28 0,-1-1-13 15,3 0 1-15</inkml:trace>
  <inkml:trace contextRef="#ctx0" brushRef="#br0" timeOffset="2184">3658 3832 150 0,'3'-7'282'0,"0"3"16"16,2 1-20-16,-4 0-93 0,2 1-76 0,6-1-46 15,-3 0-27-15,4 0-14 0,2 2-10 0,3 1-4 16,-1 4-7-16,2-1 4 0,0 2 1 0,-1-1-1 15,-1 2-3-15,1 3-5 0,2-4 6 0,-1-4-5 16,0 2-1-16,2 0 0 0,-5-1 4 0,6-1 5 16,-1-1-6-16,-1-3 4 0,-1 0 4 0,0-5-5 15,-2-3-3-15,-1 0-1 0,-1-2 2 16,-5 2-3-16,3-2 0 0,-6 2 1 0,-1-4 2 15,-1 0 2-15,-4-2-2 0,-1 3-1 0,-1 0-1 16,-2 2 2-16,-4-2 0 0,-2 4-1 16,0 4 8-16,-1-2-2 0,-3 7-1 0,0-1 1 15,-1 2 2-15,-1 3-2 0,4 5 0 0,-1 0 6 16,2 0-3-16,2 0-3 0,0 2-3 0,0 1 3 15,-1 1-4-15,4 5 6 0,1-3-1 0,2 2 5 16,0 2 1-16,4-2-2 0,-2 1-3 0,3-2-4 16,3 1 3-16,1-2-6 0,3 1 0 0,0 2-1 15,3-1 1-15,1 0-5 0,2-3-5 0,2-3-3 16,0-1-7-16,0-1-10 0,1 2-9 0,3-2-10 15,-3-2-44-15,-3-2-112 0,-1-1-56 0,0-6-23 16,1-4-9-16,1-6 2 0</inkml:trace>
  <inkml:trace contextRef="#ctx0" brushRef="#br0" timeOffset="2605.19">4237 3579 162 0,'3'-3'283'15,"0"0"22"-15,-3 1-37 0,4 1-77 16,-4-1-76-16,0 2-40 0,0 2-22 0,0 2-21 15,0 2-7-15,0 5-4 0,0 1-7 0,0 3 0 16,0 4-12-16,0 0 3 0,3 5 2 16,0 0 0-16,-2 1-2 0,-1 1 3 0,-1-4 6 15,-2 1-1-15,1-5 0 0,2-1-5 0,0-4-4 16,2-3-5-16,1-2-4 0,0-2 3 0,0-1 6 15,0-4 3-15,-5 1 2 0,1-2-3 16,-1 0 1-16,-1-3 1 0,3-5-10 0,-1-2-5 16,-1-4-2-16,2-3 3 0,2 0-2 0,-1-2-9 15,2 0-2-15,0-4-2 0,1 2 0 0,0-3-6 16,0 4 0-16,2-1 3 0,-1 3 8 0,0-1 4 15,4 2 2-15,1-1 10 0,0 3 4 16,-1 4 1-16,0 4-4 0,-3-2-3 0,2 6 11 16,-4 2-5-16,3 1-2 0,-2 1 6 0,1 2 1 15,2 6 11-15,-3-2-6 0,-1 1-3 16,2 4 0-16,-1 2 0 0,-2 2-1 0,1 5-6 15,-1 0-1-15,1-1 5 0,0-1-1 16,0 6-6-16,2-5-2 0,1 6-14 0,-3-3-7 16,2-4-10-16,5-5-19 0,-5-1-84 0,2-10-95 15,-1-3-38-15,4-5-21 0,0-8-10 0</inkml:trace>
  <inkml:trace contextRef="#ctx0" brushRef="#br0" timeOffset="2995.2">4724 3411 264 0,'-7'2'287'0,"-1"1"11"0,-1 0-57 16,-2 2-92-16,2 1-60 0,0 3-38 0,-2 1-14 16,4 4-11-16,1 0-4 0,-2 0-13 0,2 3 1 15,2 0 4-15,0 0-8 0,3 3 4 16,2-3-8-16,3 1 8 0,0 1-10 0,2 0-5 15,2 0 4-15,-1-1-3 0,7 1 8 0,-4-2-5 16,1 0 3-16,0-1 3 0,-1 2 0 16,1-3 4-16,3 2-3 0,0-4-2 0,-3 1-3 15,0 0 5-15,-1-1-5 0,1 0-7 0,-4-1 0 16,-1 3-1-16,0-6 3 0,-1-1-5 0,-2 1 3 15,-1-5 6-15,-2-1 10 0,0 2 3 16,-4 0-5-16,0-1 6 0,-4-1 1 0,-2 3-1 16,-1-1-8-16,-2-1 0 0,-2 3 8 0,1-4-6 15,4 0-10-15,-2-1 8 0,-1-1-6 0,6-1-2 16,-4 0-1-16,4 0 0 0,0-1 7 15,1-1-14-15,1-1-1 0,5-2-7 0,0-3-2 16,7 0-5-16,0-2-13 0,4-2 5 0,4-3-2 16,-2 0-15-16,5-5-51 0,-4 2-68 15,4-3-59-15,-1 3-35 0,-1-1-14 0,0-2 10 16</inkml:trace>
  <inkml:trace contextRef="#ctx0" brushRef="#br0" timeOffset="3166.8">4990 3619 74 0,'8'-3'268'0,"-3"2"13"0,0-1-16 15,-2 2-55-15,1 3-66 0,-4 3-53 0,0 2-32 16,0 5-19-16,0 0-14 0,-4 1-6 0,3 6-2 15,-2 2-12-15,0 1-3 0,2 2 1 16,1-1 0-16,-2 2-5 0,2-2-1 0,2-2 3 16,-1-1-1-16,3-4 2 0,-1 1 0 0,4-4-5 15,-3 1-7-15,4-4-7 0,-1 0-29 0,-1-6-123 16,2-7-78-16,1-4-31 0,3-7-18 15,2-5-4-15</inkml:trace>
  <inkml:trace contextRef="#ctx0" brushRef="#br0" timeOffset="3619.2">5410 3621 106 0,'-15'7'288'0,"1"4"18"0,-2-2 7 15,0 1-104-15,0 1-85 0,2 4-47 0,-1-3-25 16,1 3-16-16,0-3-3 0,4 1-9 0,0-2-3 15,0 4-5-15,2-4-2 0,2-1 0 16,0-1-2-16,1 2 7 0,3 2 3 0,-1-1-3 16,3 3 1-16,0-4-6 0,0 1-3 0,0-1-1 15,1-3-14-15,3 1-1 0,1 1 0 0,1 1 9 16,0-3-1-16,2-2-2 0,2 0 9 0,0-5 1 15,4 1-2-15,0-4-8 0,0-1-7 16,3-4-4-16,-2-4-5 0,0 0-4 0,-1 0-4 16,3-2-8-16,-5-1 6 0,1-3-8 0,-2 3 8 15,-1-2 9-15,-2 1 4 0,-1 2 7 16,-1-1 3-16,-2 5 10 0,3 1 0 0,-3 3-1 15,-1 0-4-15,-3 4 3 0,1 2 0 0,-1 1-5 16,-1 3-7-16,1 0-1 0,-3-1 6 16,3 4 4-16,-4 2 5 0,4 3-1 0,0 3 0 15,0-1 0-15,0 6-1 0,4-3-7 0,-1 2 1 16,0-5 3-16,2-2 1 0,2 1-2 0,1-4-3 15,1 0-3-15,3 0-5 0,2-4-2 16,3 0-4-16,2-4-8 0,1-4-5 0,3-3-2 16,1-4-14-16,0-6-50 0,0-1-97 0,0-6-61 15,-2-2-27-15,0-7-13 0,-4 0 5 0</inkml:trace>
  <inkml:trace contextRef="#ctx0" brushRef="#br0" timeOffset="3822">5797 3517 7 0,'-11'11'260'0,"1"0"23"0,2 2 12 0,-2 5-60 15,3 1-92-15,-2 0-51 0,1 0-27 0,4 2-19 16,-1 0-11-16,2 0-7 0,1 0-6 16,2-3-8-16,3 2 3 0,0 1-3 0,1 0-1 15,2-1-1-15,-2 3-1 0,5-4-3 0,-1-2-5 16,1 1-1-16,3-4-5 0,0-1-6 0,2 0-1 15,1-5-4-15,1-2-8 0,-1-2-15 16,-8-3-122-16,4-4-82 0,-7-5-44 0,-1-6-18 16,1-7-7-16</inkml:trace>
  <inkml:trace contextRef="#ctx0" brushRef="#br0" timeOffset="4009.2">5386 3281 93 0,'0'-1'289'15,"1"-1"19"-15,1-3 10 0,-1 2-96 0,6-1-102 16,-1-2-60-16,6 0-30 0,0 1-20 0,4 1-25 16,1-1-87-16,2 2-104 0,-2-4-54 15,-1 2-25-15,1-1-15 0</inkml:trace>
  <inkml:trace contextRef="#ctx0" brushRef="#br0" timeOffset="5740.81">5996 5259 241 0,'-2'-7'264'0,"0"0"4"0,-2-1-57 15,3-2-82-15,-1 2-49 0,1 0-27 0,1 1-14 16,-3 1-11-16,3 0-3 0,0 3-8 15,0 3 1-15,0 1-7 0,0 3-5 0,0 2-1 16,4 1-8-16,-1 0 2 0,5 3 0 0,-1 3 4 16,3-1 4-16,3 6 3 0,2 5 2 15,2 1 4-15,1 0 2 0,2 3-2 0,1 0 3 16,-1 5-4-16,6 3 3 0,0 2-6 0,1 2 0 15,4 2 0-15,-3 1-6 0,7-1 3 16,-1-1 1-16,3-1-5 0,-2-3-5 0,-2 0 1 16,2-3 3-16,-2-4-9 0,-1-2-9 0,-1-1-2 15,-1-4-5-15,-1 1-7 0,-1-4-52 0,-7-3-118 16,-2-5-61-16,-5-5-31 0,-2-4-11 0,-1-5-1 15</inkml:trace>
  <inkml:trace contextRef="#ctx0" brushRef="#br0" timeOffset="6130.81">6824 5627 222 0,'2'-2'284'0,"0"2"10"0,-1-1-64 16,1-1-80-16,-1 2-64 0,1 0-35 0,-2 2-24 15,1 1-13-15,1 5-1 0,1 3-3 0,0 2-2 16,-1 3-3-16,2 2-2 0,3 3 4 0,-2 0 5 15,0 3-3-15,-1 0 5 0,-1 3-2 16,2 2-5-16,-2-2 4 0,1 3 1 0,-4 0 2 16,0 3-7-16,0-3 6 0,-4-1 4 0,0-1 1 15,-3 1 3-15,0-3 0 0,-5-1 6 0,-2-2-4 16,-3-1 5-16,2-3 3 0,-5 1-10 0,-1-5 3 15,-4 3-1-15,-2-2 3 0,-2 0-9 16,-3-1-3-16,0-4 2 0,0-1-6 0,0-6-5 16,2 2-13-16,3-2-6 0,-1-3-19 15,6-1-29-15,-6 2-152 0,8-4-80 0,1-7-37 16,5-2-14-16,3-7 5 0</inkml:trace>
  <inkml:trace contextRef="#ctx0" brushRef="#br0" timeOffset="6739.21">7249 5835 116 0,'0'-4'270'15,"0"-2"19"-15,0 2-29 0,0 2-75 16,0 2-75-16,2 2-46 0,-2 2-23 0,1 6-17 16,-1 1-10-16,0 2 0 0,0 4 0 0,0 3-6 15,0 1-1-15,0 4 1 0,0 1-1 0,-1-4 4 16,-1 4-2-16,2 1 3 0,-1 2-7 0,1 5-2 15,-3-2-1-15,1-2 1 0,-1-1-2 16,1-4-4-16,1 1-4 0,1-4-6 0,0-1-13 16,0-1-72-16,0-11-107 0,1-6-53 0,4-5-24 15,1-5-11-15,4-6 4 0</inkml:trace>
  <inkml:trace contextRef="#ctx0" brushRef="#br0" timeOffset="7098.01">7599 5949 139 0,'-8'11'266'0,"-2"0"15"16,-3 2-34-16,-2 3-77 0,-2 0-73 16,-2 3-35-16,-2 1-21 0,-3 0-9 0,0 1-8 15,1-2-1-15,-1 4-1 0,4-2-5 0,-3-4 1 16,5-1-4-16,1 0 1 0,2-3 0 0,3 0-7 15,1-4-1-15,6-1-2 0,2-3 0 16,-2 3-1-16,2-6-10 0,0-1 6 0,3 1-4 16,0-2-5-16,0 0-5 0,3 0-1 0,1 0 7 15,3 0 4-15,-2 0 1 0,5 0 5 16,-1 1 0-16,0 1-2 0,1 2-4 0,1 0 1 15,1 1 4-15,0 0-2 0,-1 1-1 0,3 2 2 16,0 2 0-16,2 1-4 0,0 0 2 16,2 3-5-16,0 4 6 0,2 0 2 0,1-1-2 15,-1 1 3-15,3-1-5 0,-1 1 7 0,3-4-6 16,-2 3-5-16,1-7 0 0,-1-1-7 0,1-3-2 15,-1-4-5-15,1-5-8 0,1-4-39 16,-4-1-85-16,-3-3-68 0,-1-2-34 0,-3-1-18 16,-2 1 0-16</inkml:trace>
  <inkml:trace contextRef="#ctx0" brushRef="#br0" timeOffset="7332.01">7891 6332 73 0,'2'-17'254'0,"-4"3"19"0,-3 0-26 15,1 2-59-15,-3 1-71 0,-1-4-47 16,-2 4-24-16,0-2-18 0,-1 4 4 0,2 0-4 16,0 0-1-16,1 1-4 0,-1 2 2 0,2 3 1 15,-1-1-2-15,2 7 0 0,-2-2-7 16,1 2-3-16,0 2-1 0,0 0-4 0,0 4-5 15,0 1 0-15,4-1 5 0,2 3-2 0,-2 0-4 16,3 3 7-16,0 2-2 0,3 1-8 16,-2 0 2-16,2 3 4 0,2 0-1 0,2-1-4 15,-1 2 2-15,4-2 7 0,-3 0-5 0,4-2-5 16,-4 1 0-16,4-3-3 0,3 2-9 0,0-4-13 15,1-1-12-15,3-2-35 0,-5 2-128 16,1-7-67-16,1-4-32 0,-1-5-6 0,4-6 2 16</inkml:trace>
  <inkml:trace contextRef="#ctx0" brushRef="#br0" timeOffset="7722.01">8328 6099 259 0,'-4'-6'285'0,"-2"-2"7"16,-5 1-56-16,-2 1-100 0,-2 3-53 16,-2 3-24-16,-1 1-18 0,-4 4-4 0,1 2-8 15,0 1-3-15,-1 1-2 0,1 6 3 0,1 1-2 16,4-1 0-16,-4 6 1 0,5 2-1 0,1 4-4 15,3 3-5-15,2 0-2 0,1 3-3 16,1-4 1-16,3-1-3 0,4 0 0 0,0-3 4 16,0 1-4-16,4-2-2 0,3 0 1 0,3-3 0 15,1 0-3-15,2 0-7 0,4-4 4 0,3 0 1 16,2 0-7-16,5-5-12 0,1-4-12 15,4 0-15-15,3-5-25 0,-7-3-142 0,2 0-71 16,-3-6-33-16,-1-5-8 0,2-2 3 0</inkml:trace>
  <inkml:trace contextRef="#ctx0" brushRef="#br0" timeOffset="8112.01">8530 6509 136 0,'-5'2'289'0,"2"-1"14"0,1 1-11 16,-1-2-88-16,3 0-85 0,0 0-54 0,0 0-26 15,3-2-14-15,2-1-1 0,0-6-10 0,2 3-16 16,7-1 2-16,-3-4 0 0,3-6-1 16,0 1-10-16,3-3 3 0,2 2 9 0,-3 0-6 15,-1 1 1-15,0 1 8 0,-1-3 3 0,-3 3-5 16,-1 1-2-16,-3-2 5 0,-1 3-3 0,2-1-7 15,2 3 1-15,-5-2 7 0,-2 2 0 16,-6-1-2-16,-4 4 4 0,-1 4 3 0,-2 1-4 16,-1 3-4-16,-2 3 1 0,-2 3 4 0,0 3-5 15,1 4 1-15,-3 1 1 0,6 3 0 16,-1 1 4-16,-1-1-3 0,0 4-1 0,1-1 2 15,5 4 6-15,-1 1 1 0,2-1 3 0,-1-4-1 16,3 3-2-16,1-1-6 0,3-3-4 16,3 0 3-16,1-1-5 0,3 0 2 0,-3-2 6 15,3 0 5-15,3 0-1 0,2-3-5 0,4 0-13 16,0-6-5-16,3 0-10 0,3-3-9 0,0-1-43 15,-2 0-130-15,-1-7-57 0,1-4-33 16,-2-3-13-16,5-8-5 0</inkml:trace>
  <inkml:trace contextRef="#ctx0" brushRef="#br0" timeOffset="8377.2">8898 6418 242 0,'-5'17'278'0,"2"0"11"16,1 6-55-16,2 1-84 0,2 5-60 0,1 5-31 15,2 2-20-15,-2 3-25 0,0 3 0 0,2 0-7 16,-2 2-3-16,2-1 1 0,3-3-2 16,0-3 13-16,-1-2-7 0,2-6-3 0,-4-2-5 15,1-5 0-15,-1-6 6 0,-4-3-10 0,2-5 5 16,-3-6-1-16,3-2 5 0,1-6-8 0,0-7-5 15,-1-4-2-15,-3-4-1 0,0-5-1 16,0-3-6-16,0-3-2 0,-3-2-2 0,-1-1-12 16,0-2-45-16,1-6-91 0,2-1-62 0,-2 2-30 15,0-2-14-15,1 1 3 0</inkml:trace>
  <inkml:trace contextRef="#ctx0" brushRef="#br0" timeOffset="8595.61">9004 6282 147 0,'11'-30'268'16,"1"3"22"-16,1 3-34 0,0 0-71 0,-1 0-80 16,3 1-44-16,-1 4-21 0,-1-1-17 0,1 9-7 15,1 0-3-15,-1 6-1 0,0 2-4 16,0 1-1-16,0 4-3 0,-3 3-1 0,2 1-4 15,-1 7 3-15,-5-1 5 0,3 5 5 0,-4-1 6 16,-1 1 5-16,-1 4 5 0,-4 0 6 16,-4 1 5-16,-4 1 0 0,-5-2 1 0,-3 0-5 15,-3 0 7-15,-2 2-7 0,-2-2-7 0,0 0-3 16,1-2-2-16,-3 0-6 0,3-3-13 0,3-1-6 15,0-4-12-15,5-4-13 0,0 0-27 16,5-2-27-16,-2 1-143 0,2-3-74 0,5-4-33 16,1-7-10-16,10-8 11 0</inkml:trace>
  <inkml:trace contextRef="#ctx0" brushRef="#br0" timeOffset="9048.01">9709 6225 183 0,'-7'-6'287'0,"0"0"11"0,-5 0-7 0,-1-3-120 16,-1 5-68-16,0 0-34 0,0 3-21 0,-4-1-12 16,0 2-7-16,1 0-8 0,-2 2-5 15,2-1-7-15,1 3 3 0,0 2 5 0,-2 1 2 16,3-1-6-16,-1 0 7 0,2 2-1 0,-1 3 0 15,2 0-6-15,1 1-2 0,2 2 5 16,-1 2-8-16,0 4 0 0,1-1-4 0,3-2 2 16,1 1 1-16,-1-3-3 0,2-1 3 0,4 3-3 15,-1-1 0-15,4 0-2 0,-1-1 1 0,6-1-7 16,1 1-2-16,2-6 0 0,0-1 0 0,2 0 4 15,2-6-5-15,3-2 1 0,3-5-6 16,3-7-4-16,2 0-6 0,3-7-13 0,-3-1-6 16,3-2-8-16,-5-1 2 0,1-2 1 0,-3-1 10 15,-1 6 2-15,1 1 10 0,-2-1 6 16,-4 1 7-16,-2 3 3 0,-3 2 4 0,-3 3 8 15,-2 1 1-15,1 3 1 0,-5 4 2 0,2 3 5 16,-3 2 0-16,-3 4-4 0,2 6 5 16,-5 0 7-16,1 6-1 0,2 4-4 0,-1 4-5 15,-1 0 6-15,2 2-2 0,1 3-6 0,2 0 1 16,0 3 0-16,3-5-4 0,2-2-10 0,0-1-5 15,4-5-6-15,4-2-11 0,1-6-49 16,3-6-119-16,1-7-60 0,0-9-33 0,5-7-12 16,-3-8-1-16</inkml:trace>
  <inkml:trace contextRef="#ctx0" brushRef="#br0" timeOffset="9297.61">10191 5810 40 0,'-2'4'270'0,"0"1"22"0,1 1 15 15,-1 4-76-15,1 3-96 0,-1 6-45 0,-2 5-35 16,3 5-20-16,2-4-10 0,2 6-4 0,0 3-7 16,1 5-3-16,3 9 2 0,-3 0-4 15,2 5-6-15,0-3-6 0,0-7 3 0,0-4 4 16,-1-6-2-16,1-6-1 0,-3 2-6 0,3-5 3 15,-3-4-7-15,-1-8-13 0,-2-2-9 16,0-5-17-16,-2-4-79 0,-1 2-96 0,-3-7-47 16,-1-4-18-16,-4-5-3 0</inkml:trace>
  <inkml:trace contextRef="#ctx0" brushRef="#br0" timeOffset="9812.41">10045 6249 182 0,'0'-7'284'0,"-2"0"16"0,4-1-36 16,1 2-91-16,0-1-73 0,6 3-48 0,-2-3-21 15,3 2-14-15,5 4 4 0,2-2-7 0,1 3-3 16,2 3-3-16,2-2 2 0,3 2-6 15,-1 3-11-15,3 0-3 0,-2 2 0 0,2 3 4 16,1-5-5-16,-1 1 1 0,0-4 3 0,-1-2 7 16,1-1 0-16,-4-1-8 0,2-2-2 15,-1-4 2-15,0 0 7 0,0-2-1 0,-4 3 3 16,2 0 0-16,-8 1 9 0,-3 1 9 0,-1 1 1 15,-6-1 0-15,1-1-1 0,-2 0 15 16,-6 1-5-16,-2 0-3 0,1 2-8 0,-9 2 4 16,-2 3-2-16,1 4-2 0,-4 1 5 0,1 3 1 15,-1 0 2-15,0 2-2 0,1 3-1 0,-1 0-1 16,1 3-7-16,2-3-1 0,1 4-4 0,-1-1-5 15,3 4 0-15,3 1-4 0,0 1-1 16,1-5-4-16,5 3 4 0,-1-4 2 0,4 1 0 16,0-3 3-16,0-1 3 0,4-3-6 0,1-2 3 15,3 1 2-15,0-5-3 0,0-5-4 16,1-4-1-16,3-1 3 0,2-3-9 0,3-3-3 15,-2 0 0-15,2-6-6 0,0-4-6 0,2 0-6 16,-2-3-5-16,3-1 6 0,-4 1-11 16,3-2 1-16,-3 1 9 0,-2-1 1 0,0 4 10 15,-4-1-4-15,0 7 12 0,0 0 3 0,-2 4 1 16,-4 2 5-16,3 5 8 0,-4 0-4 0,-2 6 3 15,-1 1 5-15,-1 1-4 0,-2 1 3 16,0 4-5-16,-2 1 6 0,-1 4-6 0,1 4 3 16,-2 1 1-16,2 4-1 0,1-1-1 0,0 1-4 15,4 2-4-15,0-1-3 0,0 1-3 0,4-4-5 16,0 1-8-16,2-5-9 0,5-6-59 15,-7-4-121-15,3-10-65 0,0-4-30 0,4-5-10 16,-1-8 2-16</inkml:trace>
  <inkml:trace contextRef="#ctx0" brushRef="#br0" timeOffset="10171.2">10909 6174 171 0,'0'15'284'15,"0"-3"18"-15,-2 3-21 0,0 4-94 0,1 2-90 16,-1 3-38-16,1 2-17 0,1 1-14 0,0 0-12 15,0 2-10-15,0-2 0 0,1 0 1 0,1-3-7 16,1 0-4-16,-1-3 7 0,-2-5 4 16,3-3 2-16,-3-2 0 0,1-3 4 0,2-3 0 15,1-4-5-15,3-2 1 0,0-7-2 0,4-5-1 16,3-1-10-16,0-4 0 0,0-3 3 0,0-1-8 15,4-2-2-15,-1-2 1 0,1 1 1 16,-2 2 9-16,0 1-5 0,1 3 3 0,-2 3-5 16,-2-1 2-16,0 5-7 0,0 2 1 0,0 1 11 15,-1 1 5-15,2 1 11 0,-3 1-2 16,-2-1 14-16,3 6 2 0,-3-1 2 0,2 4 0 15,-2 3 2-15,1 1 1 0,3 4-1 0,-1-1-11 16,-2 2-5-16,3 1-5 0,0-1-1 16,0 2-4-16,0-1-15 0,2 1-26 0,3 5-145 15,-4-6-94-15,1-7-57 0,-2-8-22 0,0-12-4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7-29T01:25:25.4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25912 6136 127 0,'-32'-30'247'16,"1"0"15"-16,-2-1-54 0,-1 0-62 16,2 1-58-16,0-1-31 0,-1-2-24 0,-1 0-16 15,-1-2-3-15,2 4-3 0,-2 2 0 0,-4 0 0 16,0-1-3-16,0 1 3 0,-2 1 1 0,1 3-3 15,1 1-6-15,-4 4 1 0,2 2 6 16,-6 0-5-16,-6 6 0 0,-7-3 3 0,-5 3-2 16,-5-3-1-16,-6 0-5 0,0 1-1 0,-3-2-7 15,-5 2-6-15,2 1-1 0,-8 0 5 0,-4 0-3 16,-6 2 6-16,-1-2 9 0,-4 7 4 15,-4-2 2-15,-1 1-5 0,-5 4 7 0,-2 0-2 16,-7 0-5-16,0 1-3 0,-4 1 0 0,-2-1 0 16,2 2 0-16,-2 2-4 0,1-1-6 15,-1 2-3-15,-2-1 4 0,0 0 2 0,1 1 3 16,5-2 5-16,-1 2 6 0,3 1 10 0,2 2-2 15,-1 1-2-15,0 2-4 0,-1-1-3 16,1 0 1-16,0 0-6 0,1 4-2 0,4-3-2 16,-2 4-3-16,0 2-1 0,-1 0-1 0,5 5 4 15,-1-5 5-15,4 3 5 0,0 1 8 0,3 1 3 16,0 0-2-16,0 1 2 0,0 3-1 0,4 0-3 15,0 3-7-15,3 0 1 0,1 0-4 16,7 1-1-16,-2 1-2 0,5 0 1 0,5-1-6 16,1 2 0-16,2 3 3 0,1 0-2 0,3 2-2 15,1 4-3-15,3 0 4 0,-1 5 4 16,0 1 2-16,3 1 7 0,3 2-5 0,0 5 8 15,4 0 1-15,1 3-3 0,1 1 0 0,-1 3-3 16,1 2 1-16,-1 1-7 0,-1 4-3 16,-2 1 0-16,2 3-6 0,-1 2-3 0,1 4-2 15,2 0 8-15,0 0-3 0,2 2 2 0,2 4 9 16,4 3-1-16,0 5 6 0,1 1-3 0,2 0 8 15,2 2-2-15,0 3-1 0,2 2 0 0,3 1-3 16,-2 6-1-16,2 6-4 0,1 5 4 16,4 1-7-16,-5 2 0 0,2 5-3 0,-2 0 2 15,3 1-5-15,-1 7-5 0,0 2-1 0,1 3 4 16,0 7 10-16,3-1 7 0,1 5 2 15,3 0 9-15,2-1 5 0,1 4-2 0,2 3-3 16,2 2-8-16,-1 1 0 0,6 3-2 0,-3-3-2 16,5 1-3-16,-3-1-9 0,0 3-2 15,4 4 4-15,-1 5 1 0,1 1 7 0,0 5 9 16,1 2 10-16,-1 5 9 0,4 5-3 0,2-1-1 15,2 2-6-15,4-1-11 0,7-2 3 0,3 0-7 16,3-4-2-16,8 4 1 0,2-1 0 16,6-2 11-16,4 1-2 0,1-4 0 0,6-1 7 15,1 1-3-15,4 1-3 0,1-4-4 0,4 1-8 16,4-4 0-16,0-1-9 0,6 1-1 0,-1 1-2 15,4 1 8-15,5-2 8 0,0 1 8 0,3-6 12 16,3-1 8-16,3-1 7 0,3-2-6 16,1-3-3-16,5 0-7 0,8-3-6 0,4-4-8 15,5-3-4-15,4-5-7 0,3-3-5 0,7-1-6 16,-2-3-12-16,6 3 2 0,5 1-2 0,8 0 10 15,10 2 4-15,8-1 13 0,7-1 11 16,7-5 5-16,11-3 3 0,6-7-5 16,4-5-11-16,7-4-6 0,5-7-7 15,4-7-2-15,5-8-2 0,3-10 1 0,6-10 10 16,2-9 1-16,4-10 6 0,5-4-1 15,-1-11-4-15,2-7-5 0,2-10 0 0,1-6 1 16,1-10 2-16,3-8 0 0,0-6 5 16,2-6 6-16,1-11-5 0,-4-4-1 15,3-11-6-15,-5-10 0 0,0-9 8 16,0-12-1-16,-1-7 10 0,0-7 6 0,0-5 8 15,1-6-3-15,0-4-7 0,-6-5-6 16,-1-7-6-16,-3-7-9 0,-4-3 0 16,-2-1 5-16,-5-5 4 0,-4 1 8 0,-8 0 2 15,-1 0-2-15,-9-1-5 0,-3-2-6 0,-6-4-9 16,-5-4-10-16,-4-8-3 0,-7-6 7 0,-3-5-1 15,-8-5 2-15,-5-1-3 0,-6-8 5 0,-6-4 1 16,-4-5 2-16,-8-5-1 0,-3-2 1 0,-8-4 5 16,-8-3 4-16,-8-4 0 0,-10-6-8 15,-4-2-4-15,-10-4-5 0,-4-2-5 0,-8-2-8 16,-5-5 3-16,-6-3 5 0,-3 0 10 0,-6-3 4 15,-8-1 2-15,-3-4 5 0,-8-4-5 0,-9-4-8 16,-1-5-7-16,-9-3-7 0,-3-4 5 16,-5 1 6-16,-4-3 5 0,-6 0 7 0,-3 2 5 15,-7-3 4-15,-6-3-6 0,-2 1-7 0,-8 0-10 16,0-2-8-16,-3 1 4 0,-3 6 5 0,2 3 4 15,-4 4 3-15,-1 7 7 0,-4 2 4 16,1 3-11-16,-5 4-14 0,-2 6-13 0,-5 8-18 16,-2 10-32-16,-5 7-39 0,-11 15-91 0,-10 5-96 15,-8 5-45-15,-4 2-14 0,3-2 16 16,-1 1 29-16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7-30T01:50:55.4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6466 3768 90 0,'0'0'276'0,"3"-2"18"15,-3 2-20-15,0 0-63 0,0 0-78 0,0 0-47 16,0-1-32-16,-3-1-16 0,1 2-8 0,-1-1-7 16,1-1-4-16,2 1-5 0,0-1 0 0,0 0 4 15,0-1-2-15,0 1 4 0,0 1 1 0,-1-1-2 16,1 2 0-16,0 0-1 0,-2 0 2 15,2 0 6-15,0 0-4 0,-3 2-1 0,3-1 2 16,0-1 2-16,0 0 1 0,0 0-2 0,0 2 2 16,0 1 2-16,-2-1-2 0,0 0 5 0,1-1-3 15,-2 2-3-15,-2 2-6 0,-1 0 0 16,0 1-4-16,-3 6-6 0,-1 0-1 0,-2 4 5 15,-1 4 4-15,-3 0 6 0,-3 6 6 0,-2 4 1 16,-3 1 2-16,-1 3 1 0,-6 4 2 16,1-5-5-16,-2 3 1 0,-3 0-2 0,3 1-5 15,0-2-2-15,-2 4-4 0,0-4-2 0,0 1-4 16,2 0-7-16,2-4 3 0,3-2-3 15,0-5 3-15,1 3-4 0,5-4-6 0,2-3 1 16,2-1-3-16,0-5-5 0,6-2-9 0,1 0-15 16,-1-5-18-16,4-4-26 0,-1-2-34 0,5-5-30 15,1-5-64-15,-1 0-115 0,1-7-47 0,0 1-12 16,0-3 15-16,6-7 24 0</inkml:trace>
  <inkml:trace contextRef="#ctx0" brushRef="#br0" timeOffset="327.6">5751 4210 18 0,'-2'1'279'0,"2"1"21"0,-1-2 11 16,-1 0-69-16,-2 0-93 0,2 0-65 0,-1 2-38 15,0-1-19-15,0 2-9 0,2 3-5 16,1 4-2-16,-4 1 1 0,4 4 1 0,-1 2 0 16,-2 1 0-16,0 3 1 0,3 1 2 0,-2 2 1 15,1 2 1-15,-1-2 2 0,0 3 1 0,0-1 1 16,2-2-1-16,2 1 1 0,0-2-2 15,0 1-6-15,-1-3-5 0,1-3-2 0,2 0-1 16,3 0 1-16,-1-4-1 0,0-1 4 0,3 0-2 16,2-5 3-16,-2-3-4 0,6-4-4 0,0-1-2 15,2-3-1-15,2-3-9 0,1-6-11 16,3-2-22-16,0-5-32 0,-3-3-109 0,-1-4-91 15,-1-1-44-15,-7 0-16 0,-3 0 8 0</inkml:trace>
  <inkml:trace contextRef="#ctx0" brushRef="#br0" timeOffset="889.2">4037 4590 263 0,'-13'-16'301'16,"-2"4"18"-16,1-3-30 0,0 6-112 0,1 0-61 16,0 3-21-16,0 0-19 0,4 4-10 0,2 2-16 15,2 6-2-15,4 6-2 0,-2 4-4 0,0 8 0 16,1 6 2-16,2 7 6 0,3 8 0 15,-1 6-3-15,4 5-7 0,3 8-8 0,-2 3-6 16,3 2-4-16,1 3-4 0,2-1-5 0,1-2 1 16,-1-1-2-16,0-1-1 0,-2-1-4 0,2-5-1 15,-4-2-2-15,1-7-3 0,0-5-10 16,-6-7-15-16,-1-8-22 0,2-8-25 0,2-8-40 15,-5-7-104-15,-2-9-106 0,-2-9-49 0,-7-10-12 16,-1-7 5-16,-1-7 32 0</inkml:trace>
  <inkml:trace contextRef="#ctx0" brushRef="#br0" timeOffset="1127">3779 4715 166 0,'4'-3'297'0,"0"-1"12"15,-1 2-16-15,0-2-108 0,4-1-84 0,0 1-42 16,4-4-31-16,3-4-10 0,2 2-4 0,5-5 1 16,4-5 1-16,2 2 1 0,5-3-1 0,4-2-3 15,1 1 2-15,1 1-3 0,-1-1-5 16,-1 5-5-16,2 0-7 0,-3 6-13 0,-5 4-16 15,-2 4-55-15,-11 5-118 0,-5 4-63 0,-9 6-29 16,-9 7-4-16,0 0 5 0</inkml:trace>
  <inkml:trace contextRef="#ctx0" brushRef="#br0" timeOffset="1298.59">3917 5251 57 0,'3'16'273'0,"0"-1"18"0,0-6 7 0,3-4-87 15,-3-2-91-15,1-3-48 0,6-3-27 0,-3-2-13 16,8-3-9-16,-2-3-3 0,0-3 0 15,6-2-8-15,-1-4-1 0,6 1-6 0,2-1-1 16,-2 0-4-16,2-2-8 0,1 1-16 0,2-2-44 16,-4 8-123-16,-4-1-62 0,-4 4-33 15,-2 3-13-15,2 1 7 0</inkml:trace>
  <inkml:trace contextRef="#ctx0" brushRef="#br0" timeOffset="1744.2">4466 5203 62 0,'-8'-3'294'15,"-4"-5"17"-15,0 5 12 0,-1-3-68 0,0 0-107 16,-1 3-60-16,-1 3-27 0,0 5-12 16,-2 5-6-16,2 2-5 0,-3 5-5 0,4 2 1 15,-1 0-8-15,2 2 1 0,0-1-4 0,2 4-3 16,0 0-2-16,1 4-3 0,2-1 0 15,0 0-5-15,4 0 1 0,0-1-3 0,-1-4-2 16,4 1-5-16,1-4 3 0,1 0-2 0,2-3-2 16,1-3-2-16,2-2-1 0,4-6 0 15,1-6-3-15,4-6 3 0,-2-4 3 0,2-2-3 16,2-4 0-16,1-7-9 0,0-5 0 0,1-2-9 15,-1-5-6-15,1 0 2 0,-1 1 5 0,-4 2 5 16,1-1 0-16,-5 3 3 0,-2 4 5 16,-1-2-3-16,0 4 7 0,-4 6 7 0,0 2 6 15,-2 5 14-15,1 4 6 0,-1 0 10 0,-1 0 5 16,3 5-4-16,-3 3 0 0,-3 6-7 0,3 3-5 15,-3 6-1-15,2 4-3 0,-2 5 1 0,3-1-4 16,-2 2 1-16,1 1-8 0,-1 3-4 16,0-2-6-16,2 1-1 0,-1 1 1 0,-1 0-5 15,2 0 3-15,2-5-6 0,3 0-12 16,-2-5-21-16,3-3-28 0,0-3-26 0,3-8-39 15,-2-5-101-15,1-7-86 0,-5-5-30 0,0-3-4 16,3-2 11-16</inkml:trace>
  <inkml:trace contextRef="#ctx0" brushRef="#br0" timeOffset="2071.8">4605 5179 57 0,'2'2'299'16,"-2"0"19"-16,-2 4 14 0,0 5-64 0,2 2-106 15,0 2-62-15,0 3-42 0,2 0-16 0,-2 1-9 16,0 0-7-16,2 5-4 0,-1-1-5 0,2 2 4 15,1 1-5-15,0-4-1 0,-1 2-4 0,2-3-3 16,1-1-1-16,-2-6-4 0,-1-1 4 16,0-6 1-16,-3-2 0 0,4-3-3 0,-1-5-1 15,1-8 1-15,-1-2-2 0,2-6-6 0,1-5 0 16,-3-2 5-16,1-5-2 0,-1 1-2 15,1-2-2-15,-1-1 1 0,0-1 0 0,1 2-7 16,0 0 2-16,1 3 4 0,-2 0 2 0,0 5 2 16,-1 2 0-16,1 3 6 0,0 3-7 15,-1 5-1-15,2 2-1 0,1 5-4 0,1 4-4 16,-3 4-8-16,1 5-3 0,1 2-8 0,3 3-11 15,0 2-9-15,2 2-17 0,-1 3-47 0,0 1-105 16,2-3-56-16,-4 2-24 0,3-2-4 16,-2 1 10-16</inkml:trace>
  <inkml:trace contextRef="#ctx0" brushRef="#br0" timeOffset="5935.01">5164 5254 218 0,'-4'-6'289'0,"0"0"13"0,0-1-47 16,1-1-83-16,-2 0-65 0,0-1-37 0,2 0-19 15,-1 0-9-15,-1 4-3 0,1-1-2 0,1 1 1 16,-2 0 0-16,2 2-1 0,0 0 0 0,1 0-3 16,-1 1-2-16,-1-1-2 0,0 3-1 15,0 0-1-15,0-1-1 0,1 1-1 0,-2 0-4 16,0 1-4-16,-2 4-7 0,-2 1-1 0,0 3-2 15,-1 4-5-15,-1 4 4 0,-2 0-3 0,0 4 1 16,0 0-1-16,3 4-1 0,-4 1 2 0,2 2-3 16,0 1 1-16,3 0 0 0,2 0-1 15,0-3 0-15,4-1-2 0,-5-2 0 0,5-3 3 16,0-2-1-16,2 0-2 0,1-4 1 0,1-1 0 15,2-4-3-15,0 0 1 0,-1-3-4 16,4-1 4-16,-2-4 1 0,2-1 3 0,2-1 1 16,0-1-4-16,1-1 1 0,-2-2-4 0,3-3 2 15,0-3-5-15,-1-5-2 0,1 2 1 16,0-3-2-16,-1 1-1 0,0 1-1 0,2-3-2 15,-4 3 5-15,-2-2-2 0,1 2 5 0,-1 1 0 16,0-2-2-16,-1 5 7 0,-3 0-3 0,1 6 2 16,1-1 2-16,-2 2 8 0,-1 2 5 15,0 2-1-15,0 0 1 0,0 4 2 0,-1 2-3 16,-2 2-5-16,0 5-4 0,-1 3 2 0,2 3 0 15,0 1-4-15,1 0 3 0,-1-1 0 0,2 0-4 16,0-1-1-16,-1 3 1 0,1-2 0 16,1 2-6-16,2-3-8 0,5-4-11 0,-4-3-16 15,3-3-24-15,0-3-30 0,-1-2-85 0,3-6-105 16,-3-4-47-16,2-3-14 0,-2-4 5 15,0 2 22-15</inkml:trace>
  <inkml:trace contextRef="#ctx0" brushRef="#br0" timeOffset="6418.61">5346 5328 154 0,'0'0'302'0,"-2"-2"19"0,0 4-15 15,0-1-86-15,-1 2-93 0,-1 1-50 0,1 2-30 16,-4 2-12-16,3 5-9 0,-5 0-6 0,3 0-2 15,0 3-5-15,-2 0-1 0,2 2-5 0,-2 2 1 16,1-1 3-16,2-1 0 0,-1 1 2 0,1 2 1 16,-2 0-1-16,2-4-2 0,1-2-5 15,1-3 0-15,1-2 0 0,1-2-5 0,1-3 2 16,0-1 4-16,1-4 0 0,1-3-1 0,2-1-4 15,2-6 3-15,2-6-5 0,1-2-2 16,0-2 0-16,1-7-1 0,-2-2-3 0,2-5 1 16,-3-1 1-16,0-5 1 0,0 1 1 0,-6 0-1 15,1-3 3-15,-2 5 4 0,-2-3 5 16,1 5 1-16,-1 1 8 0,-3 2 4 0,1 4 8 15,-2 5 3-15,2 1 3 0,0 5 3 0,0 3 4 16,1 3 0-16,1 3-7 0,1 3-6 0,-2 2-17 16,2 3-3-16,-3 3-9 0,1 2 0 15,2 5-2-15,-2 1-1 0,3 5 12 0,0 0-6 16,0 5-2-16,0 0-2 0,3 3 4 0,1 0 0 15,1 1-2-15,1 2 7 0,1 1-2 0,1 2-2 16,2 0-1-16,1-1 1 0,2 0-1 16,2-2-4-16,-3 0 3 0,5-1-2 0,-4 0 2 15,5-5-3-15,0-6-4 0,1-3-2 0,4-6-8 16,-5-6-16-16,7-6-33 0,0-9-47 15,-4-1-155-15,3-9-83 0,-5-6-37 0,-2-1-8 16,4-6 20-16</inkml:trace>
  <inkml:trace contextRef="#ctx0" brushRef="#br0" timeOffset="7276.61">8360 3404 172 0,'5'0'311'0,"1"-1"18"0,-1-2-3 0,1-3-108 16,0-2-86-16,5-2-59 0,0-1-29 15,3-5-16-15,2 0-3 0,5-3-3 0,2-4-2 16,9-1-1-16,0 0 3 0,3-4 7 0,1-1-5 15,2-1 3-15,4 0 2 0,2 2 0 16,-3 0-1-16,3 0-4 0,-2 2-6 0,0 2-6 16,-5-2-5-16,-3 4-3 0,-2 3-1 0,-5 2-7 15,-4 2-8-15,-3 2-11 0,-5 2-16 16,-1 5-22-16,-3-1-38 0,-4 0-98 0,-6-2-89 15,-2-2-39-15,-5 3-12 0,-2 2 8 0</inkml:trace>
  <inkml:trace contextRef="#ctx0" brushRef="#br0" timeOffset="7619.81">8835 2762 5 0,'3'3'272'0,"4"-1"21"0,-1-1 12 0,1 1-53 16,1-1-103-16,-4 1-56 0,6 1-31 16,-2-2-15-16,5 2-7 0,3 1-8 0,1-2-1 15,3 1-2-15,2-3 0 0,2 2-3 0,2-1-1 16,-2 1 3-16,2 1-1 0,-3 1-5 15,1 1-2-15,0 4-3 0,-3-2-2 0,-2 5-3 16,-3 0-4-16,-2 2 4 0,0-1 2 0,-5 4 1 16,-1-2 4-16,-4 5-1 0,0-1 0 15,-4 3-1-15,-4 1-2 0,0-1 7 0,-4 2-5 16,0-1 1-16,-1 0-2 0,2 0-1 0,-4 1-1 15,3-2-9-15,1 2-9 0,1-4-16 0,4-1-26 16,2-7-26-16,2 0-47 0,1-7-143 0,2-7-68 16,3-9-26-16,0-3 1 0,4-9 16 15</inkml:trace>
  <inkml:trace contextRef="#ctx0" brushRef="#br0" timeOffset="8696.2">9784 2225 81 0,'-1'-3'298'15,"-6"0"18"-15,0 2 12 0,0 2-81 16,-3 2-105-16,-1 4-54 0,-2 4-32 0,0 0-14 15,2 5-3-15,-1 2 4 0,0 2 3 0,1 4-2 16,2 6 5-16,-3-2 4 0,1 4-10 0,3 3-11 16,1 2-8-16,1 0 4 0,3 0-5 15,0-2-9-15,1-1 0 0,2-4 1 0,2 2 0 16,1-3-9-16,0-4-2 0,3-1-1 0,0-4 0 15,1-1 2-15,3-5 1 0,1-1-3 0,2-4-2 16,2-4-1-16,0-1 3 0,1-4-4 0,2-4-6 16,-2-1-10-16,0 1 1 0,2-4-4 15,0-2-8-15,-1 1-8 0,-2-3-3 0,3-2 0 16,-2-1-12-16,2 0-6 0,-4-1 1 0,1-1 6 15,-3 3 4-15,0-3 16 0,-3 0 10 16,-1 0 8-16,-3-1 7 0,0-1 5 0,0 3 7 16,-4 0 7-16,3 1 10 0,-3 5 5 0,-1-1 10 15,2-1 2-15,-2 4 2 0,1 0-3 16,-1 3-1-16,0-1 2 0,2 3-6 0,-2 0-1 15,1-4-8-15,-1 5-7 0,0 2-7 0,0 7-2 16,0 1-5-16,0 5-4 0,0 3-1 0,-1 3-1 16,-2 4 1-16,0 1 0 0,-1 1 0 15,0-1 1-15,1 2 0 0,3-2 2 0,0-2-2 16,1 1-1-16,2-5 6 0,0 0-2 0,2-2-3 15,0-5 3-15,-2 2-3 0,3-3 5 0,0-4-4 16,-2-1 3-16,6-5 5 0,-3-3-1 16,4-5 5-16,-1-7-3 0,1 0-1 0,1-6-2 15,-3 1-2-15,1-2-2 0,-2-1-4 0,-1-2 6 16,-3 1-2-16,-4-2 1 0,0-1 4 15,0 3 0-15,-4-2 5 0,-3 4-3 0,0 0-4 16,0 3 7-16,-1-1 3 0,-2 4 2 0,-1 2 1 16,1 4-4-16,3 4 4 0,-2 0-7 15,3 4-4-15,-4 1-4 0,6-1-5 0,-3 2-2 16,5 2 3-16,2-1-1 0,0 4-4 0,2-1 3 15,2 1 0-15,-1 1 0 0,3-3-4 0,3 1-8 16,1-4-2-16,4 0-6 0,0 0-6 0,4 0-1 16,0-6-7-16,3 1 6 0,0-3 2 15,-2-1 5-15,4-5 7 0,-1 4 1 0,-1-4 7 16,-3 5 1-16,0-1 1 0,-4 4 3 0,3 3-2 15,-8 1 1-15,0 2 3 0,-1 2 3 0,-1 1 3 16,-4 1-3-16,2 3 6 0,-2 1 0 16,-1 5 1-16,-1 0-1 0,-2 5-3 0,-1-1 2 15,1 5-5-15,-1-1 0 0,0 0-3 0,2 1-5 16,0-1 4-16,2-2-1 0,0 2 2 15,1-3 0-15,0 0 3 0,-1-6 3 0,3-2-5 16,0-2 3-16,-2-4-4 0,1 1 1 0,1-3 0 16,4-4 1-16,-2-3 3 0,3 1-5 15,-1-2 2-15,1-4-2 0,0-1-1 0,-3-4 0 16,4 1 2-16,-2-5 4 0,2-2-5 0,-4-5 1 15,5-1 3-15,-2 0-4 0,-3 1 1 0,4-1-2 16,-4 2 5-16,3 2-1 0,-6-1-1 0,5 2 4 16,-4 4-4-16,1 4 2 0,-1 1-1 15,-2 5 3-15,-3 2 0 0,1 3 2 0,1 0-1 16,0 6 2-16,-2 1 3 0,0 6 0 0,0 4 2 15,0 3-4-15,0 4-1 0,-2 3-1 16,2 5-3-16,0-2-3 0,2 6-4 0,1 0 3 16,-1 0 0-16,4 1 0 0,-1-2 2 0,2 0 1 15,2-3 3-15,-1-4-5 0,0-4-5 16,-1-5-12-16,4-3-11 0,-4-6-19 0,1-6-27 15,3-4-27-15,-1-7-31 0,0-4-67 0,-3-7-107 16,2-6-45-16,-4-2-5 0,-1-5 12 0,0 0 25 16</inkml:trace>
  <inkml:trace contextRef="#ctx0" brushRef="#br0" timeOffset="8977.01">10785 1904 91 0,'3'5'303'16,"-1"1"23"-16,0-1 12 0,-4 4-82 0,0 1-98 15,1 3-61-15,-1 2-33 0,2 0-17 16,-1 4-9-16,-1 1-7 0,2 4-2 0,0 0-2 16,0 5-3-16,2 1 0 0,-2 2 0 0,0 0 0 15,0 3-3-15,0 1-1 0,0 0 1 16,1 3-7-16,1-3-7 0,-1 1-1 0,3-2-5 15,0 0-6-15,-1-1 0 0,1-5-2 0,0 0 3 16,-1-7-9-16,1-2-10 0,1-8-6 0,4-4-13 16,-2-8-12-16,6-6-15 0,0-2-3 15,3-5 5-15,3-4-13 0,0-7-40 0,-1-4-76 16,-2 1-57-16,-3-1-27 0,-1-2-16 0,1 1 12 15</inkml:trace>
  <inkml:trace contextRef="#ctx0" brushRef="#br0" timeOffset="9289.01">11054 2248 95 0,'4'-9'299'0,"-4"0"27"0,0 4-10 15,-4 2-56-15,3 2-75 0,-4 4-63 0,1 2-37 16,-4 5-16-16,1 0-9 0,-1 5-8 0,2 5-5 15,-3-2-5-15,4 6-9 0,1-1-11 16,-1 1-3-16,2-2-5 0,1 2-7 0,2-1-5 16,5-2 0-16,0 0 1 0,-1-7 0 0,1 2-4 15,4-4 4-15,-3 0-2 0,2 2 0 16,-1 1 4-16,2-5-1 0,-1-3 3 0,0-2 1 15,1-10 5-15,0 0-2 0,2-1 4 0,-4-4-1 16,7-3 2-16,-7-1-1 0,4-4 0 0,-2 2 0 16,-3-1 1-16,0-4 1 0,-4-1 0 15,-1-1 0-15,-1-1-2 0,-3 2 4 0,0-4-3 16,-1 4 2-16,-4-2 0 0,1 4-1 0,-3 3 0 15,3 4-2-15,0 4-7 0,-1-3-6 0,-2 4-5 16,4 2-6-16,0 3-10 0,-3 3-12 0,5 2-14 16,1 1-20-16,-1 1-22 0,4 1-24 15,4 4-19-15,-1-3-53 0,1 3-111 0,1-4-43 16,2-4-11-16,-2-1 9 0,3-3 16 15</inkml:trace>
  <inkml:trace contextRef="#ctx0" brushRef="#br0" timeOffset="9866.2">11331 2194 305 0,'8'-2'341'0,"-3"2"22"0,-1-5-38 15,0 4-109-15,-2 1-74 0,-1 1-53 0,-1 4-26 16,-1-2-17-16,-1 7-12 0,-2 1-3 0,0 2-2 16,1 6-2-16,1 0-10 0,0 4-2 15,1 2-4-15,1-1-2 0,0 4-4 0,0-3-5 16,0 4-1-16,0-1-2 0,1 1 1 0,3-3-3 15,-1-1 2-15,-2 1 2 0,2-5 2 0,-3-3 0 16,4-4-1-16,-2-4 6 0,-1-6 1 0,3-1-2 16,-1-1 0-16,0-4-1 0,1-1-3 15,1-3-3-15,2-6-5 0,3-3 2 0,-3-7-3 16,1-3-1-16,1 0 0 0,0-2-2 0,-1-2 0 15,0 2-2-15,0-3-1 0,-2 2 2 16,1 1 1-16,0 3 2 0,-1 3 2 0,0 4 11 16,0 0-2-16,-2 7 2 0,-1-1-3 0,-2 4 6 15,1 2 4-15,-1 2-3 0,-1 3 6 16,2 2-2-16,-1 2 7 0,1 2-1 0,2 4-5 15,-2 1 0-15,1 3-5 0,1-1 1 0,-1 0-3 16,0 3-2-16,-1-3 0 0,1-2-6 0,0 1 1 16,0-4 1-16,0-1-3 0,-2-1 0 15,1 0 1-15,0-1 2 0,1-4 5 0,-2-1 3 16,1 0 0-16,-1 0 2 0,2-1 2 0,-1-6-4 15,3-1-3-15,1-1-4 0,-1-5 0 0,2 0 5 16,0 1-2-16,-2-1-3 0,0 0 3 16,2 1-3-16,-3 0-1 0,1 2-3 0,0 1-1 15,-2 1 2-15,1 4-1 0,0-2 1 0,0 6 2 16,-3 1 2-16,2 1-1 0,0 5 2 15,-1-2 5-15,3 2 0 0,-2 2-1 0,-2 2 1 16,2 4 2-16,-1 4-1 0,1 3-4 0,-1 0-1 16,2 0-4-16,-1-3 2 0,-2-1-6 15,4 0-1-15,-2-3-4 0,2 0-6 0,-2-7-8 16,1-2-8-16,4-5-24 0,-1-3-22 0,6-3-31 15,2-7-33-15,2-5-44 0,-1-6-107 0,1-3-33 16,3-7-6-16,-4 1 16 0,3-3 32 0</inkml:trace>
  <inkml:trace contextRef="#ctx0" brushRef="#br0" timeOffset="10256.2">12032 1744 273 0,'3'0'328'0,"-3"0"19"0,0 2-23 15,0 1-111-15,0 4-83 0,-3 2-47 0,2 0-22 16,-2 3-18-16,3 0-10 0,-4 5-8 15,4 0-3-15,-2 4-2 0,0-2-4 0,2 3 2 16,-1 1 2-16,-1-1-1 0,1 4 1 0,1 1 0 16,0 0 3-16,0 3-5 0,1 1-1 15,1 1-5-15,-1-3-5 0,3 0 0 0,0-5-6 16,-3-2 0-16,2-2-1 0,0-7 4 0,-1-1 2 15,1-4-1-15,2-4 0 0,-1-2 1 0,7-5 1 16,-4-5 2-16,6-3-2 0,2-3 3 0,-1-6 0 16,1-2-5-16,2 1-1 0,-1-3-3 15,3 1-1-15,-1-2-3 0,0 2 0 0,-1 2 2 16,1 1 0-16,-3 2 0 0,2 6-4 0,-2-1 4 15,-1 7 1-15,-4-1 1 0,0 5 2 0,-2 4 2 16,0 6 2-16,-2 1 2 0,-3 5 2 16,-1 1 2-16,-4 6 1 0,-2 3 2 0,-5 5-2 15,-2 2 0-15,-1-1 1 0,-5-1-4 0,0 1 1 16,-2 2-4-16,-1 2-1 0,-5-1 2 15,0 0-17-15,-6 3-29 0,2-4-59 0,-9 0-158 16,-2-1-99-16,-8-6-56 0,-5-6-17 0,2-6 15 16</inkml:trace>
  <inkml:trace contextRef="#ctx0" brushRef="#br0" timeOffset="11067.41">8435 4742 148 0,'0'-7'310'0,"-1"-2"22"15,-2 3 3-15,0 0-86 0,-1-2-84 0,0 1-46 16,1 2-22-16,2-1-9 0,1 1-8 0,0 0-7 16,0-1-10-16,0 1-7 0,0 2-13 15,0 0-10-15,1 0-5 0,1-1-6 0,-1 1-4 16,-1 1-4-16,4 1 0 0,0 1-2 0,-3 1 1 15,2 2 0-15,2 1 2 0,3-1 3 16,5-1 0-16,6 1 2 0,3 0-1 0,4 2-3 16,1 1-2-16,5 1-5 0,3-1-3 0,3 0-3 15,2 1 1-15,2 1-4 0,4-5 3 16,3 2-1-16,-2-2 1 0,2 0-3 0,-5 0-6 15,1-3-3-15,-5-1-10 0,-3-2-14 0,-5-2-19 16,-7 0-18-16,-2 1-22 0,-7-6-26 0,-2 0-33 16,-4 1-81-16,-9-1-87 0,-2 4-37 15,-7 1-3-15,-1 0 14 0,-2-2 34 0</inkml:trace>
  <inkml:trace contextRef="#ctx0" brushRef="#br0" timeOffset="11342.01">9019 4373 293 0,'3'-2'335'16,"2"1"12"-16,0-1-28 0,-2 0-126 16,0 2-78-16,3 2-47 0,0 1-26 15,1 2-7-15,1 2-6 0,6 0-1 16,-4 4-2-16,1 3-5 0,4-1-1 0,-1 5-4 15,0 2-1-15,-4-2-4 0,2 0-4 0,-1 5 1 16,-2-1-1-16,2 4 4 0,-7-1-4 0,1 1 6 16,-2 1 1-16,-1 0-2 0,-4 1 2 15,-3 2-6-15,1 0 5 0,-3-1-6 0,-1 0-1 16,2-4 2-16,-4-2-17 0,2-2-10 0,0-3-24 15,3-6-27-15,4-3-52 0,-2-3-132 16,-1-5-64-16,4-1-34 0,-1-6 1 0,2-6 13 16</inkml:trace>
  <inkml:trace contextRef="#ctx0" brushRef="#br0" timeOffset="11747.62">9528 4216 72 0,'5'-8'320'15,"0"0"29"-15,0 0 16 0,-4 5-63 0,2-3-116 16,-1 3-78-16,-1 2-43 0,-1 1-24 16,2 4-14-16,-1 3-5 0,1 3 1 0,-1 3 0 15,3 1-4-15,0 5-2 0,-3 1 0 0,4 4 0 16,0 0-3-16,-2 0 2 0,1 4 2 0,-1 1 1 15,2 3-1-15,1-1-3 0,1-1-2 0,0-1-6 16,0 0-5-16,4-4-1 0,-7-2 1 16,6-1 1-16,-4-3 4 0,2-5 3 0,-1-4 9 15,-3-3 3-15,4-4 2 0,-2-3 1 0,3-5 2 16,2-5-3-16,0-4-6 0,0-2-3 15,0-4-4-15,0-3-3 0,-1-3-5 0,0-4 2 16,-3-1 3-16,2 0 0 0,-3 0 0 16,1-1 1-16,-3-2-2 0,-1 3 3 0,0 0-9 15,-1 4-1-15,0 1 2 0,0 3 0 0,0 8-1 16,-2 2-6-16,-2 3-7 0,2 3-12 0,0 1-13 15,0 5-16-15,2 1-18 0,-1 3-26 0,1 2-23 16,4 1-37-16,-1 4-101 0,-1-2-68 16,-1 2-25-16,3-1 4 0,2 4 18 0</inkml:trace>
  <inkml:trace contextRef="#ctx0" brushRef="#br0" timeOffset="12122.02">10107 4291 111 0,'0'-6'319'0,"-2"-2"22"16,-1-2 20-16,0 2-83 0,0 0-104 15,-1 3-68-15,0 2-32 0,-3 0-18 0,3 3-16 16,-1 0-10-16,0 3-5 0,-1 2-5 0,-3 3-6 16,2 3 0-16,-1 6-2 0,2-2 2 15,-1 4-2-15,-1 4 5 0,2 1 2 0,-1 0-1 16,4-2-1-16,0 2-2 0,2-3-1 0,-3 1-3 15,4-4-6-15,4 0-3 0,-4-4-1 0,3-3 1 16,1-1 1-16,-1 0 2 0,4-6 5 16,2-2-2-16,1-4 5 0,3-4 1 0,2-7-2 15,-3-2-3-15,0-2 1 0,3-7-1 0,-1-1-4 16,1-1 2-16,-2-3-2 0,0 0 2 0,-2-1 1 15,-4-1 1-15,1 4-1 0,-5-3-7 16,1 3 2-16,-4 1-3 0,-1 2-3 0,-2 3-1 16,-4 0 4-16,0 2 0 0,0 4 2 0,2 4-2 15,-3 5-5-15,0 8-3 0,-2 1-6 16,-1 3-8-16,3 4-14 0,1 0-15 0,1 0-21 15,3-1-24-15,2-8-48 0,-1 3-112 0,2-4-70 16,0 0-27-16,3 6 1 0,0-1 17 0</inkml:trace>
  <inkml:trace contextRef="#ctx0" brushRef="#br0" timeOffset="12371.62">10294 3824 269 0,'2'-11'329'0,"-1"1"19"0,-1 1-28 0,0 6-93 16,0-2-85-16,0 3-49 0,0 4-25 0,0 3-16 15,-1 4-10-15,-1 2-7 0,1 5-3 0,-1 5 0 16,0 1 4-16,2 5 0 0,0 4-11 16,0 3 4-16,0 2 1 0,0 1-3 0,-3 1-7 15,3 4-6-15,0 0 5 0,0 1-11 0,0 0-8 16,3 1-4-16,-3-3-2 0,2 1-6 15,0-2-12-15,1-4-18 0,-2 0-19 0,1-6-23 16,2-6-25-16,1-3-53 0,-2-4-112 0,0-4-51 16,-2-6-18-16,2-1 3 0,4-6 15 15</inkml:trace>
  <inkml:trace contextRef="#ctx0" brushRef="#br0" timeOffset="15647.62">10622 4027 77 0,'0'-5'303'15,"4"1"22"-15,-4-1 18 0,0 2-76 16,0 0-95-16,0-1-53 0,0 2-30 0,0 1-12 16,0-1-4-16,0-1-4 0,0 2-9 0,0 1-8 15,0 0-6-15,3 0-8 0,-3 0-15 16,0 0-3-16,0 0 2 0,1 4 3 0,1 2 2 15,-1 5 2-15,2 1 6 0,-1 6 0 0,1 3-3 16,-2 0-7-16,1 6-4 0,-1 3-2 0,-1 5-5 16,0 4-2-16,0 2-5 0,0 1 0 15,0-1-5-15,2 0-1 0,-2-3 1 0,1-3 5 16,2-3-2-16,0-5-3 0,2-3-2 0,0-3-4 15,-2-5-4-15,4-3-15 0,-2-7-8 0,2-1-22 16,0-7-31-16,0-6-43 0,1-6-123 16,-5-3-102-16,0-6-46 0,-3 1-6 0,1-4 18 15,-1 4 38-15</inkml:trace>
  <inkml:trace contextRef="#ctx0" brushRef="#br0" timeOffset="15881.62">10480 4359 284 0,'4'0'320'0,"4"-4"14"0,-1-1-24 0,1 1-125 16,1 0-73-16,3 1-43 0,1-1-21 0,0 1-12 15,2-3-10-15,3-2-9 0,1 2-7 0,4-5-14 16,-2 0-28-16,-1-1-63 0,0 3-131 16,-7-1-69-16,-5 0-35 0,-2 0-9 0,-5-7 13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7-30T01:52:21.44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12516 2120 202 0,'-1'0'252'16,"-2"-2"-10"-16,-3 1-47 0,-1 1-63 15,1-3-57-15,-1-2-33 0,-2 3-17 0,1-1-12 16,0 0-5-16,-2 1-4 0,1 1-1 0,-1-3 2 16,0 1-1-16,1 0 4 0,-1 0-2 15,0-1 0-15,-1 1-2 0,4-1-2 0,-5 0-1 16,-1 1-1-16,3-1 0 0,-4-2 0 0,2 0 1 15,-5 0 2-15,3 0 2 0,-4 1-2 0,1-4 0 16,-2 3 3-16,-1 0-3 0,0-2-3 16,-3 0 0-16,1 3 3 0,0-3 0 0,-1 1-5 15,1 3 2-15,1-1 0 0,-3 2 2 0,-1 0 0 16,0 1 0-16,1 1 2 0,1-2 0 0,2 3 1 15,-3-3-3-15,2 3-2 0,1 0 0 0,0 3-1 16,1 1 6-16,1-1 1 0,0 1 1 16,-1-1 2-16,3 1-2 0,-2 2 1 0,2 1-1 15,-1 1 1-15,1 0-2 0,-3 0-2 16,4-1 2-16,-1-1 0 0,-1 0-4 0,4 3-6 15,-3-3 5-15,2 0 2 0,0 0-1 0,1 0 1 16,-3-2 0-16,5 3 2 0,-3 0-3 16,-1 0-1-16,2-1 0 0,0-1-2 0,1 0 1 15,-3 0 0-15,0 0-1 0,1-2 3 0,1 3-2 16,-2-1 0-16,0-1-1 0,0 2 5 0,0-2-5 15,-2 1-2-15,5 0 3 0,-4 2 3 0,1-3-1 16,2 3-1-16,-4-1 6 0,4 2-3 16,-1 0-3-16,-1-3 3 0,0 3-1 0,2-2-5 15,0 2 0-15,1 0 2 0,2 4-1 0,-3-3-5 16,2 0 0-16,1 3 4 0,-1 0 0 0,1 1 1 15,0 2 2-15,0 1-1 0,1-2-1 16,0 0-1-16,2 3 1 0,1-1-3 0,-1 1-1 16,1-2 0-16,1 1 0 0,-2-1 1 0,2 3-3 15,-1 0-1-15,0 1 3 0,3 2 2 16,-3 1-1-16,3 2 3 0,-1 0 2 0,0 0 2 15,1-1-3-15,4 2 0 0,-1-4 3 0,-1 0-4 16,2 1 3-16,0 2 2 0,0-2 1 16,2 2-1-16,-1-3 1 0,3-1 2 0,1-1-5 15,0 0-2-15,-2-1 1 0,1 1 1 0,0 0-3 16,0 0 2-16,3-1 7 0,-2 1-3 0,0-1-1 15,2 1 0-15,0 1 2 0,1 0-6 0,2-1-2 16,-3-2 0-16,4 3 0 0,-2-3 0 16,-1 6-1-16,-1-2 5 0,4 1-2 0,-4-1 1 15,1 1 2-15,0-1-3 0,1 1 0 0,2 1 0 16,-4-2 0-16,2 1 1 0,-1-2 2 15,0 3 2-15,-2-1-2 0,1 2-1 0,-2-1 1 16,1 2-2-16,-2 1-4 0,3 1 5 0,-1 2 2 16,-1-4-4-16,2-1-4 0,-3 4 4 15,1 1 0-15,1 1-4 0,-1 2 0 0,2 0 2 16,-2-1 4-16,1-1 1 0,-2-1 0 0,3-1 1 15,0 3-4-15,-3 0-2 0,3 0 1 0,-3 0-2 16,2 1-2-16,-2 0-1 0,1-2 5 16,-2-1 3-16,2 3 0 0,0 0-1 0,-1 0 3 15,-1 0-2-15,0 0 0 0,2 2-2 0,-2-1-2 16,-3 0 1-16,1 2-2 0,1-5 0 0,-1 2-1 15,-1 0 0-15,3 0 0 0,-3-3-1 16,0 1-1-16,0 0 0 0,-3 1-1 0,3-1 0 16,0-3 1-16,0 2 1 0,0 0 2 0,0-2-1 15,0 4 0-15,0-1 0 0,0-1-1 16,0 4 0-16,3 1 1 0,-3 0 3 0,2-1 1 15,-1 1 4-15,1-4 1 0,0 2 0 0,-1 2 2 16,1 1-2-16,-2 1 0 0,3 2 0 16,0-3 2-16,-2 0-2 0,3-3-2 0,0 1 2 15,-1 3-3-15,0 0 0 0,-2 2-1 0,2 0-1 16,1 0 2-16,-1 0 1 0,0 1 2 0,-2-2 0 15,2 0-2-15,-3-5 5 0,4 1-4 0,-2-1 0 16,1 0-2-16,-1-2 0 0,-1-1 0 16,1 2-3-16,-2 1 1 0,3-3 2 0,-2-4-1 15,2 2 0-15,-1-4-1 0,0 1 1 0,1 1-1 16,0-1-1-16,2 2 1 0,-2 1-4 15,1 0 1-15,-1 2 2 0,1 0 0 0,-1 2-1 16,1-4-1-16,0 0 3 0,0-2 0 0,-1 3-2 16,2-1-2-16,0 1 1 0,-2-2 3 15,0 3-2-15,1-2 1 0,-2-3 1 0,4 1 2 16,-2-1 0-16,3-1-1 0,-1 1 1 0,-2-2-5 15,1 2-2-15,4-1 2 0,-3-1 0 0,0 1-1 16,0-2-1-16,3 3 5 0,-1-2-1 16,0 4-1-16,-1-2-4 0,4-2-1 0,-4 2 1 15,1 0-2-15,0 3 2 0,1 1 3 0,-2-3 1 16,4 4 0-16,-2 0-1 0,0-2 2 0,0 5 0 15,2-2-6-15,-4 1 1 0,4-1 1 0,-3-3-1 16,1 2-1-16,-2 0-4 0,3-4 2 16,2 2 2-16,-5-1 3 0,3-2 2 0,0 1 2 15,2-2 1-15,-2-1 2 0,1-1-3 0,0 0 0 16,-1 0 0-16,1-2-1 0,-1-1 0 15,1 0 0-15,0-2 1 0,2-4 2 0,-1 3-3 16,3-4-3-16,-1 2-1 0,2-4 2 0,0-1-1 16,0 1-4-16,4-2 6 0,-1 1 2 15,-1-2 1-15,0 1 0 0,0 1 1 0,0 0 4 16,1 3-1-16,0-1-2 0,2 1 3 0,-3 2 0 15,0 1-3-15,2-1 2 0,-1 3 0 0,-2-2-1 16,4 1 0-16,2-1-5 0,-2-3 1 16,-1 1-1-16,1-1 1 0,2 0-1 0,-3-3 5 15,1-2 2-15,4-1-1 0,-4 0-1 0,2 2 0 16,0-3 0-16,-1 1-3 0,0-2 0 0,-1 0 0 15,0 0 1-15,-1 3-2 0,5-3-2 16,-4 0 2-16,1-2 1 0,0-1 0 0,1-1 1 16,-1-2-1-16,1 0-1 0,0-3-1 0,3 0-1 15,1-2-1-15,2-3 1 0,2 0 0 16,2-4 4-16,2-2 0 0,0-1 0 0,0-3-1 15,5 2-2-15,-2-4-1 0,-2 3-3 0,2-2-1 16,-2 1 2-16,0 0 0 0,-1 2 0 16,-2-2 2-16,-1 2 3 0,-2 0-1 0,1 1-4 15,-1 1 0-15,-1-1 1 0,-2-1-3 0,1-1-3 16,-2-5 1-16,1 1 6 0,-2-4 0 0,0 1-2 15,0 5 3-15,-4-4 3 0,4-1-2 0,-3 0-4 16,-1-3 3-16,-1-3 3 0,2 1-2 16,-3-1 0-16,0 0 3 0,2-6 0 0,0-1-1 15,1-3-1-15,0-2 0 0,3-1-1 0,-3-1 1 16,-2 1 3-16,5-1 1 0,-4 0 0 15,-3-5 2-15,2-1-1 0,-2-1-1 0,-1-2-4 16,1 2 1-16,-6 0-1 0,2-5 0 0,-3 4 1 16,-1-4-2-16,1 1 2 0,-2-3-2 15,0 2-1-15,1-2 1 0,-2 2 0 0,2-1 1 16,-4 3-3-16,2 0-2 0,-1-3 3 0,-1-1-3 15,2 3-3-15,-1-5 1 0,2-1-1 0,-3-2 2 16,2-1-1-16,-2 2-1 0,1-3 5 16,0 4 2-16,-3 0 4 0,-1 3 1 0,-1 2 5 15,-2 2 0-15,-5-1 2 0,1 5-2 0,-3 0 1 16,-4 5 0-16,1 2 0 0,1-1 1 0,-1 5 0 15,0-2-1-15,1 2-4 0,-1 4 0 0,1 0-3 16,-1 0-1-16,0-1-3 0,1-1 1 16,-1 0 3-16,-1-2-1 0,1 1-1 0,3-4 3 15,-4 0 1-15,-3-1-3 0,3-2-3 16,-3-4 5-16,0 1 2 0,-4-3-2 0,1 1 0 15,-1 1 4-15,-2-4 1 0,1-2-2 0,-2-1-4 16,0-1-1-16,3-2 1 0,-4 0-4 16,1-2-2-16,1 1 1 0,-4-1-1 0,0 2 4 15,1 3-1-15,-2 1 3 0,3 0 0 0,-3 1 0 16,0 1 1-16,3 2-3 0,-2-4 2 0,0 3 5 16,-2-1 0-16,0 2 2 0,1 1 1 0,-2 1 2 15,0-2 3-15,-2 7-5 0,-2-1 2 16,-1 1 0-16,-3 1 0 0,3 4 1 0,-3 4-6 15,-1-2-2-15,0 5 0 0,-3-2-2 0,1 2-2 16,-2 1-5-16,-3 0 0 0,-2 3 4 0,0-1 1 16,-1 1-2-16,-1-1-4 0,1 2 3 15,0 3 4-15,3-2-3 0,-3-1-1 0,4 3-1 16,-2 3 3-16,3 0-1 0,-1 4-5 0,2-2-4 15,-2 4 0-15,3 0 2 0,-2 4-2 16,1 4-7-16,1 5-7 0,-3 10-10 0,2 7-15 16,-2 5-27-16,-1 11-125 0,1 2-62 0,-2 0-28 15,-1 0-6-15,2-6 5 0</inkml:trace>
  <inkml:trace contextRef="#ctx0" brushRef="#br0" timeOffset="164704.07">5829 2267 147 0,'-2'0'261'0,"0"0"11"16,2-3-43-16,-3 2-75 0,0-2-67 15,3-1-48-15,-1 1-15 0,1-1-7 0,0 0-8 16,0-1-3-16,0 2-3 0,-2 0 1 0,2 3 1 16,0 0-3-16,0-4-4 0,2 4 2 15,-2-1-6-15,0 1 9 0,0 0-7 0,1 0-5 16,-1 0 9-16,0 0-1 0,0 1 9 0,0-1-8 15,0 4 2-15,0-2 8 0,0-2-2 0,0 1-1 16,0 1-9-16,0-1-2 0,0-1-1 16,3-1-1-16,-3-2-1 0,0 1 7 0,0-2 6 15,0 4 7-15,0 0 5 0,0-1 0 0,-3 1 1 16,3-2 2-16,-1-1-2 0,-1 0 3 0,1-2-1 15,1 0 2-15,-3-1 3 0,-1-2 6 16,0 3 5-16,3-5 4 0,-4 2 1 0,0 1 7 16,-2-4 0-16,-1 2-2 0,-4 1 0 0,1 1-7 15,-2 0-6-15,-3 0-4 0,0 6-2 16,1-1-14-16,-4 4-1 0,4-2 1 0,-1 3-4 15,-3 5-3-15,1 2-3 0,-2 2 3 0,3 6 2 16,-1 0 0-16,1 2-3 0,1 1 2 16,0 5-1-16,1 2-2 0,1 3-2 0,-4 1 3 15,4 4 4-15,0 3-5 0,1 2-2 0,1 0 5 16,5 0-2-16,0 1-4 0,0-2-2 0,2-3 6 15,2-2 2-15,0-3-6 0,6-4 1 0,0-4-1 16,2 0 1-16,2-3-3 0,4-1-2 16,3-4 0-16,1-4-2 0,3 0 0 0,2-4-1 15,1-7-3-15,4-2-5 0,0-4-12 0,1-3-17 16,1-3-18-16,0 2-17 0,2-3-27 0,-1-2-58 15,-3-2-104-15,-1-1-46 0,-1 0-16 16,-3 3-1-16,1-1 22 0</inkml:trace>
  <inkml:trace contextRef="#ctx0" brushRef="#br0" timeOffset="164984.88">5868 2811 60 0,'0'0'258'0,"0"-1"21"0,0-3-19 16,1 2-69-16,1 1-68 0,-2 1-44 0,1 1-30 15,-1 1-18-15,2-2-13 0,-1 2 12 0,-1 3 4 16,0 3 9-16,0 5 7 0,0 4 3 0,0 4 6 15,0 5 0-15,-1 2-3 0,-2 2-6 0,0 5-12 16,-5-1-3-16,2 5-7 0,2-1-13 16,-3-1-15-16,3 0-20 0,0-3-15 0,2-1-29 15,-1-4-90-15,2-4-110 0,-1-7-54 0,2-10-20 16,5-8-3-16,0-11 19 0</inkml:trace>
  <inkml:trace contextRef="#ctx0" brushRef="#br0" timeOffset="166108.09">6534 4846 252 0,'-6'-11'295'0,"-3"-2"16"0,-5 2-29 15,5 0-114-15,-3 0-52 0,-3-1-32 16,-1 3-13-16,1 1-1 0,-3-2-7 0,1 2-2 15,-1 2-6-15,1-1 0 0,2 1-2 0,1 0-5 16,1 4-6-16,-1 2 2 0,2 0-1 16,-3 0-8-16,1 5-5 0,-1 1-3 0,1 6 0 15,-3 3-12-15,4 5-6 0,-6 5-2 0,4 2-4 16,-1 6-3-16,-1 2-2 0,2 1 1 0,-1 3-1 15,4 0 2-15,3-1 0 0,1 0 0 0,-1-1 4 16,2-1-1-16,-1-3 4 0,3-1-4 16,5-1 1-16,0 0 2 0,3 0 0 0,4-3-5 15,0 3-2-15,5-3 0 0,4-2-7 0,2 1-2 16,0-3-11-16,3-3-9 0,7-3-13 0,-2-3-17 15,4-6-17-15,3-5-26 0,2-4-90 16,-3-6-105-16,2-7-49 0,-4-2-14 0,2-6 4 16,0 0 21-16</inkml:trace>
  <inkml:trace contextRef="#ctx0" brushRef="#br0" timeOffset="166654.09">6618 5557 253 0,'-3'-4'283'0,"0"-2"10"0,3 0-63 15,0-3-91-15,0-3-65 0,3-4-39 0,1 0-16 16,2-3-8-16,1-1-2 0,1-2-9 0,2 2 2 15,2-3 3-15,1 1-4 0,-2-1-4 0,3 1 1 16,-2 1 3-16,-1 2 1 0,-1 1 0 16,-1 5 5-16,2 2 4 0,0 0-3 0,-2 3 3 15,-1 2-3-15,-5 3 6 0,1 0 2 0,0 3 1 16,1 3 7-16,0 3-1 0,-4 2-1 15,1 6 6-15,-1 3-5 0,-1 3-9 0,2 4-1 16,-1 0 2-16,-1-2 2 0,0 4-5 0,-3-4 1 16,0 2 7-16,0 1-2 0,-1-5-5 15,0 1 0-15,-3-2 1 0,3-1-5 0,-3 3 4 16,1-2 1-16,3-5 5 0,-1-1-5 0,-2-3-1 15,1-1 3-15,-3-2-5 0,2-3-1 0,2 0-2 16,-2-3-1-16,0-2 1 0,1-1-3 16,1-1-5-16,-3-2-2 0,3-2-1 0,-2-4-1 15,1 0-2-15,2 0 1 0,3 2-1 0,0-3 4 16,3 3 0-16,2-1-3 0,1-1 1 0,-2 3 0 15,-1-4 4-15,4 3-1 0,-1 1-4 16,2-2 4-16,3 3 1 0,0 0 0 0,3 2 5 16,-4 2 3-16,4 1 0 0,1 4 3 0,1 1 1 15,0 2-5-15,2 0-1 0,2 1-5 16,2 3-2-16,2 0-6 0,-1-1-14 0,4-2-17 15,4-4-32-15,-2 3-150 0,-1-9-79 0,1-5-37 16,0-8-10-16,-2-14 6 0</inkml:trace>
  <inkml:trace contextRef="#ctx0" brushRef="#br0" timeOffset="167777.29">8580 2167 92 0,'-2'-5'284'0,"-2"-4"14"0,-1 2 14 0,-5-1-94 16,-1-1-84-16,-1 0-45 0,1 3-22 0,-1-4-3 15,1 0-3-15,0 3-2 0,0-2 1 0,1 0 2 16,1 3-1-16,0-3 0 0,2 3-8 16,-1 0-2-16,0 3-7 0,-1-2 0 0,2 0-4 15,-3 0-8-15,3 3-6 0,-4 4-13 0,0 1 3 16,-3 7-8-16,1-1-7 0,-2 6-1 0,0 2 6 15,-1 4 6-15,1 5-8 0,0-1 4 0,-2 4 1 16,2 2 0-16,2 1-2 0,-1-2-3 16,0 2 5-16,3 2-2 0,2 1-3 0,0-2-4 15,5 1-4-15,1-4-1 0,3-1-5 16,0 0 2-16,0-2 5 0,6-2 3 0,2-1 6 15,3-4-1-15,3-2-5 0,6-6-2 0,3-2-8 16,1-4-10-16,7-3-12 0,-2-3-18 16,3-6-18-16,4-3-28 0,-3-3-20 0,1-4-32 15,-4 2-118-15,-3-2-59 0,-5-4-18 0,1 3 4 16,-5-2 13-16</inkml:trace>
  <inkml:trace contextRef="#ctx0" brushRef="#br0" timeOffset="168323.29">8562 2509 66 0,'-2'8'280'0,"1"-8"20"16,-3 0 11-16,3-2-86 0,-1-1-96 0,2-2-54 15,2 2-33-15,1-2-19 0,0-1-12 0,2-2-5 16,2-4-5-16,2 2 0 0,0-4-1 15,5 2 0-15,0-3 4 0,0 3-1 0,1 2-1 16,-1 1-1-16,1-2 7 0,-5 5 0 0,3 2-5 16,-1 1-1-16,-3 3 3 0,3 0 4 15,-5 1 0-15,0 2 0 0,-3 2 7 0,1 5 7 16,-2 4 2-16,-1 2-3 0,-4 4 1 0,-1-2 1 15,-2 1-1-15,-2 4-2 0,-1-1-3 0,-2 6 4 16,-1-1-1-16,0-3 3 0,-1 1-4 16,1-1-3-16,2-3-3 0,0 0 0 0,1-4-6 15,4 0-6-15,1-6 0 0,1 0-2 0,1 0-5 16,1-4-2-16,1-1 1 0,1-3-2 0,2-1 0 15,2-2-2-15,1-3 4 0,1-4 2 0,2-1-2 16,-1-5 2-16,3 2 0 0,-1-2 4 16,1 2-4-16,1 2-1 0,-2-2 1 0,3-3-3 15,-4 5 2-15,0 1-4 0,-2 1 4 16,0 3 0-16,2 1 0 0,-3 3 3 0,4 3 5 15,-5 3 5-15,-2 4-5 0,3 2 1 0,-3 6 5 16,-1 0-1-16,3 1-4 0,-3 0 2 16,-1 2 3-16,-1 2 3 0,1-3 1 0,-2 3 6 15,-2-3 4-15,-1 1 8 0,-2-2 10 0,-3-1 7 16,0-4 1-16,-3 1 9 0,-2-1-7 0,0-1-1 15,-3-1-9-15,0 0-13 0,-3-4-3 0,0-2-12 16,-2-2-3-16,-2-3-18 0,1-2-18 16,2-1-31-16,0-3-48 0,-3-3-123 0,2-4-110 15,0-6-50-15,-1-3-16 0,7 0 19 0,2 0 34 16</inkml:trace>
  <inkml:trace contextRef="#ctx0" brushRef="#br0" timeOffset="169290.49">9248 4732 18 0,'-5'-9'285'16,"-1"-2"25"-16,0-2 19 0,-5 2-46 0,2 0-104 15,-2-2-53-15,-1 1-29 0,0 0-15 0,0-1-9 16,-2 1-6-16,0-2-4 0,1 3-2 0,1 0-3 15,0 3-2-15,-1 0-1 0,1 4-3 0,-1-2-8 16,2 3-8-16,-4 3-8 0,2 3-7 16,-3 3-10-16,0 0-5 0,-2 5 1 0,3 5 1 15,-2 5-8-15,5 5 0 0,-1-1 1 0,2 5-1 16,0 2-1-16,1 4-4 0,4 0 5 15,1 0-1-15,3-1-4 0,5 0 2 0,1 0-3 16,3-1 4-16,4-3 1 0,-1 0 3 0,5-3 0 16,1-3-4-16,3-2 2 0,6-6-9 15,-1-3-9-15,5-6-16 0,3-2-17 0,2-12-25 16,2-2-29-16,0-5-22 0,-2-2-74 0,-4 0-102 15,-1 1-43-15,-5-4-6 0,0 2 12 0,-3-7 20 16</inkml:trace>
  <inkml:trace contextRef="#ctx0" brushRef="#br0" timeOffset="169742.89">9397 4938 17 0,'0'-2'276'0,"0"-2"26"15,0 0 9-15,0 2-65 0,1 1-78 16,-1 1-61-16,2 1-34 0,-1 1-20 0,-1-1-14 16,0 2-8-16,0-2-6 0,0 1-1 0,0 2 6 15,0 6-3-15,0 6 7 0,-1 2 2 16,1 2 2-16,0 1-3 0,0 3-9 0,0 1-2 15,0 1-6-15,0-2-2 0,1-3-5 0,-1 0 0 16,3-2-8-16,1 0 0 0,0-4 1 16,-1-1-4-16,1-3-3 0,3-3-7 0,0-1 1 15,5-6-2-15,1-2-10 0,5-6-6 0,-3-5-8 16,5-8-6-16,-2-4-9 0,2-3-6 0,-1-3 0 15,-2-2 7-15,1 3 12 0,-4-2 4 0,0 1 16 16,-3 1 14-16,-4 2 12 0,0 0 11 16,0 6 8-16,-4 3 10 0,-2 4 11 0,1 1 7 15,-2 5 6-15,0 3 6 0,0 2 2 0,1 3 2 16,-1 1-9-16,-1 5-12 0,-2 3-3 0,-2 7-13 15,0 3-7-15,-3 8-8 0,2 6-4 16,-1 3-4-16,1 5-7 0,2-3-1 0,1-1-11 16,1-4-13-16,4 1-29 0,4-4-28 0,-2-6-39 15,2-3-160-15,1-10-81 0,0-11-31 16,5-8 5-16,4-17 15 0</inkml:trace>
  <inkml:trace contextRef="#ctx0" brushRef="#br0" timeOffset="171084.5">10562 2074 116 0,'-3'-7'284'0,"-2"-4"18"15,0 1 1-15,0 0-93 0,-2-4-76 0,3 3-41 16,-2-3-17-16,-1 1-4 0,0 0-1 16,1 1-1-16,0-3 0 0,1 3-1 0,-1 0 5 15,0 1-5-15,3 1-2 0,-1 2-3 0,-3 1-7 16,1-2-1-16,2 3-15 0,-7 1-8 15,2 2-7-15,-3 3-6 0,-2 3-6 0,-3 5-9 16,-1 5-1-16,-1 1 4 0,2 4 0 0,-3 0 0 16,5 3 1-16,-4 2 1 0,4 4-3 15,-1 4-4-15,3-1-5 0,1 1-1 0,1-1-1 16,4 1 0-16,2-3 0 0,-1 3 4 0,6-1-4 15,2 0 7-15,7-3-1 0,-2-1-4 0,7-5 3 16,1-3-5-16,1-4 7 0,6-3-7 16,1-3-5-16,4-7-3 0,4-4-18 0,-1-4-13 15,2-5-28-15,0 0-19 0,0-5-13 0,-1 2-9 16,-3-3-4-16,0 0-21 0,-5 1-65 0,-3-1-76 15,-2-1-36-15,-8 1-11 0,1 3 4 16</inkml:trace>
  <inkml:trace contextRef="#ctx0" brushRef="#br0" timeOffset="171427.7">10729 2046 247 0,'0'-4'303'0,"0"-1"17"0,-1-2-46 0,-1 2-82 16,1 4-73-16,-1-1-36 0,0 1-25 15,2 1-8-15,-3 0-14 0,3 1-4 0,-3 2-6 16,-1 1-7-16,1 3-9 0,-2-1-9 0,-1 5 2 15,2 0-3-15,1 0-2 0,3 4-1 0,0-1 4 16,0 0 0-16,3 3-1 0,1-3 0 16,2 2 3-16,2-2 2 0,-1 1-4 0,3 2 0 15,1-3-3-15,0 3-2 0,0-2 0 0,3-2 1 16,-4 2 0-16,4-2 2 0,-3-2-1 0,-1-2-1 15,1 2 0-15,-2-2-1 0,-1-1 4 16,1-2 1-16,-5 1 4 0,-1-4 5 0,0 0 2 16,-3 0 6-16,2 0 3 0,-4 0 4 0,-1 0 4 15,0 2-1-15,-4 0 1 0,-2 0-9 16,-1 3-8-16,-1 0 0 0,0 0-10 0,-2-2 1 15,0 1-14-15,1 3-3 0,-3-4-8 0,1 2-19 16,0-1-15-16,5-3-34 0,-3-1-121 16,0-6-81-16,3-7-38 0,-2-2-10 0,4-9 6 15</inkml:trace>
  <inkml:trace contextRef="#ctx0" brushRef="#br0" timeOffset="171583.7">10781 1956 60 0,'7'-6'320'0,"1"0"26"0,-4 0 20 16,3 0-53-16,-4 3-125 0,1 2-81 0,4-1-46 15,1 1-28-15,3-4-28 0,5 2-11 0,3-2-14 16,2-2-36-16,3 6-152 0,-3-1-79 16,2-2-34-16,-5-1-24 0,-3-4 0 0</inkml:trace>
  <inkml:trace contextRef="#ctx0" brushRef="#br0" timeOffset="172488.5">12279 4611 153 0,'-9'-11'297'0,"1"-2"19"0,-1-1 9 15,0 1-121-15,-2-1-74 0,2 3-36 0,-2 1-23 16,3 0-10-16,0 6 1 0,0-5-1 0,0 3 0 15,3 1-6-15,-2 4-4 0,0 1-9 0,-1 3-12 16,-1 3-1-16,0 7-7 0,-2 3-1 16,-2 3 2-16,0 5 0 0,1 3 5 0,-1 3-1 15,-1 5 6-15,-1 3-2 0,-1 3-6 0,1 4-2 16,0 2-3-16,1 1-8 0,4-1-2 15,-2 1-1-15,2-1 1 0,3-2 1 0,1 0-2 16,6-6 3-16,0-3-4 0,3-3-1 0,1-1-2 16,4-3 0-16,0-3 0 0,4-6-5 15,2-2-5-15,4-2-3 0,3-5-11 0,3-6-18 16,5-5-22-16,3-6-29 0,3-5-32 0,3-9-55 15,-6 1-130-15,-2-5-57 0,-1-3-17 0,-2 0 10 16,1-5 24-16</inkml:trace>
  <inkml:trace contextRef="#ctx0" brushRef="#br0" timeOffset="172909.7">12495 4989 153 0,'-3'1'288'0,"0"1"20"0,-5 0-10 15,2-2-98-15,-2 4-77 0,-3 1-42 16,1 2-18-16,-1 1-16 0,-2 1-4 0,-1 4-1 16,1 3-3-16,-3 1 1 0,5 3-5 0,-2 1-2 15,2 0-3-15,2 4-4 0,0-1-3 16,1 2-6-16,5-1-1 0,2-4-1 0,-2 3-1 15,3-5 5-15,3-1-5 0,-2 1 0 0,6-5-5 16,-1 1-1-16,2-4-2 0,2-3-10 16,2 0 2-16,2 0 2 0,3-3 2 0,1-2 1 15,3-3-3-15,-1-1-2 0,4-6-1 0,3-3-2 16,-1 1 1-16,1-2-5 0,-3-2 2 0,-2-3 0 15,-1 1 4-15,-4 1-1 0,0-1-2 0,-6 3 4 16,-3-3 2-16,-1 6 5 0,-6-1 4 16,-1 2 6-16,-3 0 7 0,-6-2 8 0,2 3 6 15,-7 0 3-15,0 3-1 0,-3 0-3 0,-1 5-4 16,-1 3-5-16,0 1-5 0,0 1-6 0,0 2-2 15,3 2-5-15,-1-2-10 0,3 1-17 16,3 3-31-16,7 0-45 0,-7 3-142 0,4-4-103 16,-3-1-51-16,2-9-15 0,6-4 13 15,-1-7 36-15</inkml:trace>
  <inkml:trace contextRef="#ctx0" brushRef="#br0" timeOffset="175109.3">19373 2018 126 0,'-5'-12'299'0,"0"-2"23"0,-3 1 19 0,2 1-96 16,-4-2-83-16,6 3-39 0,-4 0-17 16,1-3-12-16,-1 2-7 0,2 3-10 0,0 0-6 15,2 2-9-15,-1-1-7 0,2 3-3 0,-2 2-8 16,4 0-7-16,-4 2-7 0,0 1-3 15,1 1-7-15,-2 4-6 0,0 4 0 0,-4 7 3 16,3 5 0-16,-7 3 0 0,4 5 0 0,-5 0 1 16,4 2 1-16,-3 4-4 0,4-1-3 15,-1 3-2-15,1 0-1 0,2 1-7 0,1 1 1 16,4 0-2-16,0-5-1 0,3 1-1 0,2-2 4 15,1-4 2-15,2-4-6 0,-1-2-3 0,3-1 1 16,3-3 4-16,-3-3-4 0,7-1 6 16,0-8-1-16,4-3 2 0,-3-1 2 0,5-5-5 15,-2-3 0-15,4-2-3 0,-1-8 2 0,-1 2 0 16,-1 2-2-16,-2 0-3 0,-2-1-1 0,-1 6-1 15,-2-3-7-15,-1 2-9 0,1 2-9 16,-3 1-13-16,-1 4-22 0,1 0-27 0,-2 0-19 16,-1 0-21-16,1-2-29 0,-3-1-105 0,-1-5-67 15,1 1-18-15,-4 3 1 0,5-3 17 16</inkml:trace>
  <inkml:trace contextRef="#ctx0" brushRef="#br0" timeOffset="175780.1">19639 2284 166 0,'0'4'273'0,"0"-1"5"0,0-3-39 0,0 0-61 15,0 0-66-15,0 0-41 0,0 0-25 0,1 0-11 16,-1 0-8-16,0 0-6 0,0 0-3 0,0-1-2 15,0-1-6-15,0 1-2 0,2-1 0 16,-2 1 1-16,0 1-5 0,0 1-1 0,0 1 2 16,0-1-3-16,0 1-2 0,0-2-2 0,0 0 0 15,0 0-2-15,0-2 0 0,0 1 2 16,0-1 1-16,-2 1 0 0,2 1 6 0,0 0 2 15,0 0-7-15,0 0 3 0,0 0 3 0,2-4-1 16,-2-1-5-16,0 2 4 0,0 1 4 16,0 2 2-16,0 0-4 0,0 0 1 0,0-1 0 15,0-1 1-15,0-1-1 0,0 0 2 0,0-1 4 16,0 0 8-16,-2 0 2 0,1 1 5 0,1-1 2 15,0 2 5-15,0 1 1 0,-2-1 0 0,1 1 3 16,-1 1 0-16,-2 0 6 0,2 1-4 16,-2 4-6-16,-2 2 1 0,-1 5-1 0,1 2-9 15,-3 5-8-15,3 2-8 0,0 0-2 0,0 3-2 16,1 0-6-16,3 2 2 0,0 0-6 15,4-2 1-15,0-3-3 0,3 0 5 0,1-3-2 16,0-2 0-16,0-3 3 0,5 0 0 0,-3-4 1 16,2 0-9-16,4 2-1 0,-3-5-1 15,1 0 4-15,1-3 1 0,0 1 4 0,-1-3-1 16,1 1 3-16,-3 0 1 0,2-1-2 0,-3 1 0 15,2 1 0-15,-3 1 2 0,-1 1-2 0,-3 0 1 16,1-1-1-16,0-1 2 0,-1-3 0 16,-3 3 3-16,1-2-5 0,-4 2 2 0,-3 4 2 15,0 0 7-15,-4-1-6 0,-2 0-6 0,-4 3-1 16,1-3-7-16,-3 2-8 0,2-1-25 0,-1 2-12 15,-1-6-19-15,2 2-25 0,-1-9-53 0,-3 3-120 16,0-11-52-16,2-5-19 0,3-7 3 16,3-3 19-16</inkml:trace>
  <inkml:trace contextRef="#ctx0" brushRef="#br0" timeOffset="175967.3">19700 2239 114 0,'10'-2'305'0,"-2"-1"15"16,-2-2 16-16,2 1-97 0,-1 1-100 0,1 0-63 15,0 2-30-15,4 1-14 0,-2 3-15 0,5 0-8 16,1 0-10-16,3 0-7 0,0 1-12 16,4-1-11-16,-1 2-16 0,1 2-61 0,-4 1-110 15,-6 2-53-15,-2-4-24 0,0 5-7 0,2-2 7 16</inkml:trace>
  <inkml:trace contextRef="#ctx0" brushRef="#br0" timeOffset="176138.9">20110 2504 205 0,'4'3'303'0,"-4"-1"17"15,-4 4-8-15,1-4-119 0,-1 1-77 16,1 3-52-16,-5 1-21 0,4 1-19 0,-2 3-10 16,1 4-7-16,-1-2-9 0,-3 2-1 0,4 5-10 15,1-1-9-15,2-2-27 0,2-1-54 16,-5 2-111-16,4-7-57 0,-2-5-26 0,3-6-7 15,8-3 18-15</inkml:trace>
  <inkml:trace contextRef="#ctx0" brushRef="#br0" timeOffset="176606.91">20731 2046 92 0,'-1'3'273'0,"-1"-1"16"16,-1 0-22-16,0-1-57 0,0-1-76 0,-2 2-49 15,-1-1-29-15,2 3-10 0,-2-2-4 16,-1 2-6-16,0-2 1 0,-2 3-4 0,0 2 0 16,-1 2-5-16,-2 0-4 0,0 4 2 0,0 0-2 15,-2 1 5-15,0 6 0 0,1-2 1 16,1 5-2-16,0-2-3 0,1 3-4 0,3-2-4 15,2 4-6-15,-1-2-1 0,4 1-1 0,0 1-6 16,3-2-3-16,1 0-3 0,2 2 2 16,4-4-2-16,0 2 2 0,0-3 0 0,4-4 4 15,0 1 0-15,-1 0-2 0,3-4-1 0,0 1 0 16,1-3 0-16,1 0 1 0,2-3-1 0,1-3 0 15,2 1 0-15,-3-5-4 0,1-2 2 0,0 0-4 16,2-4 3-16,-1-2 0 0,-2-2-4 16,1-2 2-16,-4-1 1 0,1 2-5 0,-1-3-7 15,0 4-15-15,-5 0-21 0,0 0-27 0,-6 0-118 16,-1 0-87-16,-2-3-45 0,-2-2-9 15,2-3 8-15</inkml:trace>
  <inkml:trace contextRef="#ctx0" brushRef="#br0" timeOffset="177199.71">21073 2406 115 0,'-3'-2'281'0,"2"1"20"0,-4-2-13 15,0 0-70-15,-2 3-81 0,-1 3-48 0,2 0-21 16,-3 2-16-16,0 0-6 0,-2 0-5 0,1 2-2 15,0 5-1-15,0-1-5 0,1 2 0 0,-1 1-4 16,2 2 5-16,-2 0-4 0,4 2-5 16,0-2 5-16,-3 2-6 0,5-3 0 0,-3 3-12 15,4 3-2-15,-1-4 0 0,1 4-4 0,3-3 0 16,0 0-2-16,3-3 2 0,1 0-2 15,-1-3 1-15,4 0-3 0,-3-1 1 0,5 0-2 16,-3-3-4-16,2-2 2 0,1-3 1 0,0 0 0 16,-1-3-1-16,-1 0 2 0,3-3 0 15,-2 2-1-15,2-2 0 0,-1 0 0 0,1-2 0 16,0 0-3-16,-3-2 2 0,4 0-1 0,-4 0-3 15,3 0-2-15,-3-2 0 0,4 0 4 0,-4 1-1 16,3 0 1-16,-6 0 1 0,5 2 0 16,-3 0-5-16,1 0 1 0,-1 1 3 0,-2 2-2 15,0-3 1-15,1 1 2 0,0 0 3 0,-4 2-1 16,2 0 1-16,-1 0 4 0,-1 3 0 0,-1-2-4 15,4 1 2-15,-4-3 1 0,0 4-4 0,-4-1-1 16,4-4 1-16,-3 1 1 0,-1 1 1 16,-1 2-2-16,-4 1-2 0,0 1 4 0,-3 4 0 15,-3 3-2-15,-1-1 2 0,0 0 0 16,-1 4-1-16,-3-1-2 0,1 4 1 0,-2-2 3 15,0 4-7-15,0 0-2 0,3 0-2 0,-2 2-12 16,5-1-22-16,3 1-30 0,-1 0-80 16,4-4-118-16,0-3-58 0,2-6-25 0,7-5 4 15,0-3 19-15</inkml:trace>
  <inkml:trace contextRef="#ctx0" brushRef="#br0" timeOffset="177636.51">21694 2467 274 0,'6'2'325'0,"-3"-1"15"0,3 1-17 16,0-1-120-16,5-1-77 0,4 0-37 16,3 0-18-16,4 0-11 0,3 0-6 0,7 0 0 15,0-1-4-15,6 1-3 0,5 0-2 0,3 0 8 16,7 0-1-16,4 0-1 0,4-2 3 15,5 1-1-15,1-1-5 0,0-4-7 0,2-1-10 16,-3-1-8-16,-2 1-9 0,-4-3-7 0,-3 3-5 16,-5 1-12-16,-8 0-4 0,-6 0-8 15,-6 2-11-15,-5-2-17 0,-7 4-15 0,-3-3-12 16,-3 2-23-16,-4-1-20 0,-6 1-33 0,-4 0-83 15,-7 0-80-15,-5-3-31 0,-4 0-1 0,-3-3 11 16</inkml:trace>
  <inkml:trace contextRef="#ctx0" brushRef="#br0" timeOffset="177932.91">22494 2240 277 0,'7'-3'303'0,"-2"-4"17"0,-1 2-46 16,4-1-98-16,-2 2-64 0,5 0-33 15,-4 1-15-15,4 1-11 0,4 2-11 0,2 2-10 16,1 1-1-16,2 2 4 0,0 0-3 0,3 1-2 16,-1 3 0-16,2-3 4 0,-3 6-1 15,1 1-8-15,-1 4-3 0,-4-2-2 0,-2 3-4 16,-2 3-2-16,-4 1-5 0,-2 2-2 0,-5 3 0 15,-4 2-1-15,-3 1-2 0,-3 2 3 0,-4 1-1 16,-3 0-4-16,-4 0-1 0,-2 3-4 16,0-3-11-16,1 1-17 0,-3 0-27 0,3-5-29 15,3-4-90-15,2-6-114 0,5-8-53 0,2-4-16 16,4-7 8-16,4-4 22 0</inkml:trace>
  <inkml:trace contextRef="#ctx0" brushRef="#br0" timeOffset="178354.11">23636 2003 184 0,'4'-17'314'16,"-2"1"18"-16,-4-1 10 0,-2 5-132 0,-3 2-85 15,-3 5-41-15,-1 2-25 0,-5 3-10 0,-4 3-4 16,3 2-1-16,-4 2-1 0,3 1 0 16,-2 5-4-16,0-1-3 0,0 3-4 0,2 2 1 15,0-1-2-15,1 4-2 0,2-3-5 0,1 2-6 16,4 2-2-16,-1 0-7 0,4-2-5 0,2 1-1 15,0 0 2-15,4 1-1 0,1 0-4 0,1 0 0 16,5 0 1-16,1 0-2 0,0 0-2 16,5 2 1-16,1-6 2 0,2 3-2 0,0-3 0 15,2 1 1-15,-4 4-1 0,2-1 0 0,1-1-2 16,-1-2-1-16,-3-2 1 0,-3 2 0 0,0-4 1 15,-6 1 4-15,0-1 1 0,-6-1 7 16,-1-1 5-16,-5 0 5 0,-3 0 3 0,-5 2 2 16,-5 2 5-16,1-2-1 0,-5 1-1 0,1-3-4 15,-3 1-1-15,4-3-7 0,-4 1-3 16,3-2-5-16,3 2-5 0,1-1-11 0,3-2-20 15,4 0-31-15,3-4-37 0,7-4-76 0,1-10-140 16,3-3-65-16,4-6-24 0,3-4 11 16,4-1 26-16</inkml:trace>
  <inkml:trace contextRef="#ctx0" brushRef="#br0" timeOffset="178775.31">23504 2460 152 0,'0'7'321'0,"-2"-1"23"0,1 1 13 16,1-6-111-16,0 2-101 0,0-2-51 0,0 2-33 15,0 2-20-15,0 0-11 0,3 2-1 16,3 2-4-16,3-3-8 0,2 3-4 0,-1-2-2 16,7 1-6-16,-2-2 2 0,5 3-4 0,0-6-5 15,0-2 1-15,2-2 0 0,1-2 2 16,1-4-1-16,-2-1 0 0,4-1 0 0,-1-6-1 15,1-1 1-15,0-3 0 0,-4-3 3 0,0-1 2 16,-4-2 1-16,-4 1 2 0,0-2 3 16,-5 0 3-16,-1 4 4 0,-5-2 6 0,-2 1 11 15,-4 4 10-15,-1 2 2 0,-6-2 7 0,0 4 0 16,-4 1 1-16,2 4-5 0,-5 4-7 0,1 3-5 15,0 1-5-15,0 2 2 0,0 3-8 0,-2 2-7 16,3 2-3-16,-2 7 5 0,3 2-2 16,-2 1-2-16,2 4 3 0,-1 1-1 0,3 4 4 15,-1 3-3-15,1-1-6 0,3 5-4 0,1 0-6 16,1 4-2-16,3 0-3 0,0-1-4 15,4 0-3-15,4-6-4 0,2-1-14 0,2-4-16 16,3-5-25-16,4-4-25 0,5-3-35 0,5-6-36 16,-1-3-63-16,-4-4-115 0,1-10-45 15,-1-5-11-15,0-9 19 0,7-7 30 0</inkml:trace>
  <inkml:trace contextRef="#ctx0" brushRef="#br0" timeOffset="179102.91">24129 2254 59 0,'3'-1'315'0,"-6"-3"30"0,-2 1 24 16,2 2-52-16,-4 1-120 0,-3 1-65 0,2 2-37 15,0 1-16-15,2 3-13 0,1 0-1 0,-1 4-6 16,2 1-7-16,-1 0 0 0,0 4-10 16,2 5-6-16,0 2-6 0,0 1-4 0,-1 1-2 15,0 1-4-15,0-2-6 0,3 0-6 0,-1-4 0 16,2 3-3-16,0-5-1 0,2-2 2 0,-2-7 1 15,1-3 6-15,-1-3 2 0,4-3-1 16,1-1 0-16,0-5 1 0,-1-5-1 0,3-7-7 16,1-3 0-16,0-3-1 0,0-2 3 15,-1 2-6-15,2-3-1 0,1 0 4 0,-3 3 0 16,3 0-3-16,0 5-1 0,-2 0 0 0,-1 4 0 15,4 2 0-15,-4 1 0 0,3 3-1 0,-1 0-8 16,1 4-7-16,0 4-7 0,-1 2-19 16,3 4-21-16,-5 0-24 0,3 2-23 0,1 0-16 15,0 4-39-15,-1-2-90 0,1-3-80 0,-3-1-29 16,0-2 1-16,2 0 8 0</inkml:trace>
  <inkml:trace contextRef="#ctx0" brushRef="#br0" timeOffset="179290.11">24480 2315 272 0,'5'0'320'0,"-4"0"24"15,2 2-25-15,-3-2-112 0,0 0-76 16,0 0-36-16,0 0-19 0,-3 3-19 0,-1 5-11 16,1 0-1-16,-2 2 7 0,0 4-6 0,0 0-10 15,-2 4 0-15,4 5-9 0,-1 1-10 16,2 1-10-16,-1 5-3 0,0 1-4 0,1-4-9 15,2 1-9-15,4 0-19 0,-1-1-26 0,0-4-33 16,-2-8-118-16,2-3-96 0,0-12-45 16,4-12-10-16,3-5 12 0</inkml:trace>
  <inkml:trace contextRef="#ctx0" brushRef="#br0" timeOffset="179492.91">24673 1836 349 0,'-6'-7'414'16,"2"0"37"-16,-4 3 26 0,1-1-156 0,2 0-116 15,0 2-68-15,2 1-50 0,0 2-33 16,2 0-26-16,-2 2-12 0,3 3-9 0,3 1-11 16,-3 3-21-16,3 3-39 0,1-1-44 0,-2 1-115 15,1-5-129-15,2-2-63 0,-5-2-18 16,3-3 13-16,-3 0 36 0</inkml:trace>
  <inkml:trace contextRef="#ctx0" brushRef="#br0" timeOffset="187167.52">22702 3448 82 0,'2'-2'278'0,"-1"-1"21"0,1-1 3 0,-2-1-78 16,0-1-89-16,0 3-47 0,-2 0-25 0,1 0-12 15,-1 0-6-15,1 0-1 0,1 1 5 16,0 1 0-16,0-1 3 0,0 2 4 0,0 0 5 16,-2 2 3-16,2-1 2 0,-3-1 1 0,0 0 2 15,1 0-1-15,2 4-4 0,0 2-5 16,0 3-4-16,-3 9-4 0,-1 1-3 0,-5 8-4 16,3 7 0-16,-4 6-5 0,3 5-2 0,0 5-3 15,-1 4-4-15,2 3-5 0,-2 1-7 16,1 0 0-16,0-4-4 0,1 2-7 0,3-3-3 15,2-4-2-15,-2-1-2 0,1-4-6 0,2-6-12 16,0-7-17-16,2-4-28 0,1-6-40 16,0-9-34-16,1-7-88 0,1-8-138 0,-2-7-59 15,-1-8-13-15,-2-2 17 0,-3-6 25 0</inkml:trace>
  <inkml:trace contextRef="#ctx0" brushRef="#br0" timeOffset="187463.92">22284 3990 135 0,'-8'2'310'0,"2"0"22"0,3-2 14 16,-1 0-105-16,2 0-100 0,2 0-49 15,3 0-27-15,3 0-15 0,0 0-5 0,6 0 5 16,2 1 6-16,4 2 1 0,6 0 3 0,0 3 0 16,1 0 0-16,7 2-5 0,0-1-3 15,5 5 0-15,4-4-8 0,-2 0-2 0,6 2-7 16,2-3-7-16,-1 4-7 0,4-4-13 0,-4-1-8 15,2 2-12-15,-1 1-18 0,-4-6-26 0,-2 2-33 16,-1-4-36-16,-8 1-124 0,-3-4-100 0,-7-3-42 16,-7 2-5-16,-1 0 16 0,-5-4 32 15</inkml:trace>
  <inkml:trace contextRef="#ctx0" brushRef="#br0" timeOffset="187916.33">22810 4717 11 0,'-2'-16'287'16,"-3"-3"22"-16,-1-4 17 0,-4 3-44 15,1-3-115-15,-1 1-53 0,-3 2-34 0,1 1-9 16,-1 0-6-16,-1 4 1 0,-4 2 1 0,0 1-3 15,1 3 1-15,-1 0-7 0,-1 3-3 0,-1 4-4 16,-1 2 0-16,0 7-4 0,-1 1-3 0,1 1 3 16,3 8-4-16,-3 0-2 0,-1 4-1 15,1 6 0-15,0 4 4 0,0 1 1 0,0 2 4 16,3 8 0-16,4 3 0 0,0 2-1 0,3 0-3 15,0 1 0-15,7 0-5 0,1 2-4 16,1-4-5-16,4-1-4 0,1-3-10 0,5-4-4 16,0-5-3-16,5-3-2 0,2-6-1 0,2-4-7 15,4-7-8-15,4-7-19 0,3-7-22 16,4-7-33-16,3-8-35 0,1-5-38 0,1-6-34 15,3-7-41-15,-6 4-132 0,0-4-52 0,-5-1-8 16,-5 2 18-16,4-3 30 0</inkml:trace>
  <inkml:trace contextRef="#ctx0" brushRef="#br0" timeOffset="188306.33">23055 4760 163 0,'1'-5'318'15,"2"-1"21"-15,-3 3 7 0,0-1-103 0,-3 3-89 16,3-1-52-16,-3 2-25 0,1 0-10 0,-3 2-7 15,-1-1 1-15,0 3-3 0,-2 0-3 0,-2 5 1 16,-3 0 0-16,1 2 1 0,-5 4-3 16,1 4-2-16,-1 3-4 0,-3-1-1 0,6 3-5 15,-1-5-3-15,2 3-5 0,-1-1-6 0,5 3-4 16,1 2-9-16,0 0-8 0,5-1-2 15,1-4-3-15,4 0-1 0,1-4-3 0,4 1 1 16,0-2 4-16,4-2-2 0,3-1-3 0,1-3 0 16,1 0 2-16,6-3-1 0,-4 3-5 15,2-3 0-15,-2-1 3 0,0-1-4 0,0 1 3 16,-4-2 2-16,1 5 3 0,-4-3 0 0,-2 2 0 15,2 2 3-15,-7-1 1 0,-1 1 1 0,-1-2 2 16,-2 0 0-16,-2-2 5 0,-2 4 0 16,-3-2-2-16,-1 0-1 0,-1 2-2 0,-3-1-1 15,1 3-2-15,-2-3-2 0,2-3-4 0,-2 1-9 16,6 1-18-16,-4-7-25 0,5 1-47 0,1-10-57 15,-5 0-168-15,1-5-86 0,3-8-32 16,3 2 1-16,4-10 31 0</inkml:trace>
  <inkml:trace contextRef="#ctx0" brushRef="#br0" timeOffset="188758.73">23784 4314 68 0,'-10'3'309'16,"0"1"36"-16,-1 0 21 0,0-3-57 0,4 1-112 15,-2-1-58-15,4-1-36 0,1 0-24 0,1 0-14 16,3 0-11-16,0 0-10 0,1 0-8 15,5-1-5-15,1-1-9 0,3 1-5 0,1-1-5 16,2 0-3-16,3-1-1 0,0 2-6 0,1-2 1 16,3-6-3-16,0 5 2 0,-1-1-1 15,2 0-3-15,0 2-9 0,0 2-15 0,1-1-19 16,-2 1-29-16,0-3-32 0,-5 2-101 0,-6-3-103 15,-3 5-44-15,-6 0-12 0,-3 4 8 0,-1 1 26 16</inkml:trace>
  <inkml:trace contextRef="#ctx0" brushRef="#br0" timeOffset="188914.73">23936 4410 120 0,'4'1'302'16,"4"1"21"-16,-4-4 10 0,2-1-97 0,1-2-107 15,0-3-58-15,5 2-30 0,4-4-18 0,2-1-11 16,4-2-18-16,0-1-11 0,4-1-41 15,0 1-96-15,-4-4-91 0,3 1-44 0,-2-4-17 16,1 0-3-16</inkml:trace>
  <inkml:trace contextRef="#ctx0" brushRef="#br0" timeOffset="189257.93">24917 3288 261 0,'0'-11'327'16,"0"0"22"-16,0 3-13 0,0 1-104 0,0 1-72 15,-3 0-32-15,3 2-17 0,-3-1-11 0,3 4-15 16,-2 1-10-16,-1 5-10 0,-2 3-10 0,1 3-9 15,0 5-1-15,0 5 0 0,-2 4-2 0,3 1 1 16,-3 4-3-16,0 3-8 0,0 3-3 16,0 2-1-16,0 1 1 0,1 4-5 0,0 0-4 15,0 2-3-15,2-2-8 0,0 1-4 0,0-3-6 16,3-1-4-16,0-2-4 0,3 1-5 15,-3-4-10-15,3-1-17 0,-2-6-24 0,2 0-27 16,1-6-29-16,0-3-28 0,0-9-67 16,-2-1-124-16,-2-9-51 0,-3-5-9 0,0-1 12 15,3-5 25-15</inkml:trace>
  <inkml:trace contextRef="#ctx0" brushRef="#br0" timeOffset="189507.53">24660 4039 138 0,'0'6'327'0,"-2"-2"25"16,0 0 16-16,1-4-90 0,1 0-109 16,1 0-60-16,3 0-32 0,0 0-16 0,4 0-8 15,3-2-7-15,4 0-8 0,3 1-10 0,0-1-6 16,5 1-3-16,3 1-6 0,-1-2-6 15,3-1 1-15,1 2 0 0,2-1 0 0,-1 0-7 16,0-1-8-16,1-2-7 0,-1 0-14 0,-4 4-20 16,-2 1-33-16,-3 0-79 0,-2-2-121 15,-6 2-61-15,-6 2-24 0,-4 1 3 0,-6 5 22 16</inkml:trace>
  <inkml:trace contextRef="#ctx0" brushRef="#br0" timeOffset="190131.53">23963 4269 143 0,'-5'0'287'0,"-1"0"19"0,-2 1-19 0,-2 2-78 16,1 2-79-16,0-1-40 0,-2-1-23 15,2 0-10-15,0 0 0 0,-1 0-4 0,2-1 3 16,-2-1 5-16,4 1 1 0,-1-2 1 0,-1 2 1 15,1-1 5-15,0 1-1 0,0-1-3 0,-1 2 4 16,2 0-1-16,-1-3 1 0,-1 1-3 0,4-1 0 16,-1 0 0-16,4 0-4 0,-3 3-3 15,4-1-3-15,-1 2-5 0,-1 0-2 0,2-4-9 16,2-2-4-16,-1 0-7 0,3 2-1 0,0 0 1 15,4 0-4-15,4 0 3 0,2 0 1 16,1 0 3-16,2 2-1 0,4 0-4 0,1 1 1 16,3 1-8-16,-2-3-5 0,6 1-4 0,-2 1-3 15,0 0 1-15,1 2-4 0,1-1 2 16,-4 1 1-16,0-3 0 0,-1-2-6 0,-3-2-7 15,-1-1-9-15,-3 0-16 0,0-2-17 0,-5 2-21 16,-1 0-14-16,-3 0-16 0,0 0-16 0,-5-1-18 16,0-1-25-16,-1 0-28 0,-7 2-80 15,-1 2-113-15,-7-1-46 0,-7 2-5 0,-1 3 22 16,-2 3 38-16</inkml:trace>
  <inkml:trace contextRef="#ctx0" brushRef="#br0" timeOffset="190396.73">23835 4615 98 0,'0'0'309'0,"-1"-2"26"0,-1 0 24 16,1 1-72-16,-2-1-106 0,1 1-55 0,2-2-29 15,0 2-14-15,2-1-11 0,1-1-6 0,1-1 0 16,1 0 0-16,3 1 1 0,3 0-1 15,0 2-2-15,4-1-5 0,1-2-4 0,-1 0-4 16,3-1-7-16,3 2-8 0,-1 1-8 0,2 1-7 16,-1 1-4-16,3 0-6 0,1 0-5 15,0 0-13-15,4-2-14 0,0 1-22 0,2-3-34 16,-1-2-38-16,2-2-44 0,-5 2-141 0,-2-4-89 15,-4-3-30-15,-4 0 3 0,5-2 24 0</inkml:trace>
  <inkml:trace contextRef="#ctx0" brushRef="#br0" timeOffset="191395.13">25098 4315 296 0,'-3'-11'334'0,"-4"1"24"0,2 3-21 15,-6 0-105-15,2 0-65 0,-5 6-30 0,0 1-18 16,-2 1-7-16,0 4-11 0,-2 1-14 0,0 0-2 15,-3 3-4-15,1 7-2 0,1 1-5 0,-2 1 0 16,0 8 8-16,3 1-5 0,-3 2-5 16,3 0-6-16,2 1-3 0,2 0-10 0,1-1-11 15,3 0-5-15,3-1-8 0,1-3-8 0,3-1-8 16,1 0-5-16,2-5-3 0,3-1-5 15,1 0-2-15,3-4-2 0,-1 0 0 0,5-3-4 16,1-2-8-16,3-3-14 0,5-5-21 0,1-1-24 16,4-6-29-16,-1-2-25 0,2-5-31 15,-1-3-23-15,4 2-25 0,-6 1-107 0,2 1-75 16,-4 1-25-16,-3 2 7 0,2-2 23 0,-1 0 36 15</inkml:trace>
  <inkml:trace contextRef="#ctx0" brushRef="#br0" timeOffset="191753.93">25338 4491 91 0,'-2'-3'320'0,"1"0"29"0,-2 2 24 16,-5-1-62-16,2 2-112 0,-1 2-63 16,-1 1-35-16,-2 1-20 0,0 4-18 0,1 1-10 15,-3 0-11-15,1 6 0 0,0-1-10 0,3 3-2 16,0 1-4-16,2-1-7 0,0 0-8 15,1-4-5-15,2 4 5 0,2-1-3 0,1 0-2 16,1-3-6-16,2-2 11 0,2 0-3 0,1-2-6 16,0-1-4-16,3 1-2 0,2-3 1 15,-1 0-1-15,3 3-5 0,0-3 1 0,0 0 2 16,-2 0 1-16,2 1 0 0,-4-2-3 0,1-4 1 15,0 4 2-15,-3 1 5 0,0 0-1 0,0-2 1 16,-4 1 2-16,0 0 9 0,-3 1-2 16,-2 4-3-16,-1-2 0 0,0 1 1 0,-6 1 0 15,0-1-4-15,-2 1 3 0,-1 0 0 0,2 1-1 16,-3 0 2-16,-2 2-1 0,1-2 0 0,-2 0-3 15,0 1-2-15,2-3 1 0,1-1-8 16,1 0-16-16,5-6-29 0,0-2-32 0,3-8-40 16,-3-2-143-16,0-4-89 0,3-7-38 0,1-1 3 15,3-9 17-15</inkml:trace>
  <inkml:trace contextRef="#ctx0" brushRef="#br0" timeOffset="191941.13">25318 4395 199 0,'6'-3'356'0,"-2"1"27"15,1-2 12-15,-2 2-108 0,2-1-121 0,0 1-68 16,2 0-52-16,5 1-22 0,1-1-12 0,-1 1-3 16,4-1-9-16,6 1-14 0,-1-3-10 15,5 1-29-15,1-1-70 0,1 0-137 0,-1-2-65 16,3-1-27-16,-1 0-5 0,3-10 15 0</inkml:trace>
  <inkml:trace contextRef="#ctx0" brushRef="#br0" timeOffset="192237.53">25927 3966 239 0,'-2'7'306'0,"2"-3"15"0,2 2-22 0,1-3-116 16,1 1-79-16,2 0-41 0,5 0-11 15,-2-1-11-15,3 0-4 0,3 1-3 0,-1-1-4 16,4 1-2-16,-1 0-4 0,4-1 0 0,2 0-7 15,-3 0 7-15,5 3-5 0,-1-5-5 0,0 1-12 16,0-2-11-16,-2 0-13 0,2 0-40 16,-3-3-74-16,-5 1-118 0,-1-5-59 0,-8 1-24 15,3-3-4-15,-2-7 19 0</inkml:trace>
  <inkml:trace contextRef="#ctx0" brushRef="#br0" timeOffset="192487.13">26200 3653 76 0,'-1'0'317'0,"1"0"28"0,-2 3 24 16,1-1-62-16,-1-1-114 0,0 1-63 0,0 3-35 16,0 1-18-16,1 6-13 0,-1 0-5 15,2 3 1-15,0 2-2 0,0 4-5 0,0 4-3 16,0 4 0-16,0 3-6 0,0 2-5 0,0 2-4 15,0 5-3-15,0 2-6 0,-3-4-6 0,3 3-6 16,0-1-4-16,3-6-10 0,-3-1-4 0,3-3-13 16,3-3-16-16,-1-8-21 0,2-6-31 15,3-3-32-15,0-11-85 0,-1-12-126 0,2-4-57 16,1-6-18-16,0-9 11 0,8-1 26 0</inkml:trace>
  <inkml:trace contextRef="#ctx0" brushRef="#br0" timeOffset="192752.33">26921 3349 169 0,'4'-2'345'0,"-4"2"28"0,-4-1 25 15,0 2-97-15,1 2-112 0,-3 4-59 16,-2 2-33-16,1 2-14 0,0 4-14 0,3 4-4 15,-1 4-5-15,0-1-10 0,1 6-8 0,4 3-13 16,-1 1-7-16,1 5-8 0,0 4-5 16,1 3-1-16,-1 1-3 0,4 0-3 0,0-1-2 15,-1 1-6-15,0-2-5 0,0-1-12 0,1-5-16 16,1-4-17-16,0-4-22 0,0-8-21 0,-5-4-18 15,0-3-55-15,-4-5-123 0,-3-5-53 0,-4-2-17 16,-3-4 4-16,4-5 14 0</inkml:trace>
  <inkml:trace contextRef="#ctx0" brushRef="#br0" timeOffset="192955.13">26553 3994 55 0,'-1'7'334'0,"1"-4"31"0,0-3 21 15,0 3-38-15,1-2-136 0,2 2-82 16,1 1-43-16,3-3-25 0,4-1-16 0,-1 0-5 15,7 0-7-15,0 0-8 0,6 0-7 0,2 0-4 16,4 0-8-16,5 0-4 0,-2 2-5 0,0-1-6 16,3 1-12-16,-3 1-17 0,-2-2-19 15,2 2-19-15,-1 3-42 0,-6 0-144 0,-2 0-69 16,-4 1-26-16,-5-1-3 0,2 1 7 0</inkml:trace>
  <inkml:trace contextRef="#ctx0" brushRef="#br0" timeOffset="193407.53">26978 4627 41 0,'-3'-9'317'0,"-1"-2"32"0,-2-2 30 15,-2 2-30-15,0-1-119 0,0 1-61 0,0-2-35 16,-4 2-14-16,5 1-19 0,-3-1-16 16,-1 4-8-16,0 1-11 0,-3 5-8 0,0 2-14 15,-1 5-10-15,-2 1 0 0,-1 4 3 0,1 4 7 16,-4 4 8-16,3 2 10 0,-2 2 16 0,1 5 7 15,0-1 2-15,-1 5 1 0,-1 0-4 0,3 0-7 16,1 0-7-16,2 0-12 0,3 1-7 16,3 3-7-16,2-1-6 0,3-1-1 0,2-2-7 15,2-2-6-15,2-1-3 0,2 0-7 0,3-4-1 16,2 1-6-16,4-5-2 0,3 0-1 0,2-4-11 15,2-3-12-15,4-2-26 0,2-6-29 16,4-3-39-16,1-4-41 0,2-7-37 0,4-5-45 16,0-8-39-16,-5 4-146 0,-3-4-57 15,-2 0-5-15,-5 3 20 0,6-1 41 0</inkml:trace>
  <inkml:trace contextRef="#ctx0" brushRef="#br0" timeOffset="193875.54">27306 5000 194 0,'3'-10'340'16,"-3"4"35"-16,-1-1 30 0,-1 1-103 0,-4 0-89 15,0 0-49-15,0-3-24 0,0 3-17 0,-4 1-14 16,2 4-15-16,-2-1-10 0,1 2-5 16,-3 3-9-16,0 2-5 0,-1 4-5 0,-1 3 0 15,0 0 2-15,-4 5 4 0,0 2 4 0,2 2-1 16,0-1-1-16,2 4 1 0,-1 0-2 15,2 2-5-15,3-1-11 0,-1-1-9 0,4 3-6 16,2-3-10-16,0 4-10 0,4-1-8 0,2-4-1 16,2 0-5-16,4 1-5 0,-1-3-3 15,2-1-8-15,3-3-10 0,2-4-12 0,2-2-14 16,2-4-8-16,1-6-11 0,1-2-6 0,0-4 3 15,0-7 7-15,-2 0 12 0,1-3 7 0,-4-2 13 16,0 1 12-16,-3 0 12 0,-4 3 5 0,-1 2 9 16,-3-2 8-16,-1-2 6 0,-4 1 2 15,-3 0 5-15,0 4 7 0,-3 2 0 0,-3 5-5 16,-4 3-3-16,1 4 0 0,-7 5-8 0,3 0-13 15,0 6-18-15,-3-4-19 0,3 4-24 16,5-1-37-16,2 0-46 0,8 4-53 0,2-5-98 16,-2-4-126-16,3-4-53 0,0-5-6 0,4-1 25 15,2-6 47-15</inkml:trace>
  <inkml:trace contextRef="#ctx0" brushRef="#br0" timeOffset="194343.54">27633 4019 38 0,'-6'2'344'0,"-2"-2"42"15,2 3 38-15,-1 0-10 0,1-2-129 0,1 3-82 16,1-9-47-16,0 2-33 0,4 0-31 0,-3 1-22 16,3 1-15-16,3-1-14 0,2 1-13 15,4-1-8-15,3 0-6 0,1 1-6 0,1-1-6 16,4-2 0-16,1 1 0 0,4 0-3 0,2-3-3 15,-1 4 4-15,2-2-2 0,-2-2-4 0,3 5-12 16,-2-1-17-16,2 1-22 0,-3 1-41 0,2-2-42 16,-10 4-131-16,-5 1-107 0,-4 4-44 15,-9 1-8-15,-1 2 19 0,-6 5 36 0</inkml:trace>
  <inkml:trace contextRef="#ctx0" brushRef="#br0" timeOffset="194530.74">27682 4422 33 0,'0'3'333'0,"1"-3"34"0,1 0 24 15,3-1-27-15,-2-1-126 0,4-1-83 0,2-1-42 16,0-1-27-16,2-2-17 0,3-1-13 0,0 3-11 16,4-4-11-16,3 1-11 0,0 0-9 15,5-2-6-15,1 1-6 0,2 2-18 0,3 1-20 16,3-2-34-16,-3-2-43 0,-1 6-158 0,-4-6-88 15,-3 2-35-15,0-1-6 0,-3-6 15 0</inkml:trace>
  <inkml:trace contextRef="#ctx0" brushRef="#br0" timeOffset="194873.94">28747 3460 125 0,'1'-9'335'0,"-1"1"30"0,-1 0 20 0,1 0-68 15,0 3-120-15,0 1-65 0,0 1-28 0,0-1-15 16,0 3-8-16,0-1-7 0,0 0-8 15,0 0-4-15,0 4-5 0,0 3-3 0,0 2-5 16,0 5 5-16,-3 7 1 0,1 2 2 0,-4 6 4 16,1 5 0-16,-2 5-2 0,-2 3-5 15,1 3-7-15,-1 4-7 0,1 1-13 0,-1 2-7 16,2 1-6-16,0-2-5 0,3-1-9 0,1 0-10 15,3-3-15-15,-2-7-25 0,2 0-34 0,2-11-42 16,1-3-48-16,-2-9-85 0,1-3-134 0,-1-9-56 16,-1-3-10-16,-3-2 23 0,2-4 40 15</inkml:trace>
  <inkml:trace contextRef="#ctx0" brushRef="#br0" timeOffset="195107.94">28464 4234 247 0,'-6'6'378'0,"-1"0"32"0,1-3 19 15,1-1-113-15,1 0-124 0,4-1-68 0,0 1-38 16,4 0-22-16,4-2-15 0,3-2-6 0,3-3-5 16,3 0-4-16,2-1-7 0,1 0-9 15,4-3-5-15,1 3-4 0,2 0-2 0,0 1-2 16,4 0-1-16,1 0 1 0,1-1-1 0,2 3-2 15,0-2-9-15,0 0-14 0,0 2-21 0,-3 0-30 16,0 0-40-16,-3 3-113 0,-5 1-121 0,-6 2-54 16,-7 3-14-16,0 4 12 0,-5 1 29 15</inkml:trace>
  <inkml:trace contextRef="#ctx0" brushRef="#br0" timeOffset="195388.74">28690 4466 242 0,'0'-3'355'0,"0"-1"28"0,0 1 18 16,0 1-117-16,2 0-100 0,-2 1-46 0,0 2-20 15,0 3-10-15,0 1-4 0,3 3-1 16,-3 7 3-16,1 0-5 0,2 7-2 0,-3 4-2 15,0 4 1-15,0 4 0 0,0 3 1 0,-3 3 0 16,-1 1-7-16,-1 4-16 0,1 2-13 0,1-1-18 16,-2 1-14-16,4-2-12 0,-3-4-15 15,4-2-20-15,0-6-26 0,0-4-27 0,5-5-33 16,1-7-34-16,5-6-35 0,-1-8-40 0,8-13-35 15,-4-3-133-15,3-6-71 0,-2-7-25 0,2-3 14 16,3-5 41-16</inkml:trace>
  <inkml:trace contextRef="#ctx0" brushRef="#br0" timeOffset="195763.14">29128 4648 29 0,'3'-3'342'0,"0"-3"40"16,-3 2 34-16,0 1-12 0,-3-1-132 0,0 4-85 15,-1 4-50-15,-5 1-28 0,0 1-21 16,-2 2-12-16,-1 4-7 0,-1-2-7 0,3 7-2 15,-4 1-9-15,5-1-7 0,0 0-7 0,-2 3-10 16,5-3-6-16,2 2-7 0,2-1-4 0,-1 0-3 16,3-3-5-16,3 2 1 0,2 0-1 15,2-3-2-15,5 3 0 0,-2-3-1 0,2 0 0 16,1 4 0-16,0-2-1 0,0 0 2 0,-1 2-1 15,-1-3 1-15,3 3 1 0,-4-2 2 0,1 3-1 16,0-3 0-16,-2 2 2 0,-1-4 4 16,0 1 3-16,-3 0 3 0,-2-3 10 0,-1-1 12 15,-2 0 10-15,-2 2 10 0,-3 0 3 0,1-1 5 16,-5 3-5-16,-2-4-9 0,0-1-8 15,-5-2-11-15,0 2-8 0,-2-2-7 0,-1-4-10 16,0 1-10-16,1-2-17 0,1 1-20 0,1-1-28 16,2-3-33-16,0-7-44 0,7-4-51 15,-1-10-60-15,1 2-153 0,1-8-65 0,2-7-14 16,0-3 19-16,5-14 46 0</inkml:trace>
  <inkml:trace contextRef="#ctx0" brushRef="#br0" timeOffset="195934.74">29187 4547 358 0,'10'-5'407'15,"-2"2"29"-15,0 0 23 0,0 0-157 0,1 2-104 16,5-2-59-16,0 2-31 0,2-2-19 0,3-1-15 16,3 3-8-16,4-4-12 0,1 4-14 15,5-2-10-15,3-4-12 0,0 2-14 0,4 0-22 16,-1-1-26-16,2-4-49 0,2-5-72 0,-4-5-176 15,-2-2-88-15,2 2-35 0,-6 0-5 16,-5 5 34-16</inkml:trace>
  <inkml:trace contextRef="#ctx0" brushRef="#br0" timeOffset="196199.94">29998 3960 42 0,'7'0'331'0,"-1"-1"31"16,2-1 21-16,-1 0-28 0,0-1-123 0,4 1-84 16,0 1-42-16,2-1-17 0,2 1-13 15,2 1-11-15,5 0-9 0,0 1-8 0,2 2-6 16,0 2-11-16,1-1-8 0,4 0-6 0,2 3-8 15,-2 0-6-15,-1 2-13 0,1-1-18 0,-1-1-27 16,-6-1-24-16,-3-5-38 0,-3-1-91 0,-6 0-117 16,-6-1-51-16,1-2-12 0,-4 0 6 0,3-8 28 15</inkml:trace>
  <inkml:trace contextRef="#ctx0" brushRef="#br0" timeOffset="196449.54">30339 3659 81 0,'-5'-5'338'0,"2"0"32"0,3 1 19 0,-1-1-53 16,-1 2-125-16,2 1-87 0,0 1-39 0,0-3-25 15,0 2-12-15,0 2-5 0,2 2 0 0,-1 3 2 16,2 0 2-16,-1 4-1 0,1 1 7 0,2 4 12 16,-4 4 11-16,2 6 10 0,-1 3 5 0,0 5 2 15,-2 5-1-15,-2 6-7 0,-1 4-13 0,1 2-14 16,1 4-16-16,1-2-11 0,0 0-9 0,1 3-14 15,1-5-12-15,5-3-15 0,-1-4-22 0,0-5-32 16,4-8-38-16,2-8-44 0,-2-9-42 0,3-7-103 16,2-11-110-16,-1-5-41 0,-1-7 1 15,2-8 26-15,2-5 37 0</inkml:trace>
  <inkml:trace contextRef="#ctx0" brushRef="#br0" timeOffset="196761.54">31027 3380 195 0,'5'0'343'0,"0"0"28"0,0 0 13 15,-4 0-94-15,2 3-104 0,-1 0-65 0,-1 2-17 16,-1 4-12-16,0 1 0 0,0 1 3 0,-1 5 2 15,-1 3 8-15,1 5-2 0,-2 1-1 0,0 8-2 16,-2 5-3-16,0 5 0 0,1 7 4 0,0 3 0 16,-1-1-5-16,0 1 0 0,1 2-1 0,-1-2-11 15,-1 1-11-15,5-3-17 0,-1-1-10 0,2-4-16 16,0-2-13-16,2-2-11 0,-1-1-16 0,7-7-16 15,-2-3-24-15,0-4-26 0,2-5-26 0,2-1-21 16,1-6-18-16,1-7-25 0,2-5-26 0,1-6-27 16,0-3-75-16,-3-5-119 0,-1-1-52 15,-7 1-2-15,-1 0 25 0,0 3 41 0</inkml:trace>
  <inkml:trace contextRef="#ctx0" brushRef="#br0" timeOffset="196995.54">30776 4332 186 0,'-10'-4'358'15,"0"1"28"-15,1-4 23 0,4 4-92 0,1 2-122 16,4-5-71-16,0 0-40 0,4 0-21 0,2 0-19 16,5-2-7-16,1-4-3 0,5 1 0 15,3 0-2-15,2 0 0 0,3-1-5 0,0 3-9 16,4 1 1-16,0 0-2 0,1-2 0 0,-2 4-5 15,1 1 0-15,0 2 4 0,0 1-6 0,1 2-4 16,1 0-5-16,-1 2-2 0,-1 1-13 0,-2 2-15 16,2 1-21-16,-3-2-32 0,0 3-64 0,-9 3-161 15,-4-2-74-15,-5 0-32 0,-3 2-3 0,-2-7 20 16</inkml:trace>
  <inkml:trace contextRef="#ctx0" brushRef="#br0" timeOffset="197260.74">31049 4490 192 0,'-6'1'355'0,"2"-1"28"0,-3-1 22 16,4 1-95-16,1 0-118 0,0 0-64 0,1 0-27 16,-1 0-14-16,1 1-4 0,1 1-1 15,0 2 2-15,0 5 5 0,0 2 2 0,-4 7 0 16,4 2 0-16,-1 4 3 0,-2 7 3 0,0 2 2 15,1 4-1-15,-1 0-7 0,0 5-4 0,0-1-15 16,0 2-14-16,0 1-21 0,0-2-14 0,2 0-6 16,1 0-12-16,0-4-8 0,0-2-13 15,0-2-17-15,0 1-29 0,0-2-35 0,3-3-35 16,1-1-39-16,7-5-47 0,-2-6-42 0,-4-2-147 15,-1-7-61-15,2-4-14 0,0-5 19 0,5-9 42 16</inkml:trace>
  <inkml:trace contextRef="#ctx0" brushRef="#br0" timeOffset="197650.74">31393 4950 20 0,'7'-11'326'0,"-5"0"33"15,0 3 26-15,-1 0-27 0,-1-2-116 0,-1 2-92 16,-1 1-43-16,0 2-18 0,-2 1-17 0,1 3-3 15,-1 1-7-15,-3 1 0 0,1 3-4 0,-2 1-6 16,0 2-5-16,-2 3-3 0,3 1 0 0,1 6-1 16,-3-3 0-16,3 3-1 0,-1 3-1 15,3 0-2-15,-3-1-2 0,3 4-2 0,1-2-5 16,2 1-2-16,1 1-2 0,1-2-4 0,2 4-5 15,1-1-2-15,3 3 0 0,-3 0-2 0,4-3-3 16,0 2-1-16,2-2-3 0,-1-1-3 0,1-2-1 16,0-1-1-16,-2-4 1 0,-1 0 2 15,1-2-1-15,-1 2 2 0,-3-2-1 0,0 1 0 16,-2-1 0-16,-1-1 3 0,-1-2 3 0,-1 1 4 15,-1-3 8-15,-2 0 4 0,-4-2 1 0,-3 1-2 16,2 2-4-16,-4-2-2 0,-3-2-8 0,0-1-10 16,0 0-8-16,-3-3-9 0,2-2-16 0,-1-4-17 15,2-2-21-15,1-2-31 0,1-7-36 0,6-2-34 16,-2-5-65-16,0-2-148 0,-2-5-65 0,-1-5-12 15,6-1 17-15,1-13 31 0</inkml:trace>
  <inkml:trace contextRef="#ctx0" brushRef="#br0" timeOffset="197822.34">31352 4803 251 0,'16'-5'340'16,"-3"2"30"-16,-1 3 4 0,2 0-104 0,-4 3-88 16,4-1-44-16,0 2-30 0,2 3-23 15,-2 1-21-15,3 0-20 0,-2 2-11 0,2-7-12 16,0 5-10-16,1-2-19 0,-1-1-22 0,2-1-35 15,1-3-86-15,-2-1-146 0,0-1-75 0,-7-1-29 16,3-1-5-16,-10 1 24 0</inkml:trace>
  <inkml:trace contextRef="#ctx0" brushRef="#br0" timeOffset="203438.35">31948 3938 184 0,'-3'1'333'0,"2"-1"27"0,-2-1 20 15,1-1-100-15,1 2-89 0,2-1-44 0,1-1-22 16,-4-2-10-16,1 0-10 0,-3-3-2 0,3 4-10 0,-1 2-10 16,1-2-1-16,1 0 1 0,1-1-2 15,2-3-4-15,5 0 5 0,0-5 9 0,2 0-2 16,0 2 8-16,0 0 10 0,4 1 7 0,-2-3 9 0,2 3 3 15,-1 0 1-15,2-3-7 0,2 3-9 0,1-1-8 16,-2 2-13-16,2 2-19 0,1-1-18 0,2 1-17 16,1 3-15-16,3-1-9 0,-1 1-10 0,2 0-12 15,1 0-22-15,-1 1-33 0,1 2-44 0,-1 2-50 16,2 0-43-16,-4 1-33 0,4 0-20 0,-6 0-16 15,1 0-6-15,-4 2-19 0,-8 3-107 0,-3 0-54 16,-6-2-7-16,-2-1 21 0,-3 0 34 0</inkml:trace>
  <inkml:trace contextRef="#ctx0" brushRef="#br0" timeOffset="203656.75">32225 4111 111 0,'-1'3'354'0,"1"-3"36"0,0 0 32 15,0 0-48-15,0-2-115 0,0 2-76 0,0 0-41 16,0 0-26-16,0 0-25 0,1 0-21 0,1 0-16 16,2 0-11-16,2-1-14 0,2-2-9 0,3 0-9 15,2 0-5-15,2 0-3 0,2 1-7 0,0-1-7 16,3 0-12-16,-2 0-26 0,3-1-33 0,0-2-35 15,4-2-49-15,-5 4-137 0,-4-4-86 0,2-1-28 0,-2 0 5 16,2 1 22-16</inkml:trace>
  <inkml:trace contextRef="#ctx0" brushRef="#br0" timeOffset="204155.95">33016 3434 317 0,'2'-21'365'0,"-2"-1"29"0,0 2 2 0,0 1-147 15,0 3-95-15,3-2-44 0,0 4-29 0,-2 0-21 16,6 1 4-16,-2 0 3 0,3 2-3 0,1 0-7 15,1-2-4-15,0 3-9 0,1 2-20 0,0 3-13 16,0 0-3-16,0 1-6 0,2 2-3 0,-2 2 1 16,3 0-3-16,0 2 1 0,-2 2 2 0,1 1 4 15,-2 0-2-15,1 0 2 0,-3 1 7 0,-1 2-1 16,-2 2 1-16,0 3-2 0,-5 1 7 0,-1 3 3 15,-4-2-3-15,1 3 2 0,-1-2 0 0,-6 3 2 16,-3 3 0-16,-3 1-1 0,-5 2-4 0,0-1 1 0,-2-1 1 16,-1 1-1-16,0-2 0 0,-2-1 4 15,1 2 3-15,1-5-2 0,3 2 2 0,8-1-4 16,1-1-3-16,3-4-3 0,1-3-2 0,1 0-8 0,-1 1-1 15,7-4 1-15,-1 1-1 0,2 0-2 0,3-2 0 16,2 1 4-16,2-3-3 0,4-2-1 0,2 1 1 16,0-1-1-16,2-2 1 0,5-1-1 0,1 0-4 15,1-1-4-15,4-1-6 0,-2-1-4 0,2-1-9 16,-1 3-9-16,3-1-9 0,-2-1-13 0,0 2-13 15,1-4-14-15,-1 3-19 0,-2-1-19 0,0-1-24 16,-4 0-39-16,0 2-111 0,-2-1-69 0,-3 1-20 16,-1 1 5-16,0-1 21 0</inkml:trace>
  <inkml:trace contextRef="#ctx0" brushRef="#br0" timeOffset="204436.75">32957 4063 15 0,'-10'4'337'0,"3"-2"40"0,-1-2 28 0,5-2-13 16,2 1-120-16,-1 1-94 0,2-3-52 0,3-1-31 15,0 1-20-15,5 0-17 0,-1-1-7 0,6 1-2 16,-1-3 9-16,2 5-1 0,0-4-5 0,4-1-4 15,0 5-4-15,0-1-7 0,3 1-18 0,0-1-7 0,1 2-5 16,1 0-1-16,-1 0-5 0,3 2-1 0,-4-1-3 16,5 2-3-16,-2 3-5 0,2-1-10 15,-2-1-17-15,-1-1-17 0,2 2-25 0,-4 0-35 0,-3-2-36 16,0 1-86-16,-4-6-115 0,-2 0-52 0,-3-1-11 15,-2 1 16-15,-3 4 34 0</inkml:trace>
  <inkml:trace contextRef="#ctx0" brushRef="#br0" timeOffset="204748.75">33223 4374 172 0,'0'0'330'16,"0"0"30"-16,0 0 24 0,0 0-94 0,-3 2-100 16,1 1-56-16,-4 2-21 0,3 3-16 0,-1 4-15 15,-3 2-3-15,3 3 5 0,-2 0-3 0,-2 4 1 16,2 5-8-16,-2 1-3 0,1 6-7 0,-4-2-18 15,4 6-5-15,1 0-12 0,-2-2-5 0,2-1-6 16,0-1-7-16,1 1-3 0,2 0-6 0,2-2 0 0,-2-1-4 16,3 0-1-16,0-2-7 0,0-5-2 15,3 2-9-15,0-5-20 0,1 2-14 0,1-5-22 16,2-4-22-16,-1-4-27 0,2-4-21 0,3-6-34 0,1-3-92 15,2-6-82-15,1-6-31 0,-3 1 2 0,5-5 16 16,0-2 41-16</inkml:trace>
  <inkml:trace contextRef="#ctx0" brushRef="#br0" timeOffset="205123.16">33525 4702 119 0,'0'-6'336'0,"2"0"43"0,-2 1 29 0,0 2-63 16,-2-1-113-16,1-1-71 0,-5 1-28 15,1-1-35-15,1 2-15 0,-2 1-7 0,-1 2-7 16,0 2-4-16,-1 1-14 0,4 2-8 0,1 3-8 0,-2 2-13 15,0 0-11-15,1 4-5 0,3-5-1 0,1 3-2 16,1-2-3-16,2 3 1 0,2 0 3 0,1 0-2 16,1 1 0-16,5 2-1 0,-2-2-5 0,0 1-1 15,4-1-2-15,-2-2 1 0,1 0 0 0,1 0 0 16,-1-1 9-16,2 3-3 0,0-1 0 0,-1 1 1 15,0 1-1-15,1-4 4 0,-3 0-8 0,0-1 6 16,0 4 3-16,-3-3-1 0,1 0 4 0,-5 3-6 16,2-5 8-16,-3-1 0 0,-2 0 0 0,-1 0 5 15,-2 2 8-15,-1-4 6 0,-6-1 1 0,-3-2-2 16,-2 0 2-16,-3 0-2 0,-4 1-10 0,-5 2-4 15,1-4 0-15,-3-1-1 0,0 1-5 0,0-2 0 16,-2 0 0-16,2 0-6 0,0 0-10 0,3-2-11 0,-1 1-9 16,4-7-16-16,-1 1-19 0,4-2-18 15,1-3-25-15,3-3-26 0,1-3-32 0,4-5-64 16,-1 2-123-16,3-6-55 0,1-3-8 0,5-2 14 0,1-10 30 15</inkml:trace>
  <inkml:trace contextRef="#ctx0" brushRef="#br0" timeOffset="205294.76">33389 4515 105 0,'10'-1'337'0,"1"-2"31"0,-3-2 20 15,2 1-64-15,2 1-121 0,1 1-62 0,0-1-22 16,2 2-17-16,2 1-7 0,1 1-11 0,1 2-4 0,2-1-21 16,0 0-24-16,4 3-14 0,-3 1-8 15,1-3-8-15,-1 5-4 0,0-2-4 0,-1 3-6 16,-1 0-15-16,2 3-26 0,-8-3-35 0,-1-1-56 0,-8 3-162 15,-5-3-79-15,-5 0-35 0,-6-1 2 0,-1-7 23 16</inkml:trace>
  <inkml:trace contextRef="#ctx0" brushRef="#br0" timeOffset="206620.76">22914 6264 178 0,'0'-26'324'0,"-5"2"29"0,-1-1 25 16,0-2-109-16,1 1-82 0,1 4-43 15,-2 1-17-15,-4 3-15 0,-1 1-7 0,0 1-7 16,-4 1-4-16,-1 4-3 0,0 5-9 0,-1 3-7 15,-4 1-7-15,-4 4-3 0,4 1-2 0,-5 5 2 16,0 5 5-16,-3 4 11 0,0 5 9 0,1 5 10 16,-1 4 10-16,-2 3 2 0,4-2-2 15,2 5-5-15,1-4-10 0,3 4-9 0,1-2-21 16,6 2-11-16,2-2-12 0,2-1-10 0,2-1-12 15,3-2-6-15,4-1-5 0,2 0 0 16,6-2-4-16,0-3-7 0,8-1-9 0,2-4-28 16,6-3-24-16,6-4-37 0,1-6-42 0,8-1-40 15,5-6-32-15,1-6-17 0,4 0-21 16,4-1-13-16,0-4-26 0,-4 1-98 0,0-5-45 15,-3-1-3-15,-5-3 21 0,-2 0 36 0</inkml:trace>
  <inkml:trace contextRef="#ctx0" brushRef="#br0" timeOffset="206948.36">23274 6371 283 0,'-3'-5'353'0,"-3"1"30"0,-2-1-6 16,-1-2-109-16,-3 4-89 0,0 1-44 0,-2 4-30 16,-3 1-18-16,2 4-14 0,-1-1-9 15,-1 2-7-15,2 4-8 0,1 2-8 0,-1-1-9 16,2 2-7-16,5 3-7 0,0 0-10 0,3 3 0 15,4-4-2-15,1 2-1 0,3-1-4 16,1 2 1-16,7-3 4 0,-4 0-3 0,3 1-1 16,1-2-1-16,2-2 0 0,1 3-1 0,2-3-7 15,1 0 1-15,-2 5 1 0,-1-1 1 16,0-3 0-16,-4-3 5 0,0-5 10 0,-3-4 3 15,-2 0 8-15,-2 0 9 0,-3 0 13 0,0 2 10 16,-5 0 5-16,-4 2 5 0,2-1 4 0,-6 3-2 16,-3-2-6-16,0-1-8 0,-3 1-7 15,0 0-11-15,-2 2-10 0,0-5-13 0,1 6-18 16,0-3-25-16,4-1-31 0,2-1-36 0,3-2-58 15,2-5-62-15,-2 4-173 0,7-5-78 0,-1-5-22 16,2-2 10-16,8-6 40 0</inkml:trace>
  <inkml:trace contextRef="#ctx0" brushRef="#br0" timeOffset="208523.96">23364 5133 54 0,'0'-8'280'0,"3"-2"20"0,-3 1 17 15,0-1-70-15,0 1-97 0,1-1-48 0,1-1-10 16,-2 3 0-16,1-1 2 0,-1 5 4 0,0-1 9 15,0 4 2-15,0-1-1 0,0 0-2 0,0 2-7 16,-1 0-4-16,-1 2-1 0,1 0-12 0,-2-1-12 16,-2 7-11-16,-1 0-9 0,2 5-9 15,-3 3-13-15,0 1-5 0,-4 6-3 0,2 1-6 16,1 3-3-16,1 0-4 0,1 2-1 0,4-2-11 15,-1 1-7-15,0-1-21 0,2-3-27 16,1-2-40-16,1-5-60 0,-1-2-93 0,0 0-138 16,0-6-59-16,-1-1-14 0,1 0 18 0,-2-3 47 15</inkml:trace>
  <inkml:trace contextRef="#ctx0" brushRef="#br0" timeOffset="209163.56">23523 6697 45 0,'0'2'317'15,"0"-4"31"-15,0 1 28 0,0-1-42 0,0 1-102 16,0-1-66-16,0 1-31 0,0-1-16 0,0 2-14 16,0 0-8-16,-3 0-14 0,3 2-5 15,-1 1-8-15,-2 0-6 0,-1 3-4 0,-1 4-4 16,0 6-3-16,2 0-10 0,0 3-8 0,0 4-14 15,1-2-8-15,-1 3-9 0,3-3-4 0,3 3-3 16,-3 0-9-16,4 2-17 0,-1 0-25 16,0-4-37-16,1 1-54 0,3-6-89 0,-2-6-142 15,1-2-60-15,-4-6-16 0,1-5 15 0,-1-1 42 16</inkml:trace>
  <inkml:trace contextRef="#ctx0" brushRef="#br0" timeOffset="209896.76">24174 6461 189 0,'-3'-5'338'0,"0"0"35"16,2-1 29-16,-2-1-102 0,0 4-95 15,0-1-47-15,1-2-27 0,2 3-27 0,2 2-23 16,2-2-19-16,1-1-13 0,1 1-13 0,5 0-10 15,1 0-4-15,3 1-3 0,2 2-3 0,1 2-4 16,2 0-1-16,1 1-4 0,2 0-1 16,1 0-3-16,2 2 3 0,1-2-5 0,-1 0-6 15,1 2-9-15,-3-2-14 0,0 0-22 16,-1 1-30-16,-2-1-35 0,-3 0-69 0,-4 5-139 15,-7 0-65-15,-4-2-20 0,1 2 7 0,-4-8 27 16</inkml:trace>
  <inkml:trace contextRef="#ctx0" brushRef="#br0" timeOffset="210099.56">24275 6811 284 0,'-3'5'402'15,"1"-3"40"-15,-1-2 26 0,2-2-115 0,1-1-129 16,1-2-73-16,5 0-45 0,4-1-35 0,2-2-22 15,3 2-11-15,3-1-10 0,3-1-9 0,1 2-9 16,2-2-3-16,0-1-13 0,4 3-16 16,-3 2-21-16,4-1-34 0,-2 0-48 0,-5 1-112 15,1 1-125-15,-6-1-57 0,-4 2-18 0,-2-1 16 16,-5-2 38-16</inkml:trace>
  <inkml:trace contextRef="#ctx0" brushRef="#br1" timeOffset="-196315.33">25099 6389 203 0,'0'-6'282'16,"0"-1"3"-16,0-1-46 0,0 0-63 0,-1-3-69 16,-1 1-41-16,1 1-23 0,1-4-7 0,-4 2-3 15,4 1-1-15,0-1 4 0,-3 1 5 16,3-1 1-16,-1 3 6 0,-1 1 5 0,0 0 3 15,2 0 6-15,0-3 4 0,-3 3 8 0,3 2 1 16,0 0 5-16,3 2 2 0,-3 1-4 0,2 0-3 16,0 1-6-16,-1 1-5 0,-1 0-7 0,0 1-8 15,-1 3-4-15,-1 1-2 0,0 3 0 16,-3 5-4-16,-1-1-1 0,1 4-3 0,1 1-3 15,-4 1-6-15,1 2-8 0,0 2-5 0,1 1-4 16,2-1-1-16,1 2-7 0,-3-2-3 16,1 0-8-16,4-2-8 0,-2-1-10 0,3-1-18 15,0-1-18-15,1-4-23 0,1 0-22 0,-2 0-24 16,1-6-22-16,4 0-31 0,1-3-110 15,0-8-74-15,0-3-24 0,2-2 5 0,0-6 18 16</inkml:trace>
  <inkml:trace contextRef="#ctx0" brushRef="#br1" timeOffset="-195940.92">25411 6114 125 0,'5'-8'316'0,"-4"-2"24"0,1 4 20 0,-1 1-85 16,1 0-106-16,-2 1-57 0,-2 0-30 0,1 2-22 15,-1 4-15-15,-2 4-3 0,1 3-8 0,-2 0-9 16,-1 4-3-16,3-1-1 0,-3 2 0 16,1 0-9-16,2 3 3 0,-1 0 3 0,0 1-2 15,3 0-2-15,-1 1-1 0,2 2-3 0,0 0-2 16,2-2-3-16,-1 2-2 0,4-3 3 15,1 3-2-15,-1-3-1 0,4 2-2 0,-3-1 2 16,0 2 1-16,2-3-3 0,1-1-2 0,-2 1 0 16,1-2 0-16,-2-1-2 0,1-1-2 0,0-4-1 15,-4 4 6-15,-2-5 4 0,2-1 4 16,-1-1 4-16,-2-3 6 0,0 3 5 0,-2 0-2 15,-2-1-1-15,-2 0 0 0,-5 0-4 0,-3 0-2 16,1 3-7-16,-3-5 2 0,0 6-3 0,0-2-6 16,-3 0-6-16,2 0-11 0,-1 2-11 0,-1-4-23 15,3-1-27-15,-1-4-32 0,5-4-94 16,1-5-112-16,2-5-51 0,2-1-14 0,4-4 9 15,1 1 26-15</inkml:trace>
  <inkml:trace contextRef="#ctx0" brushRef="#br1" timeOffset="-195753.72">25405 6121 57 0,'6'0'343'16,"0"-1"33"-16,-1 1 18 0,1 0-36 0,-3 1-132 16,1 3-87-16,-1 3-52 0,1 0-29 0,0 1-17 15,1 4-13-15,4-1-6 0,1 2-13 16,4 2-6-16,1-2-8 0,5-2-9 0,-2 1-13 15,5-3-14-15,1-1-28 0,-1-3-61 0,-1 0-140 16,-1-2-68-16,-3-3-25 0,-1-3-9 0,-1-2 21 16</inkml:trace>
  <inkml:trace contextRef="#ctx0" brushRef="#br1" timeOffset="-195426.12">25060 7056 254 0,'-5'-5'360'0,"-1"-3"31"0,0 0 21 15,1-3-134-15,2 1-91 0,3 1-49 0,0-4-30 16,0 2-23-16,5 1-15 0,1 1-9 0,3-1-11 16,2 0-9-16,1 4-10 0,5 0-8 0,-2 2-4 15,3 1-5-15,3 1-1 0,1 2-6 16,2 2-3-16,0 3-1 0,4 2-3 0,1 0-5 15,-1 3-7-15,1 0-7 0,0 1-16 0,-4 2-22 16,1-1-30-16,-1 1-29 0,-3 0-40 0,-5 0-122 16,-3-2-81-16,-6-1-28 0,-5 1 3 0,2 2 18 15</inkml:trace>
  <inkml:trace contextRef="#ctx0" brushRef="#br1" timeOffset="-194942.52">25265 7512 166 0,'-4'0'324'0,"0"-1"26"0,0-3 17 15,1 1-112-15,1-2-97 0,1 0-57 16,-1 1-34-16,2-1-24 0,3 0-15 0,2 1-12 15,3-2-2-15,3 3-7 0,2 0-5 0,1-2 3 16,1 1 1-16,-3-3 2 0,5 2-1 0,-5 2 8 16,4 0 7-16,-2 3 2 0,0 3 6 0,-2-3 3 15,1 0 2-15,-2 2-3 0,-1 2 4 16,-3 5-2-16,1 2-3 0,-4 3 3 0,-1 0-1 15,-3 4-1-15,0 3-4 0,-3 2-1 0,-1-1-4 16,-5 1-2-16,1 0-7 0,0-1-3 0,1-1-3 16,-4 2-1-16,4-1-5 0,-3-1-3 15,3-2 1-15,-1-2 2 0,2 0-2 0,1-5 2 16,2 0 1-16,0-3 1 0,2 1 5 0,1-4-2 15,0 1-2-15,1-3 0 0,2-1 2 16,0 1 2-16,1-2-6 0,2-2 3 0,3-2 1 16,-2-2 0-16,3 1-3 0,2-1-4 0,1-1 0 15,3-1-4-15,0-4-2 0,4 0-1 16,-2 0-1-16,2-1-4 0,-1 1-2 0,2-1-10 15,1 1-6-15,-2-4-15 0,5 4-18 0,-6-2-15 16,2 1-21-16,-4 2-13 0,1-1-29 0,0 0-82 16,-2-4-86-16,-1 1-37 0,-1 0-6 0,-2 2 9 15,2 1 27-15</inkml:trace>
  <inkml:trace contextRef="#ctx0" brushRef="#br1" timeOffset="-189856.91">26121 6680 65 0,'-1'0'341'16,"-2"-4"41"-16,0-2 28 0,1 2-32 16,1-1-132-16,-1 0-75 0,2 1-47 0,0 1-34 15,0 0-22-15,2 0-19 0,1-2-13 0,0 5-12 16,1 0-9-16,4 4-4 0,-1-1-7 15,3 0-2-15,0 0-1 0,1 2 0 0,1 0-1 16,5-2-2-16,-3 2 0 0,4-2-6 0,-1 1-6 16,1 0-14-16,2-2-19 0,1-1-20 0,2 1-23 15,2-2-29-15,-1-2-71 0,-3 1-116 16,-2-2-50-16,-3-1-16 0,-3-2 7 0,0 1 21 15</inkml:trace>
  <inkml:trace contextRef="#ctx0" brushRef="#br1" timeOffset="-189607.31">26217 6974 212 0,'-4'2'375'16,"1"-2"32"-16,-1-2 18 0,1 1-102 15,2-1-124-15,1 0-71 0,1-1-51 0,2 2-28 16,1-1-17-16,3 1-11 0,4-2-7 0,3 1-7 16,2 1-5-16,1-1-8 0,3 0-9 0,0-3-14 15,1 0-14-15,2 1-23 0,1-3-26 16,-3-1-52-16,2-1-133 0,-2-1-67 0,-1-1-25 15,0-2 4-15,1-3 15 0</inkml:trace>
  <inkml:trace contextRef="#ctx0" brushRef="#br1" timeOffset="-189264.11">27090 6330 98 0,'9'-7'308'0,"1"-2"21"16,0-3 13-16,1 3-78 0,1-1-112 0,1-1-63 15,1 3-27-15,1 0-16 0,-2 1-10 0,2 1-7 16,-1 1-3-16,1 1-3 0,-3 2-1 15,0 4 2-15,0 1 5 0,-1 2 8 0,-3 1 3 16,0 4 3-16,-1 2 4 0,-3 6-2 0,-1 3-4 16,-1 2-2-16,-2 4-7 0,-2 3-8 0,-1 0-2 15,0 3-10-15,-3 3-3 0,-1 1-5 16,-3 1-5-16,3 2-1 0,-3 2-7 0,-1-2-5 15,-2 0-14-15,1-2-13 0,5-1-11 0,-3-2-30 16,3-4-29-16,-4-3-87 0,4-7-104 0,0-3-45 16,0-6-19-16,1 0 14 0,0-4 25 15</inkml:trace>
  <inkml:trace contextRef="#ctx0" brushRef="#br1" timeOffset="-189014.51">27139 6733 34 0,'-5'-2'343'0,"2"-1"44"0,0-2 30 16,2 2-16-16,-3-2-133 0,3 2-89 0,1 2-52 16,0-4-38-16,1 1-32 0,-1 1-19 0,4 1-11 15,0 2-12-15,2 0-8 0,4 2-6 16,-2-1-1-16,3 3-9 0,4 1-3 0,1-2-2 15,-1 0-6-15,0 3-6 0,2-2-12 0,0-3-13 16,2 1-17-16,1-2-19 0,1-2-19 0,1-1-32 16,-4-2-70-16,-1 1-87 0,-2 1-37 0,-1-4-9 15,-1 2 7-15,2 0 32 0</inkml:trace>
  <inkml:trace contextRef="#ctx0" brushRef="#br1" timeOffset="-188827.31">27573 6763 35 0,'7'10'302'15,"-3"-2"34"-15,-1 0 26 0,-3 3-40 0,2 0-104 16,-2 0-59-16,0 4-33 0,0-3-22 15,-2 2-17-15,-1 2-15 0,0 1-15 0,-2 1-9 16,-2 3-10-16,1 1-10 0,-2 2-10 0,0 3-4 16,-2 2-3-16,1 0-9 0,-3 2-11 0,1 2-13 15,1 0-24-15,1-4-30 0,3 0-35 16,1-2-76-16,0-5-123 0,2-4-54 0,3-10-18 15,3-7 10-15,7-7 25 0</inkml:trace>
  <inkml:trace contextRef="#ctx0" brushRef="#br1" timeOffset="-188406.11">28207 6496 80 0,'3'-5'336'0,"-2"1"36"0,1-1 28 15,-2 1-53-15,0 2-119 0,0 1-74 16,0 1-49-16,0 0-30 0,0 0-24 0,-2 1-13 16,1 5-11-16,-6 0-3 0,1 3-1 0,-3 5-4 15,3 0-5-15,-1 0 2 0,2 4 2 16,0-1-2-16,0-1-1 0,2 4-1 0,-1-5 0 15,3 5-1-15,1-2-6 0,0 1-1 0,0-2-3 16,1 2 0-16,3-1-1 0,-4 2-1 0,0-3 2 16,0 0-2-16,1 3 1 0,6-5-2 0,-1 3 0 15,1-3-1-15,-3-3-1 0,2 3 2 16,-2-3-1-16,1 2 1 0,-3-5 0 0,1-1 1 15,-2-3 1-15,-1-2-1 0,0 0 1 0,0 0-2 16,0 2 0-16,-1 0 0 0,-2-1 1 0,0-1 1 16,-5-2-2-16,1 2 3 0,-4 0 0 15,-2 0-3-15,2 1 0 0,-4-1-5 0,-1-2 4 16,1 3-4-16,-2 2-4 0,1-4-3 0,-3 1-6 15,1-1-8-15,1-2-15 0,1-2-12 16,0 0-18-16,1-1-25 0,6-3-25 0,3-2-65 16,-1-2-114-16,2-8-52 0,2-1-12 0,4-8 10 15,6-5 22-15</inkml:trace>
  <inkml:trace contextRef="#ctx0" brushRef="#br1" timeOffset="-188234.51">28068 6571 192 0,'18'-17'359'0,"-4"-2"36"0,3 2 35 0,-2 1-91 16,0 2-101-16,1 1-58 0,2 1-37 0,-2 1-25 15,0 4-20-15,2 0-13 0,-1 3-14 16,1 1-9-16,0-3-12 0,2 5-6 0,0 1-13 15,0 1-11-15,-1 5-7 0,-1-2-10 0,-1 3-13 16,1 0-26-16,-4 2-33 0,1-1-50 16,-2 1-74-16,-3 6-167 0,-2-3-81 0,-4 0-27 15,-4-1 8-15,-4-10 35 0</inkml:trace>
  <inkml:trace contextRef="#ctx0" brushRef="#br1" timeOffset="-187017.71">28436 7082 80 0,'0'11'295'0,"0"-2"20"15,0-2 17-15,0-4-79 0,0 3-97 0,0-3-48 16,0 4-26-16,0-2-10 0,0-2-7 15,0 0-3-15,4-1-5 0,-4-2-5 0,4 0-1 16,-1-2 4-16,1 1 2 0,3-1 3 0,2-1-2 16,4-4-2-16,6-1-5 0,3-3-12 0,3-6-10 15,4-4-8-15,1-2-3 0,3-2-9 16,4-4-2-16,1 0 0 0,3-3-3 0,-3-2-8 15,0 1 3-15,0 0 3 0,2-4 1 0,-4 3-2 16,-2 0 3-16,-5 4 5 0,-4 1-4 0,-3 5-1 16,-2 2 1-16,-5 4-1 0,-5 2-2 0,1 2 1 15,-3 4 1-15,-2 3 5 0,-2-2-2 16,-1 4 1-16,-3 2 2 0,0 3-1 0,0 2-1 15,0 2-1-15,-3 7-3 0,-1-1 1 0,0 4-2 16,-1 0 0-16,2 2-2 0,0-2 2 16,1 0 1-16,1 3 1 0,2-3-7 0,2 0 1 15,0-1 1-15,4 0 0 0,1-2-2 0,3-1-3 16,4-4 7-16,0-3-2 0,5-1 0 15,3-4-2-15,0-1-1 0,1-2 3 0,0-1-1 16,1-5 1-16,-2 1 0 0,-2-1 1 0,-1 1-1 16,-3-1 1-16,-4 3 3 0,-2 2-1 0,-2 0 3 15,-2 5 6-15,-4-1 3 0,0 1 4 16,1 2 4-16,-4 2 6 0,-2 4 7 0,-3 3-1 15,-3 6 3-15,-3 1 1 0,-2 7 1 0,-2 4-6 16,-2-1-6-16,1 3-4 0,0 4-5 0,0 0-4 16,-1-1-7-16,5 2-2 0,1 1-5 15,-1-3-4-15,6-3-11 0,3-3-14 0,2-4-16 16,2-4-22-16,4-1-31 0,5-6-40 0,4-3-40 15,1-7-131-15,4-9-98 0,3-4-38 16,-2-6 0-16,8-4 26 0,-3 0 41 0</inkml:trace>
  <inkml:trace contextRef="#ctx0" brushRef="#br1" timeOffset="-183710.5">30029 6427 54 0,'-2'4'264'16,"2"-4"23"-16,0-4-19 0,0 4-51 0,2 0-64 15,-2 0-62-15,0-2-34 0,0 1-22 0,0 1-14 16,0 0-3-16,-2 0-1 0,1-2 2 0,1 1 3 16,-2-1 3-16,2 1 5 0,0-1 2 0,0 0 2 15,-1 2 2-15,1 0-1 0,-2 0 2 16,0-1-2-16,2-1 1 0,0 1 0 0,0-1-2 15,0-1 0-15,0-1 4 0,-3 1 3 0,0-1 0 16,1-1 2-16,-1 2 2 0,6-2 4 0,-3 1-2 16,2 1-3-16,0 0 1 0,-1 1-4 0,-1 2-4 15,0 2-6-15,0 1-3 0,0 4 0 0,-5 4 2 16,2 7 4-16,-4 3 4 0,0 0 6 0,-3 9 3 15,-1 0-2-15,-2 3-4 0,0 5-3 0,0 0-6 16,1 2-9-16,-1-1-3 0,-1 3-4 0,0 2-3 16,2-6-10-16,0 2-1 0,1-2 1 15,4-1-2-15,0-2-2 0,3-2 0 0,-2-5 2 16,5-4-5-16,-3-1-9 0,4-6-8 0,0-2-13 15,4-3-13-15,-4-2-17 0,3-4-17 16,2-4-21-16,0-2-23 0,0-5-18 0,2-3-20 16,1-3-67-16,-1-2-105 0,-2-7-38 0,-1-3-6 15,1-1 13-15,1-6 22 0</inkml:trace>
  <inkml:trace contextRef="#ctx0" brushRef="#br1" timeOffset="-183460.9">29927 6353 110 0,'0'0'340'0,"1"0"26"0,2-4 16 0,0 2-71 16,-1 0-114-16,1 1-72 0,2 1-43 0,-2 1-18 15,4 3-9-15,1 3-6 0,1-3-6 0,4 2-6 16,3 1-5-16,3 0-7 0,2 0-6 0,0-4-5 15,3 4-4-15,2-4-3 0,-1 0 1 0,3-1-3 16,-2 0-2-16,1-1-1 0,1 1-1 0,-2-2-8 16,-2 0-11-16,-6 0-13 0,0-2-15 0,-2 1-21 15,-4-1-22-15,-5-2-29 0,-2 3-91 16,-5-2-97-16,-5-2-41 0,-2 3-12 0,-7 1 8 15,0 2 29-15</inkml:trace>
  <inkml:trace contextRef="#ctx0" brushRef="#br1" timeOffset="-183242.5">29883 6627 73 0,'-2'7'323'0,"4"-4"30"16,-1-2 18-16,1-1-62 0,2 5-103 15,1-3-66-15,-2 1-40 0,1 1-16 0,6 2-8 16,2 0-3-16,2 0-9 0,4 4-5 0,-1-2-9 15,4 0-8-15,1 2-9 0,2-1-6 0,0 2-7 16,3-1-8-16,0-2-3 0,1 0-3 0,2-1-17 16,-1-3-14-16,0-2-29 0,0-2-36 0,-2-5-92 15,-5-6-141-15,-4 0-63 0,-4-2-26 16,-2 0 5-16,-5 1 28 0</inkml:trace>
  <inkml:trace contextRef="#ctx0" brushRef="#br1" timeOffset="-161137.86">9030 11568 252 0,'-4'-5'288'0,"-1"-1"11"16,-1 0-46-16,3-3-110 0,-3 5-60 0,4-1-35 16,-1 2-17-16,2 0-9 0,-1-1-3 0,1 2-3 15,-1 1-2-15,2-1-1 0,0 1-1 16,0-1-1-16,2-1 0 0,-1 1-2 0,1 1-2 15,-1 1-1-15,-1 0-2 0,0-2-1 0,3 1-2 16,2-1 0-16,1 2 1 0,0 0-1 16,2 0 0-16,-1-3 2 0,4 3-2 0,-1 0 0 15,1 0 0-15,1 3-1 0,1-3 0 0,0 2-1 16,-1-1 1-16,2 1 0 0,0-1 0 15,0 4 1-15,2-2 1 0,0 0 3 0,-2-1-3 16,3 0-2-16,0 0 1 0,1-1-1 0,1 1-2 16,0-2-4-16,0 1 1 0,0-1 2 0,2 0-2 15,0 0 2-15,0 0 2 0,1 0 1 0,1 0-3 16,-1 0 1-16,3-1 0 0,1-2-2 15,3-4 4-15,3-1-3 0,2 2 0 0,1-4-2 16,3 2 1-16,1-1-1 0,4-3-7 0,-2 4 6 16,6-1 4-16,-1 0 3 0,4 0 4 15,0-4 2-15,-1 2 5 0,2 1-2 0,2-1 1 16,-4 7 2-16,4-4 0 0,1 1-1 0,-2 1-1 15,2-1 0-15,1 3 0 0,1-3-1 16,0 2-2-16,4 0 3 0,-2 2-1 0,4 0-2 16,-1 0-2-16,1-2-1 0,1 2 0 0,-1-2-3 15,0 3-2-15,2 1-1 0,-2 1 0 0,1 0-2 16,-3 1 1-16,1 1-2 0,3 3-1 15,-1-2 2-15,0 0-1 0,1 1-3 0,0 0 2 16,-1 1 2-16,1 1 3 0,0 3 1 0,-1-3 3 16,1 0 6-16,0 2-1 0,0 4-6 0,-1-5 2 15,-3 6 1-15,1-2 2 0,-1 4-3 0,-1-3-4 16,0 3 11-16,0 2-4 0,1-1-2 15,-3 2-4-15,3 0 0 0,-3-2 3 0,-1 1-3 16,0 1-2-16,-2 1 0 0,-1-3 0 16,-4 4 0-16,1-3-3 0,-4 2-1 0,1 2 1 15,-2-2-1-15,-2 1 0 0,-3-3 1 0,-2 4-1 16,1-2 1-16,0 2 1 0,-4 0-2 15,0-1-1-15,-2 1-2 0,-1 1 2 0,0-1-2 16,-2 3-4-16,-1 0 3 0,-1 0 2 0,-3-1 1 16,1 3 0-16,-2-1 2 0,0 4 3 0,-3 1 0 15,1-1-3-15,0 2 1 0,-1-1 0 0,0 2 1 16,-1 3 1-16,2-1 1 0,-3-1 3 15,0 3 4-15,0 0-1 0,2 3 2 0,-2-1 1 16,-1 1 2-16,-2-1-1 0,2 0-1 0,-4-1 2 16,0 0 0-16,0-4-1 0,0 4 2 0,-3-2 0 15,0-1 1-15,-1 1-4 0,-1 0-1 16,0 0 3-16,2 1-2 0,-2-1 1 0,-1 0 2 15,0-1 1-15,0 3 2 0,-3-1-1 0,-1 1 1 16,-1-2-1-16,1-1-2 0,-3 0 0 16,-1-2-2-16,0-2-2 0,-1 0 1 0,-3 1-4 15,1-1 2-15,-1-1-3 0,-6 1 1 0,0 1 1 16,-1 0-1-16,-1-4 3 0,-3 1 6 15,-4 0-2-15,0-4-5 0,-2 1-2 0,-3-1-3 16,-3-3-3-16,-2-2-7 0,-3 2 7 0,-1-4 3 16,-3 1 4-16,2-4 5 0,-1 1 6 0,-1-4 2 15,-1-1 2-15,0-2 2 0,-3-1-2 0,0 5 0 16,-1-4-4-16,-3-2-3 0,0 1-2 15,-2-2-1-15,-1-4-2 0,-2-1 3 0,0 0 0 16,-4-1 1-16,0-3-1 0,-3 1 1 0,-2 0-1 16,2-2 0-16,-5 0 0 0,0 1 0 15,0-3-3-15,0-3-2 0,0 3 2 0,1-4-2 16,-4-1-4-16,-3 0-3 0,-1 0 1 0,1-3-2 15,3 0-5-15,4-1-3 0,-2 2 2 16,0-4 0-16,-2-2 2 0,-2 3 1 0,2-1 4 16,-1-2 3-16,1 2 8 0,-1-2-3 0,1 3 0 15,2-2 1-15,-1 1 0 0,1-1-1 0,1 5-3 16,0-1 4-16,-1 0 1 0,1 0-3 15,-1-5-3-15,-1 5 0 0,1-4-1 0,0 2-2 16,-1 2-2-16,-1-3 0 0,4 5 0 0,-1 0-1 16,1-1-3-16,1 1 1 0,0 0 0 0,2 1 1 15,-1-2-2-15,2 4 0 0,-1 0 3 16,0-1-4-16,3 1 2 0,-1 0-3 0,-2 1 2 15,3-3 3-15,-2 5 2 0,-1-4 3 0,2 1 0 16,1 2 4-16,0 0 2 0,1 3 2 16,3 0-1-16,1 0-2 0,2 1-3 0,2 2 2 15,0-1-1-15,0-2-7 0,1 2 2 0,0-2 0 16,3 0 2-16,-2 1-1 0,1-3-2 15,-1 0 1-15,3 0-1 0,-1-1-1 0,2 1 0 16,-1-1 0-16,-2 0 0 0,0-2-2 0,3 1 2 16,-4-1 2-16,4 1 1 0,1-1-3 0,-1-3 1 15,3 2 0-15,0 0 0 0,2-3-2 0,2 1-1 16,0-1 2-16,3-4 1 0,1 0-1 15,0-1-4-15,1 0 2 0,4-3-2 0,2-1-2 16,0-2 3-16,0-4-3 0,5 0 2 0,0-3 2 16,3 0-1-16,1 0 0 0,0-2-2 0,3 1-1 15,2-1 2-15,3-1-1 0,2-2 5 16,4-2 4-16,-1 0 0 0,5-1 4 0,1-2-1 15,4-1-1-15,0 0 0 0,3 2-3 0,3 2 2 16,-2 0 1-16,2 3-1 0,2-2 3 16,1 4-2-16,2-2-3 0,-1 3 0 0,0 2-1 15,4 1-1-15,-1 1 0 0,0 0 1 0,1 3 1 16,1 1-2-16,1-1 5 0,3 2-3 15,1-1 0-15,1-1 0 0,0 2 0 0,3-2 1 16,1 2-6-16,-1 0 4 0,-2 6-1 0,2-2-2 16,0 1-2-16,-1 3 0 0,1 2 2 0,2-1-2 15,-1 4-2-15,-3 3 0 0,2 1 1 0,-1 3 0 16,1 1-1-16,0 6 0 0,-2 1-3 15,2 5-4-15,0 2-7 0,-2 7-16 0,1 3-23 16,-1 7-37-16,1 4-39 0,2 10-168 0,0 1-85 16,-4-2-31-16,-4 1-1 0,0-10 25 15</inkml:trace>
  <inkml:trace contextRef="#ctx0" brushRef="#br1" timeOffset="-154211.45">22135 9120 136 0,'-15'-11'282'16,"-1"-4"15"-16,-2 1 11 0,3-2-129 15,-2 4-72-15,0-2-36 0,2 0-18 0,1 0-8 16,-2-4-3-16,2 4-2 0,1 1 0 0,0 0-3 16,1 0 2-16,5 2-5 0,-3-3-1 0,0 3 7 15,1-1 2-15,-1 3 10 0,3 0-3 0,-4 2 1 16,2 2-2-16,-2 2-6 0,-1 3-4 15,0 3-8-15,-1 3 3 0,-3 6 1 0,-2 0-1 16,0 8 2-16,-3 0 2 0,-1 6-1 0,2 3-1 16,-1 1-1-16,0 6 0 0,1 3-1 15,-1 3-6-15,0 1-2 0,2 0-5 0,3 2-2 16,0 1-6-16,3-1-5 0,3-2 1 0,4 0-5 15,3 1-2-15,3-5-2 0,3 0 1 16,7-4-2-16,0-2-1 0,7-5-2 0,2-1 0 16,3-3-2-16,5-1-7 0,-2-2 0 0,0-6-7 15,7 0-10-15,3-2-9 0,10-5-14 0,0-2-16 16,1-3-19-16,-1-1-18 0,-3-2-11 15,1-2-17-15,-1 1-50 0,-7 1-103 0,-3-2-43 16,-3 1-12-16,-1-2 7 0,0-4 17 0</inkml:trace>
  <inkml:trace contextRef="#ctx0" brushRef="#br1" timeOffset="-153649.85">22369 9649 71 0,'-1'-14'281'0,"-2"-2"20"0,1 1 15 15,-1-3-86-15,0 1-93 0,0 2-45 16,1-1-23-16,-1 1-16 0,2 2-6 0,-1 0-4 15,0 4-3-15,2 3-2 0,-4 1-4 0,4 1-1 16,0 3 1-16,-1 1 5 0,1 5 4 16,-2 3 3-16,1 4 2 0,1 8 4 0,-3 1-6 15,0 6-6-15,-2 5-8 0,0 3-6 0,2 5-6 16,-2 0-8-16,1 7-5 0,0 1-3 15,1 3 0-15,-2 1-1 0,0 3-2 0,2-3 2 16,2 3 0-16,-2-6-2 0,-1-2-4 0,2-4-5 16,0-6-5-16,1-5-7 0,-1-3-5 0,1-8-3 15,-1-3-4-15,2-6-3 0,0-6-5 0,-1-4-2 16,1-7-6-16,0-6-5 0,-2-7-4 15,1-6-2-15,1-3-2 0,0-8 1 0,0-5 0 16,0-3 4-16,1-5 6 0,1-5 10 0,-1 0 12 16,1 1 9-16,1 0 14 0,2 1 9 15,-1 5 5-15,0 1 5 0,2 1 2 0,2 5 3 16,2 0-4-16,1 4 1 0,2 3 0 0,0 3 2 15,3 3 0-15,0 2 1 0,0 4 2 16,2 1 1-16,-3 4-4 0,3 3 0 0,-4 0-3 16,3 4 2-16,2 4 1 0,-3 1-4 0,2 3 1 15,-4 1 1-15,0 1 1 0,0 1-2 0,-3 3 1 16,3 2 3-16,-7 3 1 0,3 2 0 15,-3 0 2-15,-3 3 2 0,0-2-2 0,-4 2 2 16,-4 0 3-16,0 0 3 0,-6 0 0 0,-3-2-2 16,-2 3 2-16,0-3-5 0,-5 0-6 0,-1 1-5 15,-4-4-6-15,0 1-3 0,0-3-8 16,0-1 1-16,0 0-3 0,2-3-1 0,0-1-3 15,4 0-5-15,3-3-9 0,5-1-21 0,3 0-16 16,5-1-20-16,3-3-27 0,4 0-118 16,3-5-80-16,4-3-30 0,5 0-10 0,5-2 8 15</inkml:trace>
  <inkml:trace contextRef="#ctx0" brushRef="#br1" timeOffset="-153447.05">23069 9510 173 0,'15'2'313'15,"-6"0"20"-15,2 1 12 0,1 0-124 0,-3 0-93 16,2 2-50-16,2 0-30 0,1 1-18 0,3 2-9 16,0 2-14-16,4-2-3 0,3-1-5 0,3 0-4 15,0 0-9-15,0 0-14 0,3 0-13 0,-4 1-57 16,-5 1-122-16,-2 3-63 0,-3-3-26 15,-5 1-7-15,-1-3 6 0</inkml:trace>
  <inkml:trace contextRef="#ctx0" brushRef="#br1" timeOffset="-153275.45">23218 9941 90 0,'-6'6'305'16,"-2"-1"23"-16,4-3 10 0,-3-1-80 0,7 1-114 15,0 0-62-15,4-1-36 0,3 2-21 0,7 0-11 16,0-1-6-16,7-2-5 0,0 0-7 15,6-2-11-15,2 1-17 0,0-1-39 0,-1 2-132 16,1-1-69-16,-2-2-31 0,0-2-11 0,5-5 6 16</inkml:trace>
  <inkml:trace contextRef="#ctx0" brushRef="#br1" timeOffset="-152589.05">24377 9235 208 0,'-6'-11'300'0,"-2"-2"18"0,-3 0-4 16,-1-1-119-16,3-2-68 0,-3 2-37 0,-3-2-16 15,-1 2-11-15,0 0-6 0,-1 3 0 16,-3 2-3-16,2-1 0 0,-3 2-5 0,-1 0-3 15,1 3-4-15,-3 4-9 0,-1 2 2 0,0 2-1 16,-4 4-1-16,-3 6 4 0,-2 1 1 16,1 7 10-16,-2 3-2 0,-1 4-1 0,4 3 3 15,0 3-3-15,1-1-2 0,4 7-8 0,2-2-7 16,-1 4-4-16,4 2-6 0,2-2-3 15,5 2-9-15,0-2-1 0,5 1-3 0,3-2-1 16,5-1-4-16,2-2-4 0,3 1 5 0,3-4-1 16,5 1-4-16,6-5-8 0,2 0-5 0,3-4-4 15,5-6-19-15,5-3-18 0,3-8-17 0,5-3-16 16,2-7-23-16,4-5-25 0,-5-4-59 15,-3 1-109-15,-3-5-49 0,-3-1-12 0,0-3 11 16,2-7 21-16</inkml:trace>
  <inkml:trace contextRef="#ctx0" brushRef="#br1" timeOffset="-152214.65">24408 9584 100 0,'0'-12'306'0,"-4"3"27"16,1-2 17-16,-1 0-83 0,-4 1-96 15,0 2-52-15,-1 2-34 0,2-1-19 0,-3 6-12 16,3-1-9-16,-4 4-7 0,4-1-10 0,-3 1-3 15,0 4-1-15,1 0-4 0,-1 5-5 16,2-1-3-16,-2 5 0 0,4-1-3 0,2 1-4 16,0 1-2-16,3-2-3 0,1 2-1 0,1 2 0 15,3-2 0-15,0 1 0 0,4 0-2 0,2 0 3 16,1-1 1-16,3 2-4 0,1-3 1 15,0 0 1-15,2 1 1 0,-2-3 2 0,0 2 1 16,-2-2 3-16,-1 1 0 0,-3-3-3 0,-1 2 1 16,-1-4-1-16,-1-1 2 0,-1-1 6 0,-2-1 7 15,-3-1 6-15,0 2 4 0,-5 0 2 16,-4 0-1-16,2-3-7 0,-4 1-3 0,-3 2-6 15,0-1-5-15,-4 0-5 0,1 0 0 0,-1 1 1 16,1 1-7-16,-2-2-3 0,1 4-10 16,2-3-15-16,1-1-25 0,6-3-31 0,1-2-33 15,4 1-125-15,-1-2-89 0,3-3-39 0,4-2-4 16,6-4 15-16</inkml:trace>
  <inkml:trace contextRef="#ctx0" brushRef="#br1" timeOffset="-151933.85">24787 9720 59 0,'-3'-6'296'0,"3"1"24"0,-1-1 17 0,-1-1-67 0,1 2-110 16,-1 0-65-16,1 2-35 0,1 2-20 15,0 1-13-15,0 1-6 0,0 2 4 0,0 2 5 16,0 1 6-16,-5 6 3 0,4 0 7 0,-2 3-1 16,0 4-2-16,-4 4-5 0,1 4-5 15,2 2-5-15,-2-1-5 0,-2 3-1 0,4-1-3 16,-3 2-5-16,3-3-7 0,1 1 0 0,-3-3-4 15,3-2-10-15,0-1-14 0,1-5-13 16,2-1-25-16,2-6-38 0,-2 1-137 0,0-6-89 16,0-7-36-16,0 0-12 0,4-8 11 0</inkml:trace>
  <inkml:trace contextRef="#ctx0" brushRef="#br1" timeOffset="-151336.05">25250 9901 300 0,'-3'-13'345'0,"-2"2"24"16,-1-2-12-16,5 4-125 0,-2-1-78 16,3 0-48-16,0 6-30 0,0-5-24 0,3 4-18 15,2-1-12-15,5 0-5 0,1-1-2 0,2-1-1 16,2 2 2-16,5 0 1 0,0-1 1 15,4 2 0-15,2 1-3 0,1 1-1 0,5-1-2 16,0 3-6-16,0 1-2 0,0 0-5 0,-1 0-4 16,4 1 0-16,-3-1-5 0,-2 2-6 15,1 1-12-15,-4-1-18 0,-1 1-18 0,-5-2-21 16,-6-1-25-16,2 0-91 0,-6-4-94 0,-5-1-38 15,-5-1-12-15,-1-6 5 0,-1 4 21 0</inkml:trace>
  <inkml:trace contextRef="#ctx0" brushRef="#br1" timeOffset="-151086.45">25496 9389 293 0,'0'1'325'0,"0"1"19"0,0 3-28 15,2 0-118-15,-2 1-70 0,0 5-41 16,0 5-17-16,1 4-9 0,-1 4-9 0,3 4-6 16,-3 3-6-16,2 3-5 0,-2 5-10 0,0 3-7 15,-2 1-8-15,2 3-5 0,-3 7-5 16,3-2-3-16,-1 0-7 0,-1-3-13 0,1-3-19 15,1 0-28-15,0-4-82 0,0-8-125 0,1-8-59 16,1-5-24-16,-1-11 4 0,2-3 19 16</inkml:trace>
  <inkml:trace contextRef="#ctx0" brushRef="#br1" timeOffset="-150415.64">26585 9533 140 0,'2'-10'293'0,"1"-3"20"0,-1 2-6 15,-2 0-83-15,-2 0-84 0,-1 0-42 0,-2 0-13 16,2-1-7-16,-1 1-1 0,-3-2 1 16,3 2 0-16,-4 0-2 0,1 0-8 0,-4 3-4 15,-1 1-8-15,0 2-4 0,-2 1-7 0,-1 1-5 16,-2 3-1-16,0 1-5 0,-1 5-2 0,0 4-4 15,-2 1 2-15,-1 6-1 0,-1-2-1 16,3 4-1-16,-2 2 0 0,4 5-2 0,-5 1 2 16,5 6-1-16,-1 8-2 0,3 1-1 0,3-1-2 15,1 4-4-15,3 3-4 0,1-2-2 16,3 1-5-16,1-1 2 0,3-2-3 0,3 1-5 15,1 0 4-15,8-4 3 0,1-7 0 0,0 0-3 16,6-4-6-16,3-4-4 0,4-9-16 16,3-2-23-16,3-7-28 0,1-5-33 0,2-3-39 15,0-8-50-15,-3 1-146 0,-1-10-67 0,-2-1-17 16,-5-3 9-16,2 0 31 0</inkml:trace>
  <inkml:trace contextRef="#ctx0" brushRef="#br1" timeOffset="-148886.84">26899 9786 295 0,'0'-10'324'0,"0"0"24"0,-2 3-28 0,1-1-111 15,-1-1-64-15,1 3-42 0,1 0-22 16,0-1-19-16,1 1-15 0,1-1-13 0,-1 3-9 16,2-3-4-16,1 4-2 0,-2 1-1 0,3 1 1 15,-2-1 3-15,-2 2 5 0,1 0 5 16,-1 2 5-16,1 2 8 0,-1 5 5 0,3-3 4 15,-4 6 1-15,0 2 1 0,0 2-4 0,0 1-6 16,0 2-9-16,0 4-6 0,0-1-7 16,0 4-10-16,1-1-5 0,2 1-2 0,1 1-3 15,1-1 0-15,0-2-3 0,1 0 2 0,2-3-1 16,-1-6-4-16,0-2-6 0,3-2-5 0,1-2-8 15,2-5-15-15,-1-4-15 0,8-3-21 0,-3-4-21 16,3-8-24-16,1-1-22 0,-6-1-26 16,2-4-96-16,-3-2-77 0,-3 1-27 0,2-1 1 15,-2 2 15-15</inkml:trace>
  <inkml:trace contextRef="#ctx0" brushRef="#br1" timeOffset="-148684.04">27229 9673 131 0,'-2'-4'319'16,"-1"1"25"-16,0 1 14 0,-2 2-90 0,2 2-96 16,2 5-53-16,-7 3-28 0,7 3-14 0,-4 3-7 15,2 7-8-15,-3 2-6 0,1 4-12 16,-3 10-5-16,1-1-5 0,0 6-9 0,-3 5-5 15,5 0-7-15,-3 2-7 0,0 2-20 0,4 1-28 16,0-4-39-16,-4-1-132 0,-2-5-112 0,3-8-57 16,-3-5-18-16,3-10 7 0,3-8 32 0</inkml:trace>
  <inkml:trace contextRef="#ctx0" brushRef="#br1" timeOffset="-139075.02">27848 9619 219 0,'-5'-6'353'0,"-1"-2"38"15,0 0 31-15,-3 0-119 0,1 0-81 16,4 1-48-16,1 2-42 0,1 1-34 0,2-1-27 15,2 0-20-15,5-3-14 0,5 0-13 0,4 0-4 16,2-2-2-16,2-1 3 0,2-2 0 0,0 2 0 16,-2 0 5-16,2 0 1 0,-4 2-1 15,1 0 0-15,-1 3-4 0,-3-2-3 0,2 0-3 16,-2 1-2-16,-1 1-4 0,0 2-3 0,-1 1-1 15,-1-1-6-15,-1 2-7 0,4 2-9 0,-1 2-17 16,3 2-25-16,-3-1-30 0,4 1-32 0,-3 1-35 16,-2 1-97-16,-2 3-114 0,-2-5-45 15,-7 6-4-15,1-2 15 0,-3 3 30 0</inkml:trace>
  <inkml:trace contextRef="#ctx0" brushRef="#br1" timeOffset="-138872.22">27965 10055 201 0,'-13'3'367'0,"-2"-3"39"16,5 0 28-16,-4 0-102 0,5 0-104 0,3 0-70 16,3-2-49-16,0-1-39 0,6-2-27 15,4-3-14-15,3-1-11 0,6-3-9 0,3 3-7 16,3-3-15-16,3-2-23 0,0-1-32 0,3 1-39 15,-4-2-95-15,-2 4-127 0,-1-5-55 0,-3 1-17 16,2 1 11-16,-2-5 26 0</inkml:trace>
  <inkml:trace contextRef="#ctx0" brushRef="#br1" timeOffset="-137733.42">29024 8939 128 0,'0'-4'330'0,"-2"-1"28"0,0 2 19 16,2 0-81-16,-3 3-114 0,0 4-64 0,2 1-36 16,-2 3-23-16,0 6-13 0,1 2-7 15,-1 5 0-15,0 4-4 0,1 4 1 0,-2 4 0 16,1 0-1-16,-2 5-3 0,2 1-3 0,-1 4-2 15,-3-2-3-15,0 3-10 0,0 1-4 0,0 1-2 16,1 2-5-16,-2 2-3 0,3-2-3 0,-1 0-1 16,1-1-7-16,0-2-9 0,2-1-15 15,-1-4-14-15,0-4-18 0,4-4-25 0,2-5-30 16,-2-6-119-16,0-5-83 0,2-6-36 0,1-9-8 15,3-8 12-15</inkml:trace>
  <inkml:trace contextRef="#ctx0" brushRef="#br1" timeOffset="-137359.02">29247 9354 148 0,'-3'-7'367'0,"-3"-1"46"15,0 2 26-15,1 1-59 0,1 1-133 16,0 1-81-16,1 2-52 0,0 1-39 0,2 3-28 15,-3 4-20-15,4 2-11 0,0 6-7 0,4 0-7 16,0 3-8-16,1 3 0 0,3 2-3 0,-1-1-4 16,2 2-1-16,0-2-1 0,1 0 1 15,2-1-2-15,-2 0 4 0,1-5 2 0,1 2 0 16,-1-5 4-16,0-1 2 0,-1 1 4 0,-1-2-1 15,1-1 1-15,0-2 4 0,-2 1 1 0,-1 0 1 16,3-1 0-16,-3-1 4 0,1 5 2 16,-4-3 3-16,-1 1 3 0,0 0 2 0,1-1-1 15,-3 3 1-15,-2-3-1 0,-3 4 0 0,0 3-5 16,-5-2-2-16,-1 6-3 0,-5-3-3 15,0 1 0-15,-3 2-7 0,0 0 1 0,-1-3 0 16,-2 1-3-16,-2 0-8 0,6-5-12 0,-4 1-12 16,3-5-26-16,1-2-32 0,1-6-46 15,-1-1-155-15,-1-5-80 0,2-7-34 0,0-3-3 16,3-11 21-16</inkml:trace>
  <inkml:trace contextRef="#ctx0" brushRef="#br1" timeOffset="-137171.83">29203 9235 37 0,'10'-11'349'0,"0"-2"35"0,-3 2 23 0,3-2-10 16,1 4-150-16,2-3-92 0,3 3-61 0,1-1-34 15,4 4-23-15,2 3-23 0,0 1-17 0,5 2-22 16,0 2-27-16,3-1-33 0,-2 4-133 15,-3 1-102-15,-1-2-49 0,-2 1-15 0,-1-4 9 16,-3 2 26-16</inkml:trace>
  <inkml:trace contextRef="#ctx0" brushRef="#br1" timeOffset="-136937.83">29851 9501 177 0,'1'9'359'0,"1"-5"32"0,0 0 16 16,-1-2-95-16,3-1-120 0,-1 1-69 0,3-1-49 15,2-1-29-15,6 0-15 0,1 0-10 0,5-1-10 16,-2-2-7-16,3 0-1 0,4-2-8 0,-1 3-3 16,1-1-6-16,0-3 0 0,3 1-12 15,-3 0-10-15,1 0-10 0,-2-1-9 0,0 1-10 16,-2-1-22-16,-2 1-64 0,-5 0-109 0,-1-1-49 15,-6-2-22-15,-1-2-3 0,3 0 15 0</inkml:trace>
  <inkml:trace contextRef="#ctx0" brushRef="#br1" timeOffset="-136735.02">30205 9067 76 0,'-9'-3'330'0,"2"0"31"0,0 0 22 16,1 0-54-16,0 3-123 0,0 1-72 0,0 2-42 15,2 4-23-15,-3 4-17 0,3 2-11 0,-1 3-8 16,-1 1-8-16,3 4-6 0,2 4-6 0,-2 4-4 15,0 4-2-15,-1-2-5 0,1 6-1 0,2 2-3 16,1 1-4-16,-2 1-6 0,2 2-7 0,0 2-12 16,-1-2-15-16,-1 0-24 0,2-2-36 15,0-2-137-15,0-3-81 0,3-9-33 0,-1-4-9 16,6-13 11-16</inkml:trace>
  <inkml:trace contextRef="#ctx0" brushRef="#br1" timeOffset="-136126.62">30607 9160 58 0,'-7'-10'344'16,"0"-4"41"-16,-1 1 35 0,2 0-22 15,2-1-134-15,-1 1-78 0,3 2-47 0,-2 0-35 16,4 3-32-16,4 0-18 0,0 1-17 0,2 3-10 15,1-5-13-15,4 5-6 0,3-1-1 0,1 2-4 16,3 1 1-16,0 1-2 0,2 1-1 0,1-2 2 16,1 1 2-16,-1-1-2 0,0 1 0 0,1-1 1 15,-2 2 3-15,1 0-3 0,-2 0-2 0,-2 2 3 16,1-1 1-16,-4 2 0 0,1 0 1 0,-2 2 6 15,-3 1 2-15,-1 4 4 0,1-2 5 0,-1 1 5 16,-2 4 4-16,-1 5 4 0,-3 1 2 0,0 3 4 16,-1 2-2-16,-4 7-2 0,-1 1-4 15,0 5-5-15,-5 3-6 0,0 2-7 0,-2 0-4 16,0 3-5-16,-5 2-3 0,1 2-4 0,-4 1-3 15,2 1-4-15,0 0-8 0,2-1-13 0,-3 1-17 16,3-4-24-16,3-4-39 0,1-3-50 0,3-5-107 16,-4-6-130-16,5-10-61 0,-2-8-17 0,8-8 20 15,0-6 44-15</inkml:trace>
  <inkml:trace contextRef="#ctx0" brushRef="#br1" timeOffset="-135799.02">31183 9545 220 0,'5'7'354'0,"-2"-2"29"0,-3 0 20 0,0 1-111 16,-3 2-95-16,-1 2-58 0,-1 2-31 15,0 1-20-15,-3 5-12 0,2-1-16 0,-2 3-11 16,-2 4-10-16,-1 3-9 0,-2 1-6 0,1 3-7 15,1 1-5-15,-6 1-4 0,5 1-4 0,-1 0-2 16,-1-4-5-16,0 2-5 0,3-3-9 0,2-1-15 16,0-7-23-16,3-3-23 0,5-2-24 0,1-8-38 15,-4-2-137-15,4-6-79 0,5-4-29 0,1-4-2 16,6-10 14-16</inkml:trace>
  <inkml:trace contextRef="#ctx0" brushRef="#br1" timeOffset="-135409.02">31481 9421 110 0,'0'-11'327'0,"0"1"27"0,0-3 10 0,-3 5-64 15,0 2-111-15,-1 1-69 0,0 2-38 0,0 1-19 16,-2 4-5-16,2 2-18 0,-1 3-12 0,2 3-7 15,-3 1-3-15,4 2-4 0,-1-1 0 0,1 4-3 16,1-1-2-16,1-1-1 0,0 5-3 0,1 1 0 16,1-3-5-16,1 2 0 0,-1 2 1 0,1 0 1 15,1-3 0-15,-1-1-1 0,4 2 1 0,-2-1 3 16,1 1 0-16,1-3 0 0,-3 2 2 0,4-3-1 15,1 2 4-15,-1-1-3 0,-1-2 5 16,1-1-2-16,1 1 2 0,-3-2 1 0,0-1-4 16,0 2 0-16,-1-2-2 0,1-1-2 0,-3-1-1 15,0 0 0-15,-2-3 0 0,2-3 1 16,-3-2 3-16,-3 1 1 0,2 1 0 0,-5 2-2 0,-3-1-2 15,0 2 2-15,-2 0-5 0,-3-5-3 0,2 3-7 16,-5-1-5-16,2-2-6 0,-5 1-16 0,3-1-15 16,1-2-23-16,0-7-27 0,-2 3-131 15,0-6-97-15,4-2-43 0,1-3-13 0,1-6 10 16</inkml:trace>
  <inkml:trace contextRef="#ctx0" brushRef="#br1" timeOffset="-135237.42">31559 9288 168 0,'18'2'339'0,"3"-2"25"16,1 0 17-16,-2 0-100 0,5 0-113 0,3 0-65 16,1 0-41-16,1 0-22 0,4 0-10 0,1 0-8 15,5-2-6-15,5 0-18 0,-4 2-25 0,4 0-30 16,-7 4-131-16,-1-1-105 0,-4-2-57 0,-5 1-16 15,1-4 11-15</inkml:trace>
  <inkml:trace contextRef="#ctx0" brushRef="#br1" timeOffset="-134909.83">32047 9696 32 0,'11'1'296'16,"0"-2"23"-16,0-2 15 0,2 0-54 0,2-2-104 15,-1 0-68-15,0 0-35 0,4-1-19 0,-2 1-12 16,0 0-7-16,3 1-8 0,-2-2-8 0,3 3-5 16,-3 2-6-16,-1 1 2 0,2 1-4 0,-4 1-5 15,3-1-6-15,-3 3-9 0,-4-1-10 0,2 3-30 16,-6 4-83-16,-2 1-116 0,-8 0-54 0,0 1-25 15,-2-4-6-15,-3 1 18 0</inkml:trace>
  <inkml:trace contextRef="#ctx0" brushRef="#br1" timeOffset="-134738.22">32152 10010 177 0,'2'1'317'0,"-1"-1"21"0,1-3 1 16,1-2-99-16,1 0-91 0,5-3-52 0,-1 2-32 16,3-4-23-16,2 2-9 0,-1-1-11 0,5-1-8 15,-2 1-8-15,0-1-4 0,-1 2 3 0,4-2-3 16,-4-3-2-16,3 2-3 0,-3 0-6 0,1-2-12 15,-5 4-17-15,3 1-29 0,-1 1-81 0,-9 4-109 16,-2 3-51-16,-1 0-19 0,0 0-3 0,5-3 19 16</inkml:trace>
  <inkml:trace contextRef="#ctx0" brushRef="#br1" timeOffset="-134223.42">32677 9523 264 0,'-2'-16'353'0,"1"0"28"15,-2 2 7-15,1-1-124 0,0 6-92 0,1-1-50 16,-1 2-33-16,1 4-25 0,1-3-16 0,1 2-14 16,2 0-8-16,1 2-11 0,2 0-4 0,2 2-3 15,0 1 0-15,0 0-3 0,1 0-2 0,1 1 2 16,0 1-1-16,-1 1 2 0,0 1-1 0,2 3-1 15,-4 1 2-15,1-2 4 0,-2-1-2 0,2 1-1 16,-2 1 3-16,-2-1 0 0,-2 4-1 0,1 0-2 16,-3 1-2-16,-1 2-1 0,-3-2-1 0,0 2-1 15,-4 1-1-15,-2 2-1 0,-3 0 1 0,-5 1-2 16,3 0 1-16,-5-3-2 0,3 2 0 0,2-1 1 15,-3-3 1-15,3 3-1 0,-2-3 1 0,2 3-1 0,2-3 2 16,-1 0 0-16,4-1 3 0,-2-1 2 0,8-2-2 16,-2-2 2-16,1 0-2 0,3-1-2 15,2 0-4-15,0-2 2 0,3 0 4 0,2 0-2 0,0 1 2 16,4-1 1-16,-2-1 2 0,3-2 0 0,0-4-4 15,4 1 1-15,-3-2 2 0,2 4 0 0,1-2-4 16,-2 1-2-16,2-3 0 0,-3 0-4 0,0 0-8 16,0 1-8-16,0-2-8 0,1-1-18 0,-1-1-23 15,2 3-26-15,-4 1-64 0,-1 4-138 0,-2-4-69 16,-3 0-23-16,5-2 0 0,-1-5 19 0</inkml:trace>
  <inkml:trace contextRef="#ctx0" brushRef="#br1" timeOffset="-133849.02">32996 9229 319 0,'0'-10'366'0,"0"4"27"0,0 0-1 0,4 1-119 15,-4 0-85-15,2 0-53 0,1 2-35 0,0 0-24 16,0 3-20-16,4-2-22 0,-1-1-9 0,2 1-6 15,-1 1-2-15,0 1-1 0,3 0 1 0,0 1 3 16,1 1 1-16,0 1 2 0,0-1-1 0,0 2 0 16,-1 3-5-16,0 0-3 0,-2-1-7 0,-1 3-3 15,2 4-1-15,-4 0-2 0,-1 1-2 0,-1 4 1 16,-3-1 0-16,0 6-2 0,-3-2 0 0,-1 4 3 15,-1-1 0-15,-2 2-1 0,-1 1-1 0,-1-1 4 0,-3 1-1 16,1-2-2-16,0-2 0 0,0 1 2 0,0-3 1 16,-3 1 1-16,3-1 1 0,1-2-1 15,-1-1 0-15,1 1 0 0,2-3 1 0,2 0 0 0,2-2-3 16,-1-1 1-16,2 2 0 0,3-5 0 0,0 2-1 15,0 0 1-15,0-2-2 0,3-2-5 0,2 0-4 16,0 1-6-16,1-3-11 0,4 0-17 0,-3-1-16 16,7-4-20-16,-3-1-20 0,2-1-24 0,1-1-40 15,-1 0-91-15,-3 2-85 0,0 0-32 0,2 2-6 16,-2-2 15-16,0 0 38 0</inkml:trace>
  <inkml:trace contextRef="#ctx0" brushRef="#br1" timeOffset="-133646.22">33360 9861 207 0,'4'-5'313'0,"0"-2"24"0,0 3-32 15,-3-1-61-15,1 0-68 0,-1 5-52 0,-1-1-28 16,-1 1-18-16,-1 0-14 0,-1 1-17 0,1-1-14 16,-2 3-12-16,1 2-6 0,-1 0-5 0,2 2-5 15,-1 0-3-15,0 4-5 0,1-1-6 0,-1 0-8 16,2-2-9-16,1 0-13 0,0-5-11 0,1 2-14 15,2-5-12-15,4-3-48 0,-1 1-92 0,2-1-73 16,0-5-33-16,0-3-8 0,1-6 7 0</inkml:trace>
  <inkml:trace contextRef="#ctx0" brushRef="#br1" timeOffset="-133334.21">33556 9524 65 0,'3'-10'325'0,"0"-1"36"0,-3 2 28 16,-2 1-52-16,1 2-105 0,-2 3-68 0,0 1-44 16,-2 2-28-16,2 4-20 0,-3 0-14 0,2 3-8 15,-3 2-6-15,3 2-1 0,-4 3-8 0,2 1 0 16,2 3-4-16,1 1-2 0,-2 3-6 0,0-1-6 15,1 3 1-15,0-3-8 0,4 1 0 0,-4 1-4 16,4-2 2-16,0 1-7 0,0 0 2 0,0 2-1 16,4-3 1-16,-4 1-3 0,3-2-2 0,-2 1 3 15,3-2-3-15,-2 1 0 0,1-2-1 0,0 0 1 16,-1-4 2-16,1 1-1 0,0-1 1 0,-2-1 0 15,2-2 1-15,-3 0 0 0,3 2 2 0,-3-3 0 0,2-1 1 16,0 1 2-16,-2-1-1 0,0 1-2 0,-2 0 3 16,0-4 0-16,-1 0-4 0,0-1 0 15,-1 0 0-15,-4 0 2 0,1 0-3 0,-3-1-2 0,3-2 0 16,-7-1-4-16,3 1-4 0,-1 2-11 0,-1-3-11 15,-1 1-18-15,0-2-24 0,0-2-34 0,2-5-48 16,-3 1-156-16,1-5-76 0,1-8-26 0,2-4 0 16,5-8 25-16</inkml:trace>
  <inkml:trace contextRef="#ctx0" brushRef="#br1" timeOffset="-133131.41">33513 9497 248 0,'14'-4'356'0,"-2"-1"29"0,1 2 19 16,0 1-131-16,-1 2-91 0,5 2-56 0,-2-1-31 15,3 3-23-15,-1-1-17 0,3 1-13 0,-1 5-12 16,2-3-10-16,1 5-9 0,1 1-5 0,-2-2-6 16,-2 2-8-16,-3-1-10 0,-3-1-21 0,-4-1-26 15,0 1-41-15,-3-2-103 0,0-2-115 0,-1-1-49 16,-4 0-14-16,2 2 11 0,-3-1 29 0</inkml:trace>
  <inkml:trace contextRef="#ctx0" brushRef="#br1" timeOffset="-48572.27">22507 9960 172 0,'3'-1'254'15,"1"-1"-10"-15,-4 0-40 0,1 1-46 0,1-1-57 16,-1 1-42-16,1 1-23 0,-1 0-13 16,-1 0-7-16,0 1-2 0,0-1 0 0,0 0 1 15,0 0-3-15,0 0-2 0,0 2 1 0,0-2-6 16,0-2 0-16,0 1 4 0,2-3 2 0,-2 4 2 15,0 4-1-15,1-3 8 0,-1 1 3 0,0-1 2 16,2 1 2-16,-2 0 2 0,0-1 5 16,0 1 1-16,3-1 11 0,-2 1-2 0,1-1 0 15,-2 1 6-15,0-1 4 0,0 1 1 0,3 1-6 16,-3 1 7-16,0-1 2 0,1 2-2 15,1-1 0-15,-2 3 0 0,1 1 5 0,-1 3 6 16,-3 8 13-16,-1 5 11 0,-5 7 12 0,0 3 3 16,-2 5-1-16,0 3-8 0,1 1-18 15,-3 0-18-15,1 0-23 0,5 1-25 0,-4-1-41 16,4-2-57-16,5-6-84 0,4-1-206 0,3-13-104 15,3-19-47-15,1-20-1 0,6-22 30 0,2-15 76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7-30T01:57:52.18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11246 824 74 0,'-3'-3'256'16,"0"-2"13"-16,0-1-29 0,1-1-58 0,-1-1-59 15,0 5-57-15,-2-3-25 0,1-1-15 0,3 1-7 16,-2-2 1-16,1-1-3 0,-1 2-1 15,-1 1-6-15,0-2-2 0,0-1 3 0,1 2-4 16,-3-4-1-16,1 5 1 0,2 0 3 0,0 0 0 16,0-1-3-16,2-1 1 0,-3 2 1 15,0 0-4-15,0 0-3 0,2 2 1 0,-1-1-2 16,0 0-2-16,0-1 2 0,1-2 4 0,-2 1 3 15,1 1-4-15,0 0 2 0,-2 1 5 0,1-3 1 16,2 5-3-16,-2-3 1 0,0 0 2 16,-2 1 3-16,-1 1-3 0,-1-1-2 0,2-1 0 15,2-3 0-15,-3 5 0 0,1-1-3 0,-4 0-2 16,2 0 0-16,-1 0-1 0,-1 1-2 0,0-2 1 15,-1 2-3-15,-2 0 1 0,1 0-1 0,-1 2-4 16,-2 2 5-16,1-1-2 0,-5 1 1 16,-2 1 2-16,1-1 2 0,-3 2 1 0,2-1-3 15,-3 2 0-15,3 1 2 0,-3 0-1 0,0-3-1 16,0 4-1-16,4-2 0 0,-1 0 1 15,-2 0 0-15,3 1-3 0,-6-1 1 0,2 2 1 16,-1-1 0-16,0 4 2 0,0-1-5 16,1-1 2-16,-4 2 0 0,3 2-1 0,-6 2-2 15,2 2-2-15,1 1 2 0,0 1-1 0,2-1 2 16,2-2 2-16,-1 1 0 0,3-1 1 0,2 1-2 15,0-1 1-15,0-2-2 0,2 0-3 0,1 2 0 16,2-2 1-16,2 1 2 0,-1 0 1 16,-1 3 1-16,2-3-1 0,-2 3 2 0,1-2-2 15,0 0 1-15,3 1 0 0,-2 0 0 0,3 0 1 16,1 4-3-16,-1-3 3 0,-1 2 0 0,1 1 0 15,3 0-1-15,0 3 1 0,2 0 2 16,-1-1 2-16,-1 1-2 0,0 3-1 0,2 0-1 16,-2 0 1-16,4 3 1 0,-2 0-2 0,0-1 0 15,2 1 0-15,-1 2 3 0,1 0-1 16,-1 0-3-16,0 2-1 0,1 0 1 0,3 1-2 15,-1-2-2-15,-1 1 2 0,2-1 1 0,-1 2 3 16,-1-1-2-16,1-3 5 0,1 2-1 16,0 1-3-16,-4 1-1 0,4-1-3 0,0 0-1 15,0 1-1-15,0 1 2 0,0-2 1 0,0 1 0 16,4 2 0-16,-4 0-3 0,3-1 1 0,0 1 1 15,-2-1-2-15,4 2 0 0,1 1 0 0,-3 0 5 16,3 2-5-16,-2 0-1 0,3-1-2 16,-3 1 0-16,4-1 0 0,-2-1-1 0,-2 2 2 15,-1-2 1-15,4 6-1 0,0-3 5 0,1 2 3 16,-2 1 1-16,-2-3 4 0,3 0 1 15,-2-1 3-15,1-1-1 0,1-2-1 0,-3 2 2 16,2 3-5-16,2 0 0 0,-4-1 0 0,1-1-2 16,1-1 1-16,-3-1-1 0,2 1 5 15,0 0 0-15,-1-1-1 0,0 2 0 0,-1-2 0 16,2 1 0-16,0-2-3 0,-2 6-2 0,1-5 1 15,0 1-1-15,1 0 0 0,0 0-1 0,-2 1 0 16,3 1 1-16,-1-1 1 0,-1 2-1 16,5 0-8-16,-3 0 3 0,-1 0 3 0,0 0-1 15,1 0-2-15,-1 0 2 0,2 0 7 0,-3 0-3 16,6-2-2-16,-4 2 2 0,1-2-1 0,1 1 0 15,-5-3 2-15,1 0-4 0,-1 2-1 0,2-1-1 16,1-2-1-16,-3 4 1 0,2-6-1 16,-2 3 0-16,0 0 2 0,0 2 1 0,-2-4 0 15,2 1-2-15,1 3-1 0,0-5 0 16,-1 3-1-16,-2-2 0 0,2 1 0 0,0 1 0 15,1-1 0-15,-1 2-1 0,0-1 3 0,1 2 2 16,2-3 1-16,-1-1 3 0,1 1 1 16,-1-2 2-16,2 0 0 0,0 1-4 0,3-2 0 15,-3 0 2-15,1-1 0 0,6-1 0 0,-4-1 1 16,5-1 3-16,-2 1-2 0,2 0 1 0,0 0 2 15,3-2-3-15,1 1 1 0,2-3-2 0,2-1 2 16,-2 0-4-16,3-3-2 0,1-1 2 16,4-2 1-16,-1 2-3 0,1-3 2 0,2-1 6 15,-1 2-3-15,1-2 2 0,-1 1-3 0,2-1 1 16,-2 2-1-16,5-4-6 0,-3 2 2 0,2-2 1 15,-1 1-1-15,1 1 1 0,-1-3 0 16,-1 0 1-16,2-2 1 0,-1 0 2 0,2-1-2 16,-2-1 0-16,1 3-2 0,-1-6 0 0,1 2 1 15,1-3-4-15,2-2 2 0,-2-1 4 16,4-2-2-16,-3-2-1 0,3 1-3 0,-1-3 0 15,1-1 3-15,1-3-2 0,-1 4 1 0,1-6-2 16,1 2 1-16,-2-2-2 0,3-3 1 16,-2 1 1-16,2-4 3 0,0-4 2 0,4 1 3 15,-2-3 5-15,1 0-3 0,0-5-3 0,-1-1-3 16,-2-1 2-16,1-1 0 0,1-4 1 0,0-1 1 15,2-2 1-15,-2-3 3 0,1-1-3 0,3-4-3 16,-3-2-2-16,-1 1-5 0,0-2 2 16,-3 0 2-16,2 0 0 0,0-2 5 0,-4-3 1 15,1 2 5-15,1 0-3 0,-2-3 1 0,-2 1-1 16,0-1 1-16,-1-3 0 0,2 1 1 15,-5-1-1-15,1 4-2 0,-2-2 3 0,-3 0 1 16,-1 0-4-16,-2 3-1 0,1-3 2 0,-3-2 2 16,0-1-2-16,0-3-3 0,-4 0 1 15,1-2-1-15,-3-3-2 0,0 2-2 0,0-3-2 16,-3-2 0-16,1 2-1 0,0-4 1 0,0-1 0 15,-2 0-3-15,3-1 1 0,-5 1-1 0,2-4 0 16,-2 0 2-16,-3-1-1 0,2-1 4 16,-7-1 0-16,2 1 8 0,1-1 6 0,-4 1 0 15,-3 1 3-15,0 2 1 0,-3 4 1 0,-4 6-2 16,1-1-2-16,-2 3-1 0,-2-3-1 0,-1-5-1 15,-3 4 5-15,0-2-1 0,-2 4-2 16,-4 0 2-16,-1 2 0 0,1-3-1 0,-4 2-4 16,0-2-1-16,-4 4-3 0,0-2-3 0,-1-2-5 15,-2 3 1-15,-2-3-2 0,-2 2-2 16,-3 0 3-16,-6 2-3 0,-1 2 1 0,-1 3-4 15,-3-1-1-15,-5 3-3 0,-2 1-1 0,-1 3-1 16,-4 1 0-16,2 1 0 0,0 2 0 16,-2 3 0-16,2-1-1 0,-2 0-2 0,4 2-1 15,-4 2 1-15,1 0 0 0,0 4-3 0,0 2 5 16,1 2 2-16,0 4 0 0,3 1 6 0,0 7 3 15,2 6-3-15,-2 5 6 0,2 5 0 0,-2 5 3 16,6 7-1-16,-3 4-4 0,0 7 5 16,1 4-11-16,2 5-4 0,-2 2-22 0,6 3-30 15,-1 2-34-15,4 2-38 0,-2 5-61 0,2 0-144 16,0-1-62-16,4-4-12 0,6-1 14 0,1-5 26 15</inkml:trace>
  <inkml:trace contextRef="#ctx0" brushRef="#br0" timeOffset="11512.82">19802 450 109 0,'0'-7'259'0,"0"0"15"0,-2-2-31 16,1 1-66-16,-3 1-69 0,1-2-36 0,3 1-19 15,-1 2-12-15,-1 1-5 0,1 0-3 16,-3 0 1-16,2 1-5 0,1-1 0 0,-1 0 4 16,0 0 4-16,1 2 0 0,-1 1-1 0,2 2 4 15,-1 0-2-15,-1 2 1 0,1-2-3 16,-1 0-1-16,1 1-1 0,1 1 0 0,-4 3-5 15,4-3-4-15,-1 1-1 0,1 2 0 0,1 1-2 16,3 4-2-16,0 5 5 0,-1 5-3 16,-1 9 4-16,-4 4-3 0,1 4-2 0,-4 8-3 15,0 0-1-15,2-1-3 0,0 3-2 0,1-1-3 16,-1 1-1-16,0 2 0 0,1-2-3 0,0-5-10 15,1 0-9-15,1-3-16 0,0-6-19 0,1-4-25 16,3-3-28-16,-1-4-30 0,0-6-113 16,-3-8-74-16,0-8-29 0,0-4-3 0,2-7 14 15</inkml:trace>
  <inkml:trace contextRef="#ctx0" brushRef="#br0" timeOffset="11778.02">19424 982 279 0,'-4'4'316'0,"-2"-3"17"0,1 3-39 0,2-3-118 16,2 1-74-16,-1-2-38 0,2 1-21 15,2 1-11-15,-1 2-4 0,5 1 0 0,3 1 0 16,0-2-7-16,4 1-1 0,3-1-6 0,0 1-3 15,3 4 0-15,4-5-4 0,0 4-4 0,3-2-3 16,1 1 0-16,5-2-2 0,0 0-11 16,0 1-6-16,0 1-10 0,4-1-14 0,-1-1-31 15,-4 1-131-15,-2-2-73 0,-8 3-36 0,0-4-10 16,-1 2 0-16</inkml:trace>
  <inkml:trace contextRef="#ctx0" brushRef="#br0" timeOffset="12199.22">19735 1640 117 0,'-3'-13'307'0,"-5"-1"26"0,2-1 20 0,-2 1-90 15,1 0-91-15,-5 0-52 0,3-1-26 0,-2 0-10 16,-3 3-14-16,2-3-4 0,-3 4-7 0,0 1-4 15,0 1-5-15,1 9-6 0,-4 1-6 0,2 4-6 16,-3 3 2-16,0-1-1 0,-1 2-2 16,-1 7-1-16,1 4 4 0,-1 1 7 0,0 3-3 15,2 4 0-15,0 0 1 0,1-1-2 0,1 4 1 16,0 3-10-16,3 1 3 0,2-1-8 0,2 1-3 15,2-1-7-15,2-1-5 0,1 0 3 16,2 0-14-16,2-4-1 0,2-1 0 0,4-1 2 16,-1-2-5-16,9-3-7 0,2-1 1 0,0-7-6 15,5-3-7-15,2-3-15 0,5-5-14 16,3-3-19-16,5-3-24 0,0-1-22 0,3-3-23 15,0-3-13-15,-2-2-44 0,-4-1-109 0,-1-1-41 16,-4-2-7-16,-3-1 12 0,4-1 16 16</inkml:trace>
  <inkml:trace contextRef="#ctx0" brushRef="#br0" timeOffset="12573.62">19952 1853 170 0,'-4'1'303'0,"-5"-1"19"0,-2 2 1 15,-1 2-105-15,-3 0-84 0,1 2-44 0,-1 4-20 16,-1-2-11-16,0 2-4 0,3 1-5 0,-2 0-7 16,3 4-4-16,1-1-9 0,-1 4-2 15,3-3-7-15,1 3-6 0,3-2-3 0,0 2-1 16,4-1 0-16,2 1-5 0,4 1-5 0,0-3 3 15,3 0-3-15,1 2-3 0,5-4-2 16,0 2 3-16,1-2-1 0,0-1-4 0,2 2 2 16,-2-6 1-16,0 1 2 0,-1 1-2 0,-2-2-1 15,2 2 5-15,-3-2 0 0,0 2 3 16,-3-3-2-16,-3 0 3 0,-1-2 5 0,0 1 0 15,-1-1 6-15,-3-4 6 0,-2-1 6 0,-3 1 2 16,-1 1 4-16,-3 0 4 0,-1 2-2 0,-4 2 3 16,-1-1-1-16,-1-1-5 0,-3-1-3 0,2 3-6 15,-1-2-7-15,1 0-5 0,3-1-3 16,3-1-4-16,0 2-5 0,4-3-14 0,4 0-17 15,2-2-27-15,2 0-27 0,7-2-40 0,2-3-65 16,0-3-126-16,-1-4-52 0,3-6-17 16,2-3 9-16,5-1 29 0</inkml:trace>
  <inkml:trace contextRef="#ctx0" brushRef="#br0" timeOffset="13031.02">20209 2195 287 0,'2'0'311'15,"-2"0"11"-15,1-1-43 0,1 1-116 0,0-2-77 16,2 2-35-16,-1-5-24 0,3 0-10 0,2-1-8 16,3 0 2-16,0-2-4 0,2-1-4 0,2 5-1 15,2 1 1-15,-1 1 4 0,0 2 0 16,-1 2 6-16,-5 2 8 0,2 2 5 0,-1 1 4 0,-3 1 5 15,-2 3 1-15,1 4 4 0,-4 3 0 0,-1 1 1 16,-2 0 1-16,-2 1-3 0,-1 5 0 0,-1-3-8 16,0 4-2-16,-4-1-6 0,-2-1-3 15,0 3-3-15,1-1-1 0,0-4-2 0,-2 1-1 16,2-2 1-16,0-4 4 0,-1-2-2 0,2-2-3 15,2-5-2-15,1-1-3 0,0-2-1 16,4-2-3-16,-2-1-4 0,0-4 1 0,3-3-4 16,0-2 1-16,0-4-5 0,0-4 2 0,3 2-1 15,1-3 0-15,1 0 5 0,1 2-2 0,-1-2 2 16,-1 3-2-16,5 2 4 0,-4 0 2 0,2 1-1 15,0 2-1-15,1 2 0 0,2-1 0 16,-3 1 1-16,3 4 2 0,2 2 0 0,-2 2-1 16,2 4-1-16,-2-1-1 0,0 3 2 0,4 1-2 15,-2 3-2-15,3-1 0 0,1-1-1 16,-3-1-6-16,6 2-14 0,2-2-10 0,-1-5-33 15,6-1-27-15,1-4-48 0,-1-1-138 0,-1-8-67 16,3-4-31-16,-3-7 16 0,3-6 15 16</inkml:trace>
  <inkml:trace contextRef="#ctx0" brushRef="#br0" timeOffset="13327.42">21099 1162 72 0,'-3'-9'328'0,"0"6"35"0,1 0 22 0,2 2-48 16,-3-1-127-16,3 2-76 0,0 0-42 15,3 0-25-15,-1 3-17 0,1 0-6 0,2 0-9 16,2 4 0-16,5-2-6 0,1 0-8 0,0 1-6 16,2 2-10-16,4 0-4 0,-2 1-11 15,-1 3-17-15,-1-3-14 0,4 1-24 0,-4-3-27 16,1-4-58-16,-5 3-131 0,-2-1-61 0,-4-2-23 15,-2 1 5-15,-3-4 16 0</inkml:trace>
  <inkml:trace contextRef="#ctx0" brushRef="#br0" timeOffset="13467.82">21200 1413 38 0,'-3'16'323'0,"3"-3"29"0,0-6 17 16,0 0-39-16,0 0-135 0,1-3-82 0,2 1-48 16,1-2-24-16,2 0-19 0,4-3-5 0,-1-4-12 15,6-1-15-15,2-4-35 0,-1-2-121 0,0-2-107 16,0-8-57-16,0 0-24 0,0-8-4 15</inkml:trace>
  <inkml:trace contextRef="#ctx0" brushRef="#br0" timeOffset="14263.42">22952 287 274 0,'1'-17'302'0,"1"4"17"0,-2 1-45 15,0-1-103-15,0 3-58 0,-2 3-24 0,2 0-10 16,0 0-2-16,0 1 0 0,0 3-7 16,0-1-1-16,0 2-14 0,0 0-10 0,2 2-9 15,-2 4-1-15,0 2 7 0,0 5-4 0,-2 3 10 16,2 7 4-16,-3 3 3 0,0 6-2 0,-2 4-7 15,1 1-3-15,-2 5-8 0,-3 0-7 16,3 5-1-16,-1-2-7 0,1 0-7 0,3 1-2 16,-2-1-2-16,1 0-5 0,1 0-11 0,2 1-11 15,-1-6-15-15,1-1-27 0,1-4-30 0,1-4-35 16,2-8-58-16,-3 0-140 0,0-10-67 0,-1-5-15 15,1-6 7-15,0-6 26 0</inkml:trace>
  <inkml:trace contextRef="#ctx0" brushRef="#br0" timeOffset="14513.02">22503 1046 48 0,'-3'8'312'0,"-3"-2"26"16,1-3 18-16,2-2-52 0,3 1-120 0,3 1-72 15,0-3-31-15,6 1-18 0,0 1-7 16,2 0-2-16,6-1 1 0,0 1-6 0,5 1-7 16,4 0-8-16,5 1-8 0,2 0-9 0,2 1-3 15,3 0-3-15,-2 1-5 0,1 2-7 0,0-3-17 16,-4 4-14-16,1 0-23 0,-1 0-31 0,-2 2-71 15,-3-4-127-15,-2-1-56 0,-6 0-24 16,-5 1 0-16,-5 3 22 0</inkml:trace>
  <inkml:trace contextRef="#ctx0" brushRef="#br0" timeOffset="14856.22">22978 1449 106 0,'-7'-7'320'0,"-2"-6"29"16,-4 0 18-16,-1 0-75 0,-3 1-109 0,2-2-54 15,-6 4-33-15,0-1-19 0,-1 2-10 0,1 6-5 16,-4 2-5-16,0 1-3 0,0 4-4 0,-1 1 0 15,0 6 0-15,-1 2-8 0,1 5 2 16,1 4 1-16,0 4-2 0,4 2-1 0,-4 4-1 16,4 2 3-16,4 1-5 0,2 2-7 0,1 1-2 15,3 1-8-15,1-1-8 0,4 1-1 0,1-4-6 16,4 0 0-16,2-1-4 0,3-2-1 15,2-2 3-15,1 1-5 0,4-6 0 0,3-1-8 16,4-3-8-16,0-2-9 0,3-4-23 0,5-6-29 16,2-1-40-16,3-8-41 0,-3-2-125 15,1-6-106-15,-5-1-38 0,-1-4 1 0,0-5 21 16,-1 1 40-16</inkml:trace>
  <inkml:trace contextRef="#ctx0" brushRef="#br0" timeOffset="15339.82">22894 1870 254 0,'9'0'291'0,"2"-1"13"15,-4-1-59-15,7 1-84 0,-2-1-63 0,5 1-38 16,-3 1-17-16,2 0-7 0,-2 0-4 0,2 1-6 15,-2 1-1-15,-1 1 5 0,-1 0 4 16,-2 3 4-16,1 3 2 0,-7-2 13 0,1 4 4 16,-2 1 0-16,-3 0 2 0,-1 1 0 0,-3 4-3 15,-2-3 3-15,-3 4-3 0,2-3-5 16,-3 1-9-16,-1 2-9 0,1-2-3 0,3 0-16 15,-4 0-6-15,7-3-4 0,-3 1-1 0,4-3 0 16,3-1 0-16,0 0-3 0,5-3-3 16,3 5-2-16,0-4-1 0,3-2-1 0,2 1-5 15,0-2-1-15,3-4 0 0,0 2 2 0,0-1-3 16,0 1 3-16,1-2 4 0,-2 1-3 0,1 1 3 15,-5 1-1-15,2 1 0 0,-5 1 1 16,0-2 4-16,-3 7 7 0,-1-5 7 0,0 3-1 16,-4 3 7-16,-4-3 4 0,1 4 5 0,-1-2-1 15,-6 2 1-15,2 1 5 0,-6-1 0 0,0 1-3 16,-3 3 0-16,-1-4 2 0,1 4-6 15,-2-1-4-15,-2-2-3 0,2 1-5 0,3-3-7 16,2 1-5-16,-1-2-1 0,1-2-7 0,-1-3-12 16,2-1-14-16,3-5-26 0,2-5-43 15,12-7-37-15,0-6-99 0,3-8-113 0,3-10-49 16,-4-6-8-16,9-12 25 0,2-5 27 0</inkml:trace>
  <inkml:trace contextRef="#ctx0" brushRef="#br0" timeOffset="15620.62">23704 1208 269 0,'-4'-2'338'16,"-4"1"23"-16,4 1-5 0,1 0-131 0,0-2-85 15,0 2-49-15,1-2-31 0,2-1-17 16,2 3-8-16,1 3-3 0,3-1 0 0,2 1 0 16,3-1-2-16,3 0-2 0,1 0-5 0,2-1-5 15,3 2-4-15,1 0-7 0,1 0-2 16,0 0-1-16,3 1-2 0,0-1 6 0,-1 1-15 15,3-4-9-15,-1-4-9 0,4 1-25 0,-3-4-39 16,-2-2-115-16,-5-6-102 0,-2 1-47 16,-7-2-21-16,4-3 8 0,-5-1 29 0</inkml:trace>
  <inkml:trace contextRef="#ctx0" brushRef="#br0" timeOffset="15854.62">24024 760 171 0,'-3'2'305'0,"0"1"18"15,0 2 11-15,-2 1-113 0,-1 2-81 16,2 3-36-16,-2 6-14 0,-1 0-6 0,3 7-3 16,-4-2 0-16,5 5-8 0,-1 2-4 0,1 3-11 15,-2 2-6-15,0 6-14 0,2-2-6 0,3 4-8 16,-1-3-7-16,1 0-5 0,1 2-8 15,-1-7 4-15,5 1-8 0,1-2-8 0,2-3-9 16,4-6-14-16,2-6-28 0,4-7-32 0,2-8-46 16,-1-5-147-16,1-7-74 0,-2-9-25 15,4-4 3-15,-1-12 19 0</inkml:trace>
  <inkml:trace contextRef="#ctx0" brushRef="#br0" timeOffset="16119.82">24678 469 112 0,'10'-12'309'16,"-3"1"25"-16,-1 2 20 0,-3 1-83 0,0 3-103 16,0 2-52-16,-1 1-26 0,2 2-10 0,-4 5-9 15,1 7-5-15,1 2 2 0,-1 5-3 0,-1 6-2 16,3 6-13-16,1 2-7 0,-1 3-6 0,0 0-9 15,-2 4-7-15,1 5-8 0,-1-2-4 16,1 0-1-16,1-1-5 0,-1 2-3 0,3-3-6 16,1-2-6-16,-1-5-12 0,0-5-20 15,1-3-24-15,0-7-27 0,1-1-26 0,-4-9-87 16,2-6-106-16,-2-4-46 0,-4-4-10 0,-1-3 12 15,-3-2 21-15</inkml:trace>
  <inkml:trace contextRef="#ctx0" brushRef="#br0" timeOffset="16338.22">24440 1043 231 0,'-4'10'335'16,"1"-2"23"-16,2 0 8 0,1 0-132 0,1 0-93 15,2-2-50-15,6 1-25 0,0-1-15 0,6-2-8 16,2 3-10-16,4-2-11 0,5 1-4 0,3-3-6 15,3 3-5-15,2-3-5 0,4 0-7 16,0 2-7-16,2-1-11 0,3 4-16 0,-1 1-27 16,-3-2-54-16,-4 6-132 0,-3 1-65 0,-5 0-30 15,-4-2-3-15,-2 1 14 0</inkml:trace>
  <inkml:trace contextRef="#ctx0" brushRef="#br0" timeOffset="16775.02">24874 1824 142 0,'-2'-13'310'0,"-2"-4"28"0,3-1 15 0,-4 1-81 16,0-3-85-16,-1 1-44 0,0 1-17 0,-3-1-14 15,2-1-5-15,-1 2-9 0,-1 0-8 16,-2 4-11-16,0-2-8 0,-1 5-10 0,-1 2-14 16,-4 2-4-16,-8 4-5 0,1 3 1 0,0 4 3 15,0 7 5-15,7 4 6 0,-3 6 7 16,2 3 7-16,-4 1-2 0,4 4-1 0,4 1-5 15,0 4-5-15,1-2-5 0,4 1-14 0,0 2-9 16,5-2-6-16,0-1-6 0,8-1-6 16,-3-1-6-16,6-1 0 0,1-2 0 0,1-2-3 15,6-1-7-15,1-1-8 0,3-8-17 0,3-2-23 16,4-3-24-16,3 0-26 0,3-5-29 0,1-2-28 15,1-3-26-15,3-3-54 0,-5 1-130 16,0-1-56-16,-3-6-12 0,-4 2 15 0,2-4 30 16</inkml:trace>
  <inkml:trace contextRef="#ctx0" brushRef="#br0" timeOffset="17383.43">25123 1925 122 0,'0'-8'318'0,"0"-4"29"0,0 3 17 15,-3 1-83-15,3 1-105 0,0 0-56 0,0 3-27 16,0 1-18-16,0 3-8 0,0 3-7 0,0 2-4 15,-1 5-1-15,-1-1-5 0,1 4-4 16,1 5-5-16,-4-1-4 0,4 6-3 0,-2 4-5 16,1 0-2-16,-1 5-6 0,-1 2 1 0,1-1-4 15,2 5-7-15,-1 0-4 0,-2 4-5 0,0-5-4 16,3 4-2-16,-4-5-5 0,4 1 0 0,0-3-5 15,0-4-3-15,0-6-6 0,0-1-11 16,0-6-5-16,0-4-1 0,0-5-7 0,0-3-9 16,4-5-5-16,-4-5-3 0,1-3-9 0,-1-5-8 15,0-3-7-15,0-2-4 0,0-5-10 16,-1-5-26-16,1-1-18 0,-4-1-4 0,1-2 10 15,0 0 8-15,1 0 28 0,2 2 50 0,2 1 64 16,1 0 55-16,0 2 32 0,4-1 21 16,-3 3 3-16,4 3-6 0,1-2-29 0,0 3-32 15,0 0-20-15,3 3-11 0,1-1-8 0,-3 4-7 16,5-2-1-16,-1 3-6 0,3 1-2 0,-3 2 0 15,2 1 3-15,-2 4 6 0,3 1 3 16,-3 4 4-16,0 1 6 0,0 3 5 0,0 0 4 16,-2 2 5-16,1 1 10 0,-2 4 12 0,-1 1 5 15,-1 0-1-15,0 3 2 0,-2 3-1 0,-2-1-6 16,0 1-9-16,-4-1-1 0,-1 1 2 0,-1-5-2 15,-5 1 1-15,-5-2 0 0,-4 4-2 16,-2-3-5-16,-3 1-9 0,-1-2-3 0,-2-2-8 16,0 0-6-16,-3-3-6 0,1-3-4 0,0-1-11 15,5 6-13-15,-1-5-24 0,2-3-35 16,5-4-51-16,0-11-160 0,0-1-92 0,7-5-41 15,0 2-6-15,7-5 22 0</inkml:trace>
  <inkml:trace contextRef="#ctx0" brushRef="#br0" timeOffset="17960.63">25452 2216 184 0,'0'-1'297'15,"0"-1"20"-15,0 0-39 0,0 1-61 0,0-3-81 16,0 1-50-16,3-3-25 0,0 1-14 0,-1 0-9 15,1 0-6-15,-2-1 0 0,2-2-2 16,0 0-4-16,-1-2 2 0,3 2 1 0,-2 1-1 16,1-3 2-16,2 0 3 0,-1-1 5 0,-2 1 6 15,1 3 4-15,-2 0 4 0,1-1 2 0,0 3 5 16,-1 1-5-16,-2 1-6 0,4-1-4 0,-1 1-2 15,-2 1-7-15,-1 4 4 0,0 2 7 16,-3 6 3-16,2 8 3 0,-3-1 2 0,-1 7 4 16,0 0-9-16,-1 5-8 0,1 3-7 0,-2 2-7 15,3 1-8-15,1 2-7 0,-1-2-7 0,1 4-2 16,0-5-4-16,0 2-4 0,2-3-7 15,-2-2-11-15,3-6-21 0,0-1-26 0,3-6-48 16,0-4-60-16,-2-2-174 0,2-8-83 16,4-8-30-16,-1-8 0 0,6-12 33 0</inkml:trace>
  <inkml:trace contextRef="#ctx0" brushRef="#br0" timeOffset="18834.23">26626 1377 121 0,'-12'-3'274'0,"0"-1"15"15,-2-3-35-15,1 0-65 0,-1-2-71 16,2 1-47-16,-4 0-27 0,3-5-13 0,-1 0-7 16,1 2-1-16,2 0-3 0,-3 2-2 0,4-1 0 15,0 0 2-15,-2-1 0 0,5 4 1 0,-3-4 3 16,1 5 4-16,-1 0 5 0,2-1 4 15,0-1 8-15,4 4 7 0,-2 2 6 0,1 1 6 16,2-3 4-16,2 3-1 0,1-1-7 0,0 0-8 16,0 2-4-16,0 0-5 0,4 4-3 15,3 2-3-15,1-4 4 0,2 5-2 0,0 0-1 16,7 0-5-16,2 2-6 0,2 3-6 0,4-5-6 15,3 4-4-15,1-2-4 0,1-2-4 16,3 3-6-16,3-3-5 0,-1-3-6 0,0-1-16 16,2-1-21-16,-2-2-30 0,0-2-34 0,-4 1-48 15,-5 1-149-15,-6-2-68 0,-2 1-21 0,-7-2 6 16,-3-4 25-16</inkml:trace>
  <inkml:trace contextRef="#ctx0" brushRef="#br0" timeOffset="19068.23">26592 1653 36 0,'5'8'299'0,"0"-3"25"15,3-2 18-15,-1 0-47 0,4-1-122 16,-1-1-69-16,4 2-34 0,4-1-20 0,0-1-13 15,3 3-12-15,1-2 2 0,2-1-9 0,5 2-5 16,0 0-6-16,2 1-7 0,1-1-8 16,0-2-20-16,-1-1-21 0,-2-1-98 0,-1-6-111 15,-7 0-54-15,0-5-25 0,1 1 0 0,-2 0 13 16</inkml:trace>
  <inkml:trace contextRef="#ctx0" brushRef="#br0" timeOffset="19739.03">27793 549 58 0,'3'-10'279'0,"-3"-1"23"0,-3 2 22 16,2-3-74-16,-1 4-90 0,0 2-43 0,2 0-18 16,-3 0-8-16,3-1-12 0,-1 2 1 0,-1 0-2 15,1 2-8-15,-1 1-3 0,1 0-7 16,1 2-1-16,-3 4-1 0,3 4-3 0,-2-3 4 15,0 8 5-15,2 2 3 0,0 5-2 0,-1 5-7 16,-2 2-1-16,-1 2-4 0,-1 4-10 16,4 0-12-16,-3 0-7 0,1 4-4 0,0 1-7 15,2 1-4-15,1-1-7 0,0 1-1 0,1-3-5 16,2 3-13-16,0-2-19 0,4-3-25 0,-2-4-24 15,3-6-37-15,0-2-35 0,1-9-59 16,-3-2-132-16,-3-6-57 0,-3-5-15 0,0 0 15 16,3-9 27-16</inkml:trace>
  <inkml:trace contextRef="#ctx0" brushRef="#br0" timeOffset="20004.23">27524 1173 255 0,'0'8'330'16,"0"-3"15"-16,0 1-10 0,3-3-123 0,0 3-83 16,3-1-41-16,5-1-21 0,1-1-10 15,5 0-6-15,2-1-9 0,2-1-6 0,7 2-6 16,0 0-10-16,4 4-6 0,0 0-4 0,3-3-3 15,1 1-2-15,0 0-3 0,1-1 2 16,-4 2 2-16,1 0-2 0,-1 0-4 0,-1 2-22 16,-4-1-22-16,0-3-39 0,-6 3-137 0,-6-1-92 15,-4 2-47-15,-5 0-8 0,-1 1 8 0</inkml:trace>
  <inkml:trace contextRef="#ctx0" brushRef="#br0" timeOffset="20331.83">27778 1672 130 0,'-3'-5'315'0,"1"-1"24"0,0-1 19 0,1 1-89 15,-1 1-107-15,1 1-55 0,-1 1-30 0,2-1-15 16,0 4-8-16,2 0-3 0,-1 5 0 16,2-2 2-16,1 3 4 0,-1 4-2 0,-2 3 1 15,2 5-2-15,-1 0-4 0,-2 6-5 0,-2 0-3 16,-2 5-4-16,1 2-10 0,-2 1-5 0,0 1-7 15,1 1-2-15,0 0-5 0,0 0-4 16,3 1-1-16,-2-4-4 0,1-2 0 0,1-2-7 16,1-3-10-16,1-6-10 0,2-2-16 0,4-3-18 15,1-6-30-15,8-3-35 0,2-8-85 0,0-8-117 16,2-7-54-16,-3-5-14 0,3-5 12 0,1 0 31 15</inkml:trace>
  <inkml:trace contextRef="#ctx0" brushRef="#br0" timeOffset="20675.03">28146 1760 244 0,'-5'2'336'0,"-4"1"21"16,2 2 6-16,-1-1-138 0,0 4-94 0,-1 2-47 16,2 4-28-16,0-1-19 0,1 4-8 15,3-2-7-15,2 1-3 0,1 2-4 0,3-2-2 16,0 0-9-16,5 3 0 0,-1-3 2 0,4 2-2 15,-1-2-4-15,3 1 1 0,2-1 6 16,-1 4 1-16,4-3-5 0,-3-1 2 0,2 2 0 16,-2-4-3-16,2 0 0 0,-7 0-1 0,4-2-1 15,-3-3 0-15,-4 3 4 0,4-4 6 0,-7 1 6 16,-1 1 9-16,-1-1 7 0,-4 1 6 0,-1-2 4 15,-4 0 1-15,-4 4-2 0,-1-3-7 16,-6 0-1-16,1 1 0 0,-4 1-9 0,-2-1-9 16,1 1-4-16,0 4-5 0,1-3-6 0,-4 0-5 15,5-1 1-15,1-1-2 0,5-4-2 16,-1-3-6-16,6-1-14 0,2-1-27 0,3-2-34 15,4-6-40-15,-4-4-147 0,4-6-83 0,4-11-33 16,-4-4 1-16,7-4 22 0</inkml:trace>
  <inkml:trace contextRef="#ctx0" brushRef="#br0" timeOffset="20862.23">28210 1616 205 0,'7'6'335'0,"-2"-1"20"16,4 0 10-16,-2 2-123 0,4-4-101 0,3 0-54 15,3-2-32-15,2-2-16 0,6-1-10 16,2-1-7-16,3 0-7 0,5-4-13 0,2 2-10 16,3 1-20-16,3-2-24 0,-1 1-78 0,-3-4-124 15,2 0-61-15,-4 1-25 0,-2-2-5 0,-3 3 11 16</inkml:trace>
  <inkml:trace contextRef="#ctx0" brushRef="#br0" timeOffset="21111.83">28985 1222 156 0,'0'3'331'15,"4"-3"21"-15,-1 0 12 0,2 0-97 0,1 2-117 16,2 0-56-16,1 1-30 0,5 1-16 0,-2-1-11 15,6 0-7-15,1 1-3 0,2 4-12 16,3-1-8-16,2 1-3 0,-1 1-4 0,2 1 0 16,0 1-7-16,1 2-6 0,-6-5-10 0,1 1-17 15,-4-2-23-15,-1-5-58 0,-8-2-127 0,1-6-63 16,-2 0-27-16,-4-2-3 0,-1-5 13 15</inkml:trace>
  <inkml:trace contextRef="#ctx0" brushRef="#br0" timeOffset="21345.83">29235 839 169 0,'-3'7'317'16,"0"1"22"-16,0 1 18 0,-2 3-107 15,0 4-93-15,2 1-41 0,-2 6-18 0,2 2-8 16,-2 0-11-16,3 4-9 0,-1 1-6 0,2-1-12 15,-1 4-17-15,2 3-8 0,0 0-4 16,0 3-5-16,2 1-9 0,-1 0 1 0,2-2 2 16,0 1-9-16,4-4-14 0,1-1-12 0,3-6-21 15,0-2-34-15,2-4-40 0,0-6-152 0,2-8-80 16,-1-6-34-16,2-7-3 0,3-8 15 0</inkml:trace>
  <inkml:trace contextRef="#ctx0" brushRef="#br0" timeOffset="21642.23">29995 651 273 0,'6'-9'333'0,"-1"-1"21"0,-3 2-14 16,1 2-123-16,-1 1-84 0,0 2-42 0,-2 5-17 15,-2 2-11-15,0 5-1 0,-1 6 5 0,-2 1 7 16,0 3 2-16,1 7-4 0,-2 2-4 0,1 5-2 16,-2-1-9-16,0 4-5 0,1 3-9 0,-1 3-5 15,2-1-2-15,-1 1-10 0,2 3-3 0,-1-4-5 16,3-1-1-16,2 2-6 0,0-6-4 0,2 5-3 15,3-8-5-15,-1-1-6 0,2-4-9 16,-1-2-13-16,1-4-23 0,-2-1-29 0,1-4-32 16,0-8-44-16,-2-4-128 0,1-5-93 0,-3-5-34 15,3 0 0-15,-1-4 20 0,-3-3 38 0</inkml:trace>
  <inkml:trace contextRef="#ctx0" brushRef="#br0" timeOffset="21845.03">29703 1326 265 0,'-6'3'361'15,"2"-1"24"-15,2-1 16 0,1 5-140 16,2-3-104-16,1 2-56 0,5-1-28 0,5-1-19 16,4 2-12-16,2-3-12 0,8-2-4 0,1 2-7 15,5-1-10-15,3 1-4 0,1 0-5 0,3-2 1 16,0 1 1-16,4 1-4 0,-1 1-11 0,2 1-15 15,-1 1-17-15,0 4-26 0,-3-6-65 16,-6 6-141-16,-4-2-68 0,-5-2-26 0,-4 1-3 16,-3-5 15-16</inkml:trace>
  <inkml:trace contextRef="#ctx0" brushRef="#br0" timeOffset="22380.43">29569 2156 40 0,'-3'3'304'16,"3"-9"25"-16,-3 2 18 0,3-3-46 0,3 1-119 15,-1-2-68-15,3-2-36 0,1 4-21 16,2-5-10-16,3 1-12 0,2 0-3 0,0-1-16 16,3 2 3-16,3 1-1 0,1 1-2 0,0 1 3 15,1 0 1-15,0-1 16 0,-1 4-2 0,1 3-1 16,2 1-2-16,-3 4 0 0,0 4 5 15,-2 0-5-15,-3 6-2 0,-1 3-2 0,-4 3-9 16,0 5-2-16,-6-1-4 0,0 4-1 0,-2 2-5 16,-2 1 1-16,-6 1 5 0,0 3-1 0,-5-3-4 15,-5 0-2-15,-1 2 1 0,-3-5 0 0,-2-3-4 16,0-1 2-16,-2-6-1 0,-1 0 0 15,3-3 1-15,-3-4-1 0,2-5 1 0,-1-2 0 16,1-4-4-16,2-4 5 0,0-1-1 0,1-5-1 16,2-3-4-16,1-3-1 0,2 1 3 0,3-2-2 15,2 2 1-15,3 1 0 0,2 0 3 0,-2 1-1 16,4 5 1-16,0 0-1 0,1-1-1 15,2 2-1-15,3 1 0 0,0-4-2 0,6-1 0 16,-1 3 2-16,3 3 0 0,2 2 1 0,1 1 2 16,4 0 0-16,-1 1-2 0,3 2-1 15,0 0-3-15,-1 2 0 0,2 4-4 0,0-3 1 16,0 3-5-16,1 0-9 0,3-2-17 0,-1 4-22 15,1-1-27-15,0-2-40 0,0 1-94 16,-1-5-108-16,-3-4-45 0,2-2-12 0,-2-4 13 16,2-1 32-16</inkml:trace>
  <inkml:trace contextRef="#ctx0" brushRef="#br0" timeOffset="22848.44">30117 2184 275 0,'-5'-8'358'0,"-1"-1"33"0,0 1 14 0,5-2-133 15,-2 5-88-15,3 2-52 0,-3-2-29 0,3 1-28 16,0 1-20-16,3 0-15 0,-3 0-11 0,3-2-6 16,3 4-8-16,1-1-5 0,1 2-3 0,3 0-1 15,2 0 1-15,0 0-3 0,2 2 1 0,-2-2-1 16,2 1 2-16,-1 1-2 0,1 1 1 15,1-1 0-15,0-1 1 0,-2 2 0 0,3 3 1 16,-3 0 1-16,-1 2 1 0,-1 2-3 0,1 1 0 16,-5 1-1-16,-1 3-1 0,-3 3-3 0,-4-3-1 15,0 4 0-15,-4-1-1 0,-5 2-2 0,0-2 0 16,-4 3 3-16,-2-1-1 0,-2 1 11 0,-1-4-5 15,3 0-2-15,-6 0-3 0,3 1-5 0,1-5-1 16,-1 5-3-16,4-5 1 0,-1-2 4 0,2-3 1 16,2-2 3-16,3 1-1 0,-2-2-2 0,4-4 4 15,2 4 0-15,1-2 0 0,-2-1 3 0,4-2 2 16,-1 0-3-16,2-2 5 0,2 1 1 15,-1 2 2-15,5 1 3 0,0-1 3 0,2 1 0 16,-6 0-3-16,4 1 1 0,-2 0-1 0,8 2-3 16,5 0-4-16,4 2 1 0,0 0-2 0,0 0-10 15,0-1 3-15,1 0-1 0,1 3-9 0,-1-5-7 16,0 4-12-16,3-1-15 0,-5-1-32 15,1 2-26-15,2 3-26 0,-2-4-60 0,-4 4-131 16,-2-4-56-16,-1-3-14 0,-4-1 7 0,7-3 20 16</inkml:trace>
  <inkml:trace contextRef="#ctx0" brushRef="#br0" timeOffset="23123.64">30776 2467 112 0,'-2'3'327'0,"-1"-3"32"0,0 0 19 0,-2 0-69 16,2 0-122-16,-1 2-60 0,-5 1-30 15,1 3-17-15,-1 3-6 0,0-1 2 0,-3 3-4 16,1 5-3-16,-1 1-6 0,1 6-8 0,-1 1-10 16,-2 0-11-16,4 3-8 0,-4 0-8 0,2 2-6 15,1-2-4-15,1-1-5 0,2-1-8 0,-1-2-9 16,2-1-13-16,7-1-16 0,0-5-31 0,10-3-36 15,1-4-52-15,0-3-142 0,3-9-74 16,3-6-25-16,1-3 3 0,7-8 24 0</inkml:trace>
  <inkml:trace contextRef="#ctx0" brushRef="#br0" timeOffset="23466.84">31212 2230 181 0,'-6'-3'352'16,"-2"-2"34"-16,-2 2 24 0,-2 2-93 0,2-1-118 15,-2 4-62-15,-1 1-34 0,-1 0-27 0,0 2-17 16,3 3-6-16,4 0-8 0,-5 1-7 0,4 4-7 16,2 4-5-16,0-3-7 0,4 3-6 0,1-1-2 15,1 2-1-15,1 3-2 0,1 0-5 0,4-1-1 16,0 3 1-16,2-3-1 0,2 1-2 15,-1 2-3-15,-1-3 3 0,6 1 0 0,-4 2-1 16,1-3 0-16,0 2 1 0,-1-1 2 0,0 2-1 16,-2-2 1-16,0 0 0 0,-2-2 0 0,1 0-1 15,-1-1 1-15,-5 1 0 0,3 0 1 0,-4-2 1 16,0 0 1-16,-4-1 2 0,0-2-2 0,-1 2-1 15,-3 0-2-15,-1-2-2 0,-4 1 0 0,-1-2 0 16,0-4 1-16,-1-1 1 0,-2-1 0 0,2-3-1 16,-5 2 0-16,5-3-1 0,-2 0-4 0,0-2-3 15,1-1-8-15,-1-1-11 0,5-5-22 0,1-1-31 16,2-3-38-16,2-6-77 0,0-3-132 15,1-10-62-15,2-4-19 0,-1-8 11 0,8-4 28 16</inkml:trace>
  <inkml:trace contextRef="#ctx0" brushRef="#br0" timeOffset="23654.04">31095 2251 6 0,'11'2'329'16,"-4"-2"29"-16,4 0 24 0,-1 0-9 0,-2 0-138 16,4 0-90-16,0 0-47 0,2 1-19 0,4 1-17 15,0-1-14-15,1 3-11 0,2 2-5 0,2-3-7 16,-2 2-10-16,7 1-6 0,-4 0-7 15,2-2-5-15,-2 3-13 0,1-1-25 0,1-1-27 16,-4 1-70-16,-2-1-143 0,-2 0-75 0,-3-5-31 16,-1-2-1-16,0-4 16 0</inkml:trace>
  <inkml:trace contextRef="#ctx0" brushRef="#br0" timeOffset="95251.36">21546 3873 207 0,'-6'-6'274'0,"2"-2"15"16,-4-2-49-16,0 0-84 0,-1-4-65 0,2 4-29 15,-1-1-16-15,0 2-6 0,0 0-10 0,1-1 2 16,1 2 3-16,0 0 0 0,1-3 3 16,1 3 5-16,0 0 7 0,0 1 2 0,3 4-2 15,-1-2 1-15,1 2-4 0,-1 3-10 0,2-1-10 16,0-1-6-16,0 2-4 0,3 2-2 0,2-1 0 15,2-1 9-15,1 2 1 0,3-1 3 16,2 3-6-16,3-3-4 0,2 1-4 0,2-1 0 16,2 2-10-16,6 1-6 0,1-1 2 0,0-1-2 15,2-4-2-15,5 2-14 0,-3 0-3 16,2 0-7-16,-1-1-18 0,2-3-20 0,-8 1-23 15,0 0-52-15,-6 1-124 0,-8 1-61 0,-4 2-19 16,-4 2 1-16,-5-1 14 0</inkml:trace>
  <inkml:trace contextRef="#ctx0" brushRef="#br0" timeOffset="95438.56">21608 4066 52 0,'-10'7'296'0,"4"0"21"0,0-2 10 15,3-2-64-15,1 0-116 0,2-1-63 0,2 1-34 16,1-2-18-16,0 1-8 0,5 0-2 0,2-1-3 15,4-1-12-15,2-1 3 0,4-1-4 0,5-3-3 16,3-1-7-16,3-2-12 0,2-2-5 16,2 3-35-16,-1-2-138 0,-1 3-75 0,-1-2-37 15,4 2-11-15,1-6 1 0</inkml:trace>
  <inkml:trace contextRef="#ctx0" brushRef="#br0" timeOffset="96156.16">22839 4291 60 0,'-18'-6'282'16,"0"-2"21"-16,1-3 16 0,0 3-72 0,3-1-105 16,2 3-47-16,5 0-22 0,1-3-12 15,-1 3-6-15,4 0-1 0,3 1-2 0,3 1-4 16,0-2-5-16,4-1-3 0,3 3-7 0,4 3-3 15,5 1-2-15,2 1 3 0,6 4 1 0,3 3 1 16,5 4 2-16,6 0-2 0,3 1-2 16,9 3-2-16,4-5-5 0,8 0-4 0,7-1-4 15,10-1-3-15,5 2-2 0,11-2 3 0,8 0 3 16,6 0 1-16,5-2 3 0,0 3 5 0,0 1 0 15,4-1-6-15,-4-2-5 0,1 1 0 0,-2-1 3 16,-2 2-9-16,-2 0-5 0,-6 0 4 16,-2 2-6-16,-6-4-5 0,-3 2-5 0,-3-2 0 15,-7 3 3-15,-3-1-3 0,-4-3-1 0,-7 3 0 16,-4 0 0-16,-6-4 1 0,-6 0 1 15,-8 0-2-15,-8-2 8 0,-4-1 4 0,-6 0-2 16,-8-1 1-16,-2 0-2 0,-6-1 5 16,-2 1-5-16,-6-1-13 0,-5 2-13 0,-5 1-24 15,-6-1-32-15,-4 2-43 0,-7 3-152 0,-6-4-86 16,-4-2-35-16,-6-4-3 0,3-7 20 0</inkml:trace>
  <inkml:trace contextRef="#ctx0" brushRef="#br0" timeOffset="96686.56">24223 5016 285 0,'3'-15'332'0,"-1"1"25"0,-2-2-19 15,3 4-127-15,-2-3-69 0,2 4-37 0,0 1-24 16,0 2-14-16,1 5-5 0,-1 2-1 16,0 2-1-16,-2 4-1 0,3 3-2 0,-1 2 0 15,1 2-6-15,-4 7-4 0,0 5-7 0,-4 8-5 16,-3 5-6-16,-4 5-4 0,-2 3-2 0,-4 1-2 15,-2 5-1-15,-2 0-2 0,-3 2 1 0,-2 3-1 16,-3 0-2-16,-2 0-3 0,-1 0-3 16,-3-2-2-16,-1 1-5 0,3-3 1 0,3-5 1 15,1-4 0-15,1-1 0 0,7-9 1 0,3 0 0 16,0-4 1-16,5-7-5 0,3-2 0 0,4-2-3 15,3-2 1-15,3-5 1 0,3 1-2 16,3-3 3-16,6 2 0 0,2-2 2 0,2-3 0 16,7-2 1-16,2 1 0 0,2-1-4 0,3-1 3 15,2-3 3-15,0-3-1 0,2-1 0 16,-1-1-3-16,3-1 5 0,-1-2-1 0,-1-3-7 15,-2 3-10-15,-3-4-10 0,-3 3-13 0,-3 0-16 16,-4-4-20-16,-1 0-23 0,-2-5-25 16,-1 1-22-16,-3-6-32 0,-6 1-93 0,-3-4-87 15,1-1-29-15,-8-5 0 0,1-4 17 0,-1-5 34 16</inkml:trace>
  <inkml:trace contextRef="#ctx0" brushRef="#br0" timeOffset="96936.17">24283 5111 151 0,'0'-12'302'0,"0"4"22"0,0 2-11 15,0 1-89-15,-3 3-85 0,1 6-42 16,-1 5-19-16,0 4-5 0,3 6 4 0,0 4 4 16,0 5 1-16,0 6-3 0,0 3-8 0,0 5-4 15,-2 3-8-15,2 4-7 0,0 7-7 16,0 1-7-16,-3 5-5 0,3 0-10 0,-1 3-4 15,-1 1-5-15,1 3-6 0,-3 1 0 0,4 1-2 16,-1-6-2-16,-1 1-1 0,2-6-2 16,2-2-1-16,-1-7-5 0,-1-4-9 0,0-6-13 15,0-2-26-15,4-11-29 0,5-5-27 0,4-11-48 16,-2-9-146-16,1-7-68 0,3-10-18 0,-1-10 8 15,6-9 17-15</inkml:trace>
  <inkml:trace contextRef="#ctx0" brushRef="#br0" timeOffset="97294.97">24683 5645 263 0,'-3'-18'309'0,"-2"4"21"0,0 1-32 0,-2 2-112 16,0 3-70-16,-1 3-38 0,-2 3-20 0,3 2-15 15,-1 3-5-15,-1 3-4 0,1 1-6 16,2 4 0-16,2 2-5 0,-2 5-3 0,3 1-4 15,3 0-1-15,1 4-6 0,5-2-1 0,0 1-3 16,4 1-1-16,-3-3-3 0,7 1-4 16,1-2 3-16,3 1 1 0,1-1-4 0,2-2 2 15,2-1 2-15,-1 2 0 0,-2-2 2 0,1 0-2 16,-1 2 5-16,-1-3-2 0,-3 3-4 0,-4 1 5 15,2-3-1-15,-3 2 0 0,-4-2 3 0,-2 1 6 16,0-1 14-16,-3 1 8 0,-2-3 15 16,-2 0 8-16,-4 3 3 0,-2-3-1 0,-3 0-8 15,-2 3-10-15,-4 0-12 0,-3 0-9 0,-1-1-6 16,1-1-4-16,-1 1-5 0,-1-2-3 0,2-1-3 15,2-5 0-15,3 1-6 0,0-3-15 16,6-3-30-16,-2-5-38 0,7-6-59 0,-4-5-157 16,3-9-77-16,2-9-30 0,2-7 7 15,2-7 26-15</inkml:trace>
  <inkml:trace contextRef="#ctx0" brushRef="#br0" timeOffset="97497.77">24778 5434 195 0,'9'-2'322'0,"1"2"23"0,-3 2 16 15,7 1-119-15,0-1-88 0,2 4-51 0,3 0-25 16,3 1-15-16,3 1-14 0,2 1-16 16,2-2-11-16,3 1-7 0,0-1-3 0,1 2-8 15,1-1-9-15,-2-5-14 0,1 1-31 0,1-4-78 16,-5-7-135-16,-4-3-69 0,-3-4-30 0,-5-6-7 15,1 2 19-15</inkml:trace>
  <inkml:trace contextRef="#ctx0" brushRef="#br0" timeOffset="100836.17">22839 3445 101 0,'-2'1'274'0,"-2"-2"18"0,0-1-25 16,0 1-59-16,0-2-65 0,-1-1-55 16,1-3-27-16,-4 4-19 0,4 0-3 0,1-1 5 15,-4 1 4-15,3-2 5 0,1 1 4 0,-4 1 10 16,3-3-3-16,0 1-2 0,1 4-3 0,0-4-2 15,-1 2-3-15,1-1-1 0,2 1-4 0,-1 0-7 16,2 1-6-16,0 1-1 0,2-1-9 16,1 0-8-16,5 1-5 0,-1-2-5 0,8 0 0 15,2-1-9-15,4-1 4 0,4 1-1 0,2-1 1 16,-1 0 1-16,3 0-5 0,-3 2 2 15,1 0-1-15,-3 1 0 0,2 1 1 0,-2 1-2 16,-3 0 3-16,1 1-1 0,-4 2-1 0,-1 0 2 16,-2 3-2-16,-4-2 5 0,-3-1-2 15,-1 2 5-15,-4 0-3 0,-3 2-1 0,-5-1 2 16,-3 0-3-16,-3 2 2 0,-6 4-3 0,2-3 3 15,-3 2 10-15,-1 0 0 0,0 2 0 0,-2-2 2 16,4 3-3-16,0-4-2 0,3 4-5 16,1-5-3-16,5 0-3 0,3 1-1 0,2-4 0 15,3 4 0-15,3-2-2 0,4-2 0 0,3 2 5 16,2 1-1-16,4-5-2 0,0 1 1 0,2-2-1 15,-2 0-1-15,0 2-3 0,1-1-2 16,4-1 2-16,1 2-1 0,-2-1 2 0,1 4 2 16,-3 0 1-16,2 0 1 0,-4 3-1 0,-2 4 1 15,0-1-3-15,-5 0 1 0,-1 3 0 16,-1-3-1-16,-2 0 3 0,-1 3 1 0,-4-2 6 15,-1 1-1-15,-5-2 6 0,0 1 5 0,-3 0 2 16,-1-3 4-16,-3 3 3 0,-4-3 2 16,-1 2 0-16,-3 1 2 0,-3 1 1 0,0 2-1 15,-3-2 0-15,-2 0-2 0,0 2-1 0,0-1-10 16,-3 2-4-16,4-1-3 0,0 1-6 0,1-3-4 15,5-1-3-15,3-3 4 0,1-2 0 0,7-2-4 16,0 0-6-16,4 2-9 0,2-6-18 16,4 4-23-16,5-5-26 0,6-3-36 0,8-3-41 15,0-6-64-15,7-6-134 0,4-3-57 0,2-8-16 16,1-5 17-16,3-2 33 0</inkml:trace>
  <inkml:trace contextRef="#ctx0" brushRef="#br0" timeOffset="101101.37">23568 3688 213 0,'-3'-3'326'0,"3"2"20"0,0-1-3 0,0 2-117 15,3 0-91-15,0 0-48 0,2 0-26 0,5-2-17 16,1 2-4-16,10 2-8 0,1 0-4 16,7 4-8-16,5 0-9 0,4 0-3 0,5 6-5 15,1-3 5-15,3-1-4 0,1 0 4 0,1-3-3 16,-3 0 2-16,-2 3-5 0,-2-2-14 0,-4 2-15 15,-2 0-23-15,-8-1-28 0,-3-2-100 0,-8-5-103 16,-7 0-48-16,-5-5-14 0,-5 2 3 16,-4 0 25-16</inkml:trace>
  <inkml:trace contextRef="#ctx0" brushRef="#br0" timeOffset="101350.97">23971 3419 25 0,'-2'-1'312'0,"2"-1"29"15,0 1 22-15,0-1-39 0,0 2-117 0,-1 2-71 16,1 2-32-16,-3 4-12 0,1 7-6 16,-1 1-2-16,-2 6-4 0,-2 3-8 0,-2 6-12 15,1 4-14-15,0 2-11 0,1 3-10 0,-4 3-4 16,4 2-7-16,0 3-8 0,0 2-5 0,3-2-5 15,2-4-13-15,4 0-28 0,5-7-35 0,2-10-41 16,-3-7-156-16,2-8-95 0,2-11-36 16,0-5-3-16,8-11 21 0</inkml:trace>
  <inkml:trace contextRef="#ctx0" brushRef="#br0" timeOffset="104424.18">24707 3702 111 0,'-3'0'276'15,"1"-1"18"-15,-1-3-32 0,-1 3-62 0,0-2-65 16,-2 0-50-16,1-2-28 0,-3 2-11 0,2-2-3 16,0-2 0-16,-3 1 2 0,3-2 2 15,-1 1 4-15,3 1 5 0,-2-2-1 0,1-2 1 16,-1 3 0-16,0-1-3 0,1-1-2 0,2 2-3 15,3 2-3-15,-1-1-4 0,1 0-4 0,1 0-2 16,2 0-7-16,1 0-4 0,3-3-7 16,2 5 1-16,-1 0-3 0,3 3-2 0,2 1 0 15,-1 1 2-15,6 3 1 0,-2 0-3 0,3 6 0 16,-2 0-1-16,1 0 0 0,1 5-4 0,-2 3 1 15,-1-1 0-15,0 4 1 0,-6 0-1 16,4 3 0-16,-7-3 1 0,-2 1 0 0,-2-1 2 16,-3-4-1-16,-3 1-2 0,-2 0 3 0,-2-4-2 15,-7 2 0-15,-3-1-1 0,-2-1-1 16,-1 2-1-16,-3-3-2 0,0 1-1 0,1-1-2 15,-2-2-1-15,3-1 1 0,0 0-1 0,3-4-1 16,0 0 0-16,4-1-1 0,3-1-1 16,4 0 1-16,0-2 0 0,4-2-1 0,3 0 1 15,2 0 2-15,2 3 2 0,7-3 0 0,3-3 0 16,4 1 2-16,3 1 6 0,4-2-3 0,0 0-2 15,6 0-4-15,2 0 3 0,9 0-3 0,0-2-7 16,4 1-1-16,-2-3 2 0,3 2-4 16,-3 2-14-16,3 1-23 0,-2 2-34 0,-2-1-43 15,-5-1-64-15,-1-1-148 0,-2-4-72 0,-1 1-18 16,-1-2 10-16,-2 4 33 0</inkml:trace>
  <inkml:trace contextRef="#ctx0" brushRef="#br0" timeOffset="104798.58">27134 4467 255 0,'-3'-6'367'15,"2"-1"29"-15,-2 1 20 0,3 1-135 0,0 1-97 16,1 0-60-16,2 3-37 0,3-1-23 16,4-2-11-16,0 4-3 0,4 4-7 0,4-2 0 15,5-1-5-15,-2 1 0 0,5 0-12 0,0-1-6 16,1 2-8-16,-3 2-5 0,1 1-5 15,-4 1-6-15,0-1 1 0,-4 4-6 0,1-2-8 16,-4 1-16-16,0 3-21 0,-5-1-21 0,-3 5-31 16,-3-2-23-16,-4 2-46 0,-7 0-119 15,-4-5-58-15,-5 2-18 0,-1 0 8 0,-3-4 17 16</inkml:trace>
  <inkml:trace contextRef="#ctx0" brushRef="#br0" timeOffset="104954.58">27172 4760 200 0,'-6'3'341'0,"3"-1"33"15,0-1 15-15,2 1-103 0,1 0-97 0,1-1-54 16,2-1-33-16,2 0-23 0,3-1-18 0,5-3-14 15,6 0-12-15,2-5-1 0,6-3-11 0,3 3-10 16,5-3-13-16,2-2-13 0,4-1-23 16,2-4-43-16,1-2-44 0,-3-2-158 0,-3-1-80 15,-2-3-34-15,-1 0-2 0,6-2 22 0</inkml:trace>
  <inkml:trace contextRef="#ctx0" brushRef="#br0" timeOffset="105500.58">28728 3213 170 0,'3'-16'322'0,"-3"2"23"0,0 1 20 0,0-1-104 16,0 4-92-16,0 2-47 0,0-1-18 0,0 3-12 15,0 0-9-15,0 3-7 0,-1 1-5 0,-1 4-3 16,1 1-8-16,-2 6-1 0,1 4-3 16,-1 4-3-16,-1 3 0 0,2 5-5 0,-2 3-3 15,-1 6-6-15,3 0-2 0,-1 4-5 0,0-2-2 16,2-1-3-16,1 2-5 0,1 2-2 15,2-4-6-15,2 0 0 0,4-1-4 0,2-2-1 16,1-2-1-16,6-1-2 0,-1-5-1 0,4 0 0 16,2-5 0-16,-2 0-2 0,4-3-1 15,-1-1-1-15,0-2 2 0,-2-4-4 0,-1-3-2 16,0 0 3-16,-4 3 0 0,0-6 0 0,-2 3 0 15,-2-3 0-15,-2 1 2 0,-3-1 2 0,1 0 0 16,-5 1 6-16,-1-1 6 0,1 0 12 16,-3 0 14-16,-2 2 17 0,-3-2 11 0,0 5 3 15,-6 0 3-15,-4 0-4 0,-4 3-8 0,-4-4-15 16,-2 0-12-16,-2 2-12 0,-1 0-7 0,-2 3-7 15,1-3-4-15,4 0-7 0,-4 0-8 0,6-1-16 16,-1 1-26-16,4-2-32 0,1-4-45 16,3-1-43-16,0-6-51 0,6-6-69 0,-5-11-142 15,7-4-60-15,-3-8-5 0,4-5 22 16,-3-1 45-16</inkml:trace>
  <inkml:trace contextRef="#ctx0" brushRef="#br0" timeOffset="105765.78">28563 3027 37 0,'-3'-9'340'0,"0"-3"41"0,-1 1 31 16,4 5-12-16,-1-4-140 0,2 4-81 16,3-1-42-16,-1 3-24 0,5-2-15 0,5 2-9 15,2 1 4-15,2 0-1 0,7 3-8 0,2 3-7 16,6 3-16-16,3 2-8 0,-2 2-10 0,2 0-9 15,3 1-8-15,3 3-5 0,7-3-2 0,-3 4-6 16,-1-3-4-16,2 2-3 0,-4-1-2 16,0 4-4-16,-2-3-3 0,-5 4-3 0,-1-1-19 15,-2 4-25-15,-3-1-35 0,-7 4-51 0,-1-1-57 16,-14 8-182-16,1-2-82 0,-8 1-28 15,-8 3 9-15,-3 0 39 0</inkml:trace>
  <inkml:trace contextRef="#ctx0" brushRef="#br0" timeOffset="106077.78">28491 4287 137 0,'-8'9'339'0,"4"-4"25"0,-1-1 20 0,4 2-70 0,1-3-110 16,1 1-48-16,2 4-30 0,2-1-7 16,4-1-4-16,0-1-7 0,5 1-7 0,1 3-9 15,5-3-8-15,2 0-9 0,4 2-8 0,6 2-9 16,-3-1-9-16,5 1-10 0,5 0-5 0,4-1-13 16,10 1-6-16,0-4-6 0,3-1-2 15,1-1-2-15,-1 2-3 0,-3-1 1 0,-1-2-2 16,-6 1-1-16,-2 3-9 0,-8 0-9 0,-4 0-16 15,-6 1-25-15,-4 4-30 0,-6-2-36 16,-7 2-43-16,-5 2-78 0,-8 1-133 0,-2-1-55 16,-9 2-12-16,-2 5 17 0,-5 5 35 0</inkml:trace>
  <inkml:trace contextRef="#ctx0" brushRef="#br0" timeOffset="106436.58">28759 5117 120 0,'3'-13'315'16,"-2"-1"32"-16,2 1 25 0,2 0-80 0,0 3-94 15,0 2-44-15,-2 1-20 0,2-4-12 16,0 7-11-16,-2 1-6 0,-2 3-10 0,-2 1-10 15,-1 4-12-15,1 3-12 0,-1 0-5 0,7 5-5 16,-4 1 3-16,-1 6 0 0,-1 2 2 16,-5 2 0-16,-2 5-1 0,-2 1-6 0,-3 7-4 15,0 0-8-15,-3 5-6 0,1-3-8 0,1 5-1 16,4-1-5-16,-2-2-5 0,2-2-4 15,6 0-2-15,2-6 1 0,4-4-4 0,2-4 2 16,4-2-3-16,6 2 0 0,1-4-4 0,6-5 2 16,5-5-2-16,3-6-8 0,4-4-11 0,2-1-15 15,2-1-17-15,0-4-16 0,2-1-24 16,0-4-27-16,-3-1-27 0,0-4-30 0,-2 0-70 15,-6-3-132-15,-2-1-54 0,-2-4-9 0,-3 4 18 16,0-5 34-16</inkml:trace>
  <inkml:trace contextRef="#ctx0" brushRef="#br0" timeOffset="106670.58">29300 5280 222 0,'-4'-3'346'0,"-4"1"28"0,0-1 15 16,4 3-121-16,0 3-97 0,-3 2-47 0,3 5-19 15,-3 1-7-15,1 3 0 0,2 6 2 0,-5 2 1 16,3 2-3-16,-4 6-3 0,3 5-6 15,-4 6-6-15,1 4-7 0,-2 0-10 0,-1 6-11 16,1 4-11-16,-3 1-8 0,3 5-12 0,-2-2-7 16,3-1-6-16,4-1-10 0,2-6 0 0,1-4-22 15,4-5-22-15,4-11-29 0,1-5-34 16,4-8-44-16,3-17-52 0,2-2-159 0,1-15-78 15,6-10-24-15,0-4 8 0,4-9 32 0</inkml:trace>
  <inkml:trace contextRef="#ctx0" brushRef="#br0" timeOffset="107044.98">29711 5306 23 0,'1'-10'322'0,"-1"1"35"0,-1 0 28 0,-2 1-18 15,-2 4-122-15,-1 2-76 0,0 2-40 0,-5 2-21 16,3 2-16-16,-2 4-17 0,1 1-7 15,0 1-8-15,-3 7-8 0,3-2-10 0,1 3-8 16,1 5-1-16,0-3-6 0,4 4-7 0,0 1-5 16,3-1-7-16,3 0 1 0,2 0-4 0,0-2 0 15,3 4 2-15,2-1 0 0,0 1 1 16,2-2-3-16,1-6-2 0,2 0-2 0,-1 2 0 15,-1-1-2-15,-1-3 0 0,1 1-1 0,-1 3 2 16,-2-5 0-16,0 0-2 0,-2 0 2 0,-1-4 0 16,-3 2 3-16,1-2-2 0,-4-1 3 0,-2 2 3 15,-4 0 6-15,-1-1 1 0,-4-1 4 16,-3 4 2-16,-1-5 0 0,-5 1-2 0,-1-1-3 15,-1 8 0-15,-4-2-4 0,1 1-1 0,-5-3-3 16,2-8 1-16,0-5-4 0,-1-2-3 16,4-1-2-16,1-3-8 0,0 1-17 0,6-4-30 15,-1-5-43-15,4-7-64 0,-1-3-182 16,5-9-90-16,2-9-36 0,4-3 1 0,7-9 29 15</inkml:trace>
  <inkml:trace contextRef="#ctx0" brushRef="#br0" timeOffset="107216.58">29640 5069 197 0,'11'-8'345'0,"2"1"27"0,0 1 15 16,3-2-105-16,3 5-111 0,5 0-66 0,0-3-34 16,1 5-21-16,4-1-4 0,2 1-15 0,1-1-5 15,0 1-9-15,0-1-2 0,0 4-8 16,-2-1-20-16,-3 2-20 0,1 0-31 0,-6 1-67 15,-6 3-142-15,-4-6-72 0,-5 2-31 0,-2-1 1 16,0-4 19-16</inkml:trace>
  <inkml:trace contextRef="#ctx0" brushRef="#br0" timeOffset="107918.58">29651 2860 123 0,'2'-7'325'16,"-2"2"31"-16,0-1 26 0,0 3-71 0,-2-1-107 16,-1 4-56-16,-1 2-28 0,-8 3-17 0,-1 2-11 15,-1 4-9-15,-7 2-6 0,-1 7-1 16,-6 2-1-16,0 4-5 0,-8 4-4 0,-2 5 2 15,-5 5-2-15,-3 5-2 0,-7 5-1 0,-7 6-9 16,-2 3-6-16,-4 2-12 0,1 2-9 0,-2 5-9 16,1-1-10-16,6 2-2 0,3-4-7 0,4-2-9 15,9-5-27-15,3-6-38 0,9-4-60 16,4-4-95-16,6-9-164 0,5-7-83 0,7-7-22 15,6-8 11-15,6-6 49 0</inkml:trace>
  <inkml:trace contextRef="#ctx0" brushRef="#br0" timeOffset="108355.39">30027 4864 97 0,'2'8'320'16,"-4"2"22"-16,-2 1 18 0,-3 2-64 0,-3 4-107 15,-2 4-57-15,-3 3-20 0,-4 3 0 0,-2 5-2 16,-5 5 3-16,-3 5-6 0,-3 2-4 0,-3 7-11 16,-4 4-9-16,-3 3-7 0,-3 2-7 15,-2 5-7-15,-8 5-8 0,0-2-4 0,-4 6-9 16,1 1-6-16,-1 0-7 0,1 0-9 0,3-2-6 15,4-3-6-15,2-6-6 0,8-8-13 16,6-6-16-16,5-8-30 0,8-9-43 0,8-10-59 16,3-9-138-16,4-13-124 0,11-10-52 0,-1-15-10 15,10-10 24-15,2-11 51 0</inkml:trace>
  <inkml:trace contextRef="#ctx0" brushRef="#br0" timeOffset="108807.79">31331 3747 111 0,'7'-14'292'0,"1"-2"19"0,0 3-4 16,-2 2-72-16,-2 2-87 0,2-2-52 0,-1 5-31 15,-2 2-13-15,-2 0-7 0,1 3-3 0,-2 4 5 16,-2 3 5-16,1 7 11 0,-4 3 6 0,0 3 6 16,-3 7 4-16,0 4-5 0,0 6-1 0,-4 2-9 15,5 2-9-15,-3 1-9 0,-1 3-11 0,0-1-10 16,1 0-9-16,3 0-5 0,-1-3-6 0,2-2 0 15,3 0-5-15,0-4-3 0,2-1-17 0,2-4-28 16,4-4-44-16,-2-2-100 0,1-6-141 0,0-3-72 16,0-6-25-16,0-5 9 0,-1-4 32 0</inkml:trace>
  <inkml:trace contextRef="#ctx0" brushRef="#br0" timeOffset="109026.19">30932 4598 322 0,'-4'5'361'0,"1"-1"28"15,3-1-2-15,3 0-140 0,1-1-89 0,8-1-47 16,4-1-28-16,3-1-24 0,4-3-14 0,2 0-11 16,2-2-10-16,3 0-7 0,6 1-6 0,0 2-9 15,0-1-2-15,2 0-3 0,-3 4-5 16,0 2-11-16,-3 4-14 0,-3-1-16 0,-1 4-25 15,-3 1-25-15,-2 1-59 0,-7 7-124 0,-3 0-58 16,-5 2-20-16,-4 3 5 0,-1 2 16 0</inkml:trace>
  <inkml:trace contextRef="#ctx0" brushRef="#br0" timeOffset="109540.99">31548 5445 251 0,'2'-6'345'0,"-2"-1"24"15,-2-3-3-15,-1 1-106 0,0-1-84 0,-1-3-39 16,-3 2-26-16,0 0-10 0,-4 2-6 0,1-1-10 16,-7 3-4-16,2 3-7 0,-7 1-9 15,1 1-5-15,-2 4-1 0,-4 2 1 0,-2 6 1 16,-2 4 3-16,0 4 4 0,-3 2 6 0,0 3-2 15,3 1 0-15,2 0-4 0,1 1-8 0,3-1-5 16,2-1-14-16,4 1-11 0,4-3-7 0,5-2-6 16,2-2-8-16,4 1-5 0,4-3-3 0,4-3-5 15,4-2-3-15,6-3-10 0,4-4-13 16,0-5-15-16,6-1-11 0,1-4-13 0,0-4-12 15,3-1-4-15,-3-4-3 0,4-2 5 0,-2-2 5 16,-2 0 7-16,1-1 12 0,-2-1 11 0,-1 1 15 16,-3 3 8-16,-2 2 10 0,-5 0 7 0,-3 5 2 15,-2 1 5-15,-2 3 2 0,-3 2 3 0,2-1 2 16,-2 6 1-16,1 6 4 0,-3-1-1 0,1 5 4 15,-2 4 6-15,0 8 1 0,0 5 5 0,-2 2 0 16,1 6 10-16,-3 3-5 0,1 4-3 0,-2 3-1 16,2 3-3-16,-3 0-1 0,-2 1-8 0,1 1 5 15,0-1-2-15,0 3 0 0,1-3 0 16,-5 1 0-16,3-4-4 0,-4 1-3 0,-1-5-1 15,-3-6-2-15,-3-2-7 0,0-2-3 0,-4-5 1 16,-4-1 0-16,-3-5-6 0,-5-4-3 0,-2 1-2 16,-7-8-11-16,0-1-12 0,-6-4-18 0,-3-4-22 15,-1-2-39-15,-2-6-49 0,-5-1-172 0,0-6-89 16,4-9-35-16,4-1-3 0,7-4 30 0</inkml:trace>
  <inkml:trace contextRef="#ctx0" brushRef="#br0" timeOffset="110820.19">20652 6590 98 0,'-15'-30'309'0,"-6"-7"25"15,0 1 18-15,-3 0-78 0,-3 3-101 0,1 2-48 16,-3 1-27-16,0 1-10 0,-1 3-2 0,1 4 5 16,1 1 0-16,-1 5 0 0,2 0-3 15,1 5-5-15,4 5-9 0,-1 4-12 0,1 7-12 16,0 6-7-16,-3 7-1 0,3 4 3 0,-1 8 6 15,-2 6 10-15,6 5 10 0,-1 6 8 16,-2 2 3-16,6 7-3 0,1 2-7 0,4 3-10 16,0-1-13-16,4 4-13 0,5-3-10 0,4 2-8 15,2-1-8-15,7-3-5 0,6-3-3 16,4-2-2-16,5-4-8 0,7-5-19 0,4-5-27 15,5-6-38-15,8-9-44 0,7-4-52 0,5-8-61 16,-1-5-164-16,3-11-68 0,-3-12-12 0,-1-4 15 16,4-10 41-16</inkml:trace>
  <inkml:trace contextRef="#ctx0" brushRef="#br0" timeOffset="111194.59">21216 6888 60 0,'-11'-1'327'15,"-2"-4"32"-15,-3 2 25 0,-3 0-39 0,-1 3-123 16,2 3-66-16,-3 1-37 0,-1 3-24 0,2 0-15 15,1 7-10-15,2 0-12 0,2 2-9 16,1 3-10-16,-3 2-9 0,5 5-9 0,0-1-8 16,4-1-2-16,5 3-4 0,6-1-7 0,0-2 0 15,4 2-1-15,3-2 2 0,2 1-5 16,1 1-1-16,5-2 3 0,0 1-1 0,0-1 2 15,3-1-3-15,1-1 1 0,-2-3 2 0,1 2-1 16,0 0 1-16,-2 0-3 0,0-4 1 0,-5 1 2 16,1-2 2-16,-4-2-1 0,-3-1 1 0,-1-4 7 15,-3-2 9-15,0 0 11 0,-4-1 4 16,-5 2 6-16,-1 2 8 0,-6-3 5 0,-2 1 1 15,-4 1 0-15,-2-2 4 0,-1 3 5 0,-4 0 0 16,0-1-6-16,0 3-9 0,1-3-9 0,-4-1-8 16,6 0-9-16,-1-2-13 0,4-1-5 15,3 1-15-15,4-3-27 0,3 0-35 0,7-3-46 16,4-6-54-16,7-5-52 0,6-2-160 15,5-2-66-15,2-8-15 0,3-1 18 0,-1-3 44 16</inkml:trace>
  <inkml:trace contextRef="#ctx0" brushRef="#br0" timeOffset="111615.79">21555 7393 295 0,'-1'0'326'0,"-1"-1"18"15,-1-1-33-15,0-1-110 0,1 3-73 16,2-1-37-16,-4-2-19 0,4 1-7 0,4 1-9 15,-2-3-13-15,3 1-7 0,1-2-4 0,2 2-11 16,3-2-8-16,0 2-7 0,3 0 4 0,3 1-5 16,-3 2-5-16,4 0 1 0,0 0-3 15,-3 2 1-15,3 1 0 0,-4 3-2 0,1 2 3 16,-3 4 1-16,-1 2 4 0,-2 0 3 0,-4 6 0 15,-1 0 6-15,-4 5 3 0,0 1-1 16,-4 3 3-16,-3 2 3 0,-1-3 1 0,-3 0 4 16,-2-1-1-16,-1-2 3 0,1 4-5 0,-2 0-2 15,1-3-7-15,2-6-6 0,3-4-2 16,1 1-2-16,2-8-3 0,-1-1-2 0,2 0 0 15,2-5-1-15,2-1-1 0,-2-4-1 0,1-1-2 16,2-4 0-16,2 3 4 0,-2-3 0 0,4 1-2 16,3-2 3-16,0-2 0 0,0 6-4 0,3-4-3 15,2 1 0-15,1 2 0 0,1 2-1 16,4 2 1-16,-2 1 3 0,4 0-2 0,1 1-4 15,-1 1-6-15,4 1-12 0,3 0-15 0,2 0-25 16,2 1-32-16,2-1-53 0,-3 2-131 16,2-8-62-16,0-2-25 0,3-2 7 0,1-4 21 15</inkml:trace>
  <inkml:trace contextRef="#ctx0" brushRef="#br0" timeOffset="111818.59">22404 7648 259 0,'0'1'360'15,"0"-2"26"-15,0-1 14 0,4 2-140 0,-2 0-105 16,3 0-59-16,2 0-36 0,6 2-21 0,5 1-11 16,3 1-6-16,6-1-8 0,4 1 0 0,4-2-5 15,1 3-7-15,-1 5-10 0,2-2-21 16,-4 1-25-16,-2 2-38 0,-5-3-112 0,-5 0-102 15,-6-3-48-15,-3-2-13 0,-3 1 10 0,-2 0 27 16</inkml:trace>
  <inkml:trace contextRef="#ctx0" brushRef="#br0" timeOffset="111990.19">22592 8025 123 0,'-7'9'332'0,"4"-8"28"0,0-1 20 16,3-1-81-16,3-2-117 0,2-4-74 0,4 1-40 15,1-1-26-15,7 0-18 0,0-5-14 0,6 3-15 16,2-3-13-16,7 3-20 0,2-1-23 15,2-4-52-15,-1 0-134 0,1 1-61 0,3-5-28 16,-1 4-3-16,5-3 9 0</inkml:trace>
  <inkml:trace contextRef="#ctx0" brushRef="#br0" timeOffset="112551.79">23931 7581 61 0,'2'-19'299'0,"-2"-4"26"15,-5-1 21-15,0 6-64 0,-2 0-99 0,-2-2-53 16,0 4-28-16,-1-2-13 0,0 4-9 0,-1 0-6 16,-1 3-2-16,-3-2-2 0,3 6-6 15,-5 3-5-15,2 2 1 0,-3 4-2 0,-2 1 0 16,1 5 1-16,-2 2 1 0,0 5 1 15,1 1-4-15,-1 5-1 0,1 0-3 0,2 3-6 16,1 0-4-16,3 3-8 0,3 1-7 0,3-4-4 16,2 1-9-16,2-1-6 0,3-1-4 0,2-2-5 15,6-1-5-15,0-2-1 0,5-2-4 16,4-7-5-16,0-3-10 0,4-6-11 0,5-4-8 15,-1-4-7-15,0-5-6 0,2-4-1 0,0-1 5 16,-2-5 4-16,-1 1 9 0,1-4 5 0,-1-1 7 16,-3-1 5-16,-2-1 5 0,-1 1 6 0,-4 5 3 15,-2 0 5-15,-1 4 4 0,-5 1 6 16,-2 6 0-16,2 2 6 0,-2 0 2 0,0 6-1 15,-1 2 3-15,-2 4 1 0,3 4 2 0,-3 5-1 16,1 5 6-16,2 5 15 0,0 6-1 16,0 6 1-16,2 5 3 0,-2 3 7 0,3 4 3 15,-1 1-9-15,-1 2 2 0,-1 0 1 0,1-1-2 16,-4-1-7-16,0 1-5 0,-4-3-6 15,0-1-5-15,-1 1-4 0,-6-8-4 0,-2 1-4 16,-6-6 1-16,-3-1 0 0,-6-3-2 0,-4-5-1 16,-4 1 0-16,-4-5 2 0,-5-1-2 0,-1-4 1 15,-6-2-1-15,1 1 1 0,-1-2-3 16,-1 0-4-16,1-2-4 0,3 0-18 0,4 2-24 15,5-1-34-15,5 1-46 0,6 0-63 0,2-4-101 16,2-1-133-16,10-7-56 0,2-6-11 0,10-1 27 16,4-3 51-16</inkml:trace>
  <inkml:trace contextRef="#ctx0" brushRef="#br0" timeOffset="113472.19">24336 8189 233 0,'-3'11'319'0,"1"-3"19"0,1-2-8 0,-1-1-121 15,1-2-82-15,-1 0-37 0,2 1-17 0,2-4-7 16,2-5-2-16,4 0-2 0,5-4-6 16,3-4-6-16,5-6-13 0,5-4-10 0,3-8-12 15,6-3-5-15,3-5-5 0,7-5-1 0,3-3-3 16,6-2-1-16,2-7 1 0,4-1-1 15,-4-3-2-15,1 2-4 0,-7 2 4 0,-3 3-1 16,-5 5 3-16,-7 5 2 0,-4 5 6 0,-6 7 3 16,-6 7 3-16,-4 3 5 0,-4 9 0 0,-3-1 7 15,-1 5 2-15,-6 3-1 0,-1 3-1 16,-3 2 0-16,-2 5-3 0,-2 5-3 0,3 5-2 15,-4 0 1-15,2 3-1 0,-3 3-3 0,0 1-2 16,-1 1 0-16,4 1-4 0,1-3-3 0,0 3-1 16,2-4 1-16,3-1 2 0,1-2-5 15,4-4 1-15,1 2-2 0,1-2 0 0,3-2-3 16,1-3 1-16,2-2 2 0,2-4-3 0,0-2 1 15,2-2-2-15,0-1 2 0,-2 0-3 16,-1 0-2-16,0 0 4 0,1 1-3 0,-5 1 5 16,4-1 1-16,0-3 1 0,-3 2-4 0,2 0-2 15,-4-1 2-15,5 4-3 0,-5 5 2 16,-1 1 0-16,-2 6 5 0,3-1 2 0,-5 0 4 15,1 5 3-15,-4 0 7 0,-1 5 10 0,0 2 6 16,-3 4 9-16,-1 3 4 0,-5 3 2 0,1 4-3 16,0-2-6-16,-1 4-6 0,-3-2-9 0,2 0-6 15,0-2 2-15,-2-1-8 0,2-2-7 16,2-4-5-16,1 1-6 0,4-7-20 0,-1 1-34 15,3-4-45-15,2-6-59 0,-1-3-124 0,5-9-126 16,5-8-52-16,3-5-8 0,6-9 27 0,0-3 51 16</inkml:trace>
  <inkml:trace contextRef="#ctx0" brushRef="#br0" timeOffset="113752.99">25765 7696 258 0,'0'-11'355'0,"0"1"24"0,0-1 10 16,0 2-141-16,0 3-93 0,0 3-54 0,0 2-36 16,2 2-13-16,-2 2-7 0,1 6 1 0,1 3 4 15,-1 8 2-15,-1 2 1 0,0 5-10 16,0 3-6-16,0 5-5 0,-1-2-7 0,1 6-6 15,-2-1-7-15,1 3-2 0,1-4-3 0,0 3 0 16,0-5-6-16,0-2-7 0,0-2-6 0,1-5-20 16,1-7-31-16,-1-3-30 0,-1-4-31 15,2-9-65-15,-2-3-128 0,1-9-53 0,4-8-10 16,-2-4 9-16,3-8 24 0</inkml:trace>
  <inkml:trace contextRef="#ctx0" brushRef="#br0" timeOffset="113924.6">25753 7703 262 0,'3'6'357'0,"-1"-4"18"0,4-1 13 0,-3-1-149 16,4 3-101-16,1 3-60 0,4-3-34 0,0-1-16 16,8-2-13-16,2-2-4 0,3 1-9 0,4-1-8 15,3-1-13-15,2-3-18 0,-1 1-22 16,2-3-19-16,-3 2-74 0,-4 1-109 0,-3-1-51 15,-5-3-18-15,-5 0 6 0,0 1 10 0</inkml:trace>
  <inkml:trace contextRef="#ctx0" brushRef="#br0" timeOffset="114111.8">25796 7920 183 0,'-14'15'334'0,"3"-6"25"0,4 1 13 0,-1-4-115 16,5-1-103-16,3-1-53 0,5 0-24 15,4-1-15-15,3 1-6 0,5-1-2 0,4 0-4 16,5-3-11-16,1-3-11 0,5 0-12 0,0-1-7 15,0 1-4-15,2-1-6 0,-1 0-21 16,1-2-15-16,-1-4-34 0,2-3-94 0,-3 0-128 16,-3-6-65-16,-8 2-16 0,4-1-5 0,-7 2 23 15</inkml:trace>
  <inkml:trace contextRef="#ctx0" brushRef="#br0" timeOffset="134781.23">8477 8997 13 0,'6'-5'239'16,"1"2"19"-16,1 0-25 0,-2 1-41 0,2-3-44 15,-3 4-45-15,3-3-43 0,0 1-23 16,-4-2-13-16,3 1-6 0,0 1-4 0,-3-1-2 16,3 1-10-16,0-2 4 0,0 2-1 0,1 0 0 15,2 0 1-15,-3-2-4 0,7 0 9 16,-2 0-4-16,5-1 0 0,-2 0 0 0,5-5-6 15,0 4 6-15,1-1-3 0,5 0-1 0,1-2 2 16,3 1 3-16,4-1 4 0,4-1 1 0,2-1 1 16,4 1 2-16,1 1-2 0,4-2-1 15,1 4-1-15,2-2-3 0,4 4-3 0,2 0-1 16,3 1-1-16,-1 0-4 0,8-2-2 0,0 4-2 15,5 2 0-15,1 1 0 0,5 0 4 0,-1 1 4 16,3 1 2-16,0-1 5 0,1 4 2 0,-1-3 2 16,2 1-1-16,2 1-2 0,3-1-1 15,0 0-2-15,4 1 1 0,-1 1-5 0,2 0-2 16,-4 2 0-16,-1-1 0 0,2 4-2 15,-3-2 0-15,-2-1 1 0,2 5-1 0,-2-1-1 16,-3 0-4-16,0 2-2 0,0 3 1 0,-1-2 4 16,0 3 2-16,-2 2 4 0,-5-2-2 15,3 4 4-15,-2-2 0 0,-5 4 0 0,2-1-3 16,-2 1-2-16,-5 2 1 0,-1 2 0 0,-3 1 1 15,-2 3-4-15,-6 3 0 0,-1 1 0 0,-3 2 1 16,-5 1-1-16,-3 2-1 0,-5 2 1 0,-4 6-3 16,-3 0-1-16,0 2-3 0,-6 1 3 15,-2 3-3-15,-2 0 0 0,-6 6 1 0,-1 0 5 16,1 5 6-16,-6-2 0 0,4 5 4 0,-5 1 5 15,-1 0-2-15,-4-3-3 0,-2 7-1 0,-3-3 1 16,0 1-1-16,-3-1-3 0,-1 3 3 16,-1 1 0-16,-5 1 1 0,0 0-4 0,-2 0 2 15,-4 3 0-15,-5-5-2 0,0 0-1 0,-3-1-2 16,-2-1 1-16,-4-2-2 0,-1-3-1 15,-1-1-1-15,-7 1 1 0,1-4 0 0,-6 2-1 16,-2-2 0-16,-1 2-1 0,-7-2-3 0,-1 1 0 16,-5-4-4-16,-2 1-2 0,-2-3 1 15,-7 1 2-15,-1-3 7 0,-3 2 6 0,-2-4 4 16,-1-2 6-16,-2-2 3 0,-4 1 0 0,0-2-3 15,-2-3-1-15,-2-2 0 0,-6-3-2 0,1-4-2 16,-5-1 0-16,-1-7-1 0,1-2-2 0,-1-4-2 16,0-4 0-16,-2-5-4 0,1-3-1 15,-3-4 3-15,-2-3 5 0,0-1 3 0,3-4 2 16,0-3 5-16,2-6 7 0,2-2-3 0,0-6-2 15,-1-7 2-15,0-5-1 0,1-10-3 16,-3-4-6-16,1-6 0 0,2-5 1 0,-2-3-4 16,1-5-1-16,5 0 0 0,-2-5 0 0,1 0-5 15,0-6 1-15,0 0 3 0,-2-2 3 16,0-2-1-16,5-2 3 0,1-4 7 0,3 2-3 15,3-5-6-15,3 1-2 0,2-3-1 0,2-2 1 16,1 0-5-16,7-1-2 0,0 1-1 0,2 0 0 16,5 1-4-16,0-1-5 0,4 2 0 15,4-5 0-15,3 0-2 0,3 1 1 0,5 3 4 16,1 1 4-16,6 6 0 0,8 0-2 0,1 6 0 15,3 4-1-15,5 3-10 0,1 8-13 0,8 2-17 16,1 6-22-16,6 3-25 0,8 5-62 0,0 1-126 16,7 5-60-16,1 2-20 0,2 2 4 15,4 7 17-15</inkml:trace>
  <inkml:trace contextRef="#ctx0" brushRef="#br0" timeOffset="137604.84">21260 9046 105 0,'-10'-14'304'0,"-4"-4"22"16,-4 2 14-16,0 2-88 0,-1-2-101 0,-2 3-52 15,0 0-27-15,-1 4-18 0,-1 0-5 0,1 2-2 16,2 1-4-16,-5-2-1 0,4 2-1 15,-1 3-2-15,0 2-5 0,-1 1-7 0,1 1 1 16,-1 4-7-16,1 5-5 0,0 1-1 0,-3 4 0 16,3 4 2-16,0 0 1 0,-1 5 2 0,2 0 1 15,1 3-4-15,1 2 5 0,2 3-1 0,-2 0-3 16,5 3-1-16,1 2 2 0,2-1 2 15,3 1-8-15,3 0-2 0,3 0 1 0,5-2-6 16,6 1-3-16,5-6-2 0,4 0 0 0,5-1-4 16,9-4-5-16,4-2-6 0,4-5-10 0,4-4-17 15,3-7-26-15,2-6-29 0,4-5-34 16,-1-5-95-16,-1-5-101 0,-1-2-40 0,-4-2-6 15,-1-1 16-15,-2 1 26 0</inkml:trace>
  <inkml:trace contextRef="#ctx0" brushRef="#br0" timeOffset="137854.44">21530 9135 206 0,'-10'-7'335'0,"-2"2"30"16,2 3 15-16,-1 4-128 0,-1 5-87 0,1 2-50 15,2 9-23-15,-2 4-20 0,2 7-7 0,1 6-6 16,1 7-9-16,-2 4-8 0,4 7-12 15,1 3-10-15,1 5-10 0,3 4-9 0,1 4-5 16,2 3-1-16,0-3-5 0,2 1 1 0,0-4-2 16,2-2-3-16,-1-5-6 0,2-3-10 0,-2-8-10 15,3-3-10-15,-5-12-11 0,1-4-7 16,0-8-4-16,-2-6-5 0,1-7-7 0,-1-8-22 15,1-10-54-15,-4-6-92 0,-2-3-41 0,-1-10-16 16,-2-3 1-16</inkml:trace>
  <inkml:trace contextRef="#ctx0" brushRef="#br0" timeOffset="138119.64">21411 9411 149 0,'2'-37'301'0,"-1"4"15"16,1 2-2-16,2 7-95 0,-1 2-93 0,1 4-51 16,6 6-30-16,-1-1-16 0,4 5-13 0,1 2-9 15,4 1-1-15,-1 1-4 0,5 3-1 0,2 1-1 16,0 0 0-16,1 1 0 0,-3 3-2 15,3 2 0-15,-3 2 2 0,-3 5-1 0,0-1 3 16,-5 2 0-16,-2 0 6 0,-2 3 6 0,-4 0 4 16,-5 0 9-16,-1-2 6 0,-3 0 5 0,-5 1 3 15,-6 2 1-15,-4 0-2 0,-3-3-6 16,0 2-6-16,-5-5-1 0,0 1-2 0,-1 0-8 15,-1 0-5-15,3-2-1 0,-3 0-3 0,7-4-2 16,0 0-6-16,3-1-12 0,4-3-15 16,3-2-23-16,4-1-27 0,5-3-56 0,2 3-132 15,2-4-59-15,6 0-23 0,0-4 2 0,8-1 15 16</inkml:trace>
  <inkml:trace contextRef="#ctx0" brushRef="#br0" timeOffset="138556.44">21803 9421 212 0,'0'0'311'0,"0"-2"14"0,3 0-10 0,-3 1-126 16,3 1-85-16,4 0-48 0,0 0-23 0,2 1-18 15,3 1-4-15,3 1-3 0,2 4 1 0,0-2-1 16,3 1-3-16,-3 2 1 0,1 0-1 15,-1 5 2-15,-1 1-4 0,-4-3 5 0,-1 4 5 16,1-4 7-16,-6 2 4 0,-3 1 1 0,1 4 5 16,-4 1 4-16,-4 1 0 0,0-2-2 15,-6 3 1-15,-1-2 0 0,-2 2-1 0,-2-1-4 16,0-3-2-16,-2-1-5 0,3-1-3 15,1-4-2-15,1-1-5 0,-1 2-1 0,5-6-3 16,-2 1-1-16,3-6-2 0,0-1 2 0,3-3-1 16,0-5-3-16,4-1-5 0,0-6 3 0,5-4-4 15,1 2-2-15,2-3 1 0,1-2 0 0,2 1 5 16,-2 3-3-16,0 3 4 0,0-2-1 15,0 7 3-15,-1-1 1 0,1 4 0 0,2 2 2 16,-1 5 2-16,1 5 2 0,1-1 1 0,-3 8 3 16,6 0 0-16,-5 5 1 0,2-2-4 0,0 5 0 15,0 0-4-15,2 3-1 0,0-1-4 16,2 1-8-16,0-3-4 0,2 1-14 0,2-5-15 15,2-3-27-15,3-3-28 0,-1-9-68 0,-2 5-124 16,2-6-58-16,-2-3-20 0,-1-3 6 16,4-9 20-16</inkml:trace>
  <inkml:trace contextRef="#ctx0" brushRef="#br0" timeOffset="138759.24">22781 9593 328 0,'6'0'379'0,"0"0"23"0,1 0 9 0,-3 0-160 15,4 2-103-15,1 0-56 0,3 1-30 0,3 2-23 16,2 0-14-16,4-2-8 0,3 0-3 0,1 0-7 16,2 2-9-16,-2 0-12 0,2-2-17 0,-3-1-22 15,1-1-24-15,-4-1-33 0,-4 0-84 0,-6 3-104 16,-6-1-42-16,-3 1-11 0,-5 0 6 15,-1-3 24-15</inkml:trace>
  <inkml:trace contextRef="#ctx0" brushRef="#br0" timeOffset="138946.44">22897 9852 212 0,'-5'12'352'0,"-2"1"26"15,1-5 19-15,2 0-118 0,1-2-110 16,3 1-55-16,2-3-38 0,3 4-20 0,-1-2-16 16,5 3-5-16,3-3-5 0,2 0-8 0,3 4-8 15,1-3-5-15,0-1-4 0,5 0-5 0,-3-1-5 16,1 0-14-16,0-2-23 0,-1-3-38 15,-3-1-96-15,-3-4-124 0,-4-2-64 0,-7 1-20 16,0 0 4-16,-6-1 29 0</inkml:trace>
  <inkml:trace contextRef="#ctx0" brushRef="#br0" timeOffset="139944.84">24168 9365 226 0,'0'-21'321'0,"-1"1"20"0,-5 2-1 0,-3 0-127 15,-1 2-77-15,0 0-36 0,-4 3-24 0,0 1-12 16,-1 0 6-16,-2 4-11 0,1 2-6 15,0 1-4-15,-3 2 0 0,1-2-6 0,-1 5-11 16,0 5 4-16,2 2 4 0,-4 2 0 0,1 3-2 16,1 4 4-16,0 2 1 0,-2 3-1 0,4 2 2 15,0 4-2-15,2 2-1 0,1-1-6 0,2 4-5 16,1 2-4-16,1 1-8 0,4-2-5 15,1 3-6-15,3-3-5 0,5 5-2 0,2-7-5 16,4 3-3-16,6-3-8 0,2 0-10 0,6-5-10 16,4-4-16-16,5-6-17 0,5-3-22 15,5-10-22-15,4-3-21 0,3-4-17 0,-1-8-66 16,-2 1-101-16,-3-4-39 0,-1-2-7 15,-2 0 13-15,-1-7 21 0</inkml:trace>
  <inkml:trace contextRef="#ctx0" brushRef="#br0" timeOffset="140272.44">24564 9533 7 0,'-2'-6'295'0,"-4"-1"33"0,-1 1 19 0,-4 4-35 15,-3 2-108-15,-3 2-63 0,-2 2-39 0,0 1-22 16,0 2-10-16,-2 1-10 0,4 1-7 0,0 3 0 16,2-2-11-16,3 5-9 0,1-1-12 0,3 2-5 15,3 2-7-15,1-2-9 0,1 0-1 0,5 0 0 16,3-2 0-16,2 2-3 0,5 1 4 15,3-2-1-15,2 3-1 0,1-2 0 0,1-2 1 16,-1 1 1-16,1-6-1 0,-2 1 2 16,1 0-1-16,-1-3 0 0,-3 1 0 0,-2-1 0 15,-1-1 0-15,-2-1 5 0,-3 0 6 0,-5 0 9 16,-1 0 4-16,0-1 5 0,-6 1-1 15,-2 0 3-15,-2-2 0 0,-4 4-1 0,-1-3 1 16,-3 0-3-16,0 2 0 0,-5 1-6 0,1-1-5 16,0 0-4-16,1 0-5 0,-4 3-2 0,5-3-4 15,2 0-4-15,4-1-1 0,1-2-11 0,4-1-17 16,2-6-18-16,7 0-23 0,4-4-26 15,5-5-28-15,7 1-42 0,-2-3-132 0,4-4-61 16,2-2-18-16,5-3 6 0,3-3 19 0</inkml:trace>
  <inkml:trace contextRef="#ctx0" brushRef="#br0" timeOffset="140709.24">24880 9610 52 0,'0'1'316'0,"0"-1"29"0,-1 0 20 0,-1 0-50 16,0 0-122-16,1 0-80 0,1 0-44 0,3 0-27 15,2-1-19-15,-1-1-11 0,4 1-8 16,2-2 0-16,3 1-2 0,2 0 0 0,-1 0 1 16,4 2 1-16,-3 0 6 0,5 4 0 0,-5 1 4 15,2 2-2-15,-5 7 2 0,1-1 3 0,-2 5-6 16,-3 5 3-16,0 2 3 0,-4-1 1 15,-3 4 3-15,-1-3 0 0,-1 2 3 0,-3 2 2 16,-4-3 2-16,0 1 2 0,-1-2 2 0,-3-2-1 16,-2 1 2-16,-1-3-8 0,-3 0-4 0,-2-4-5 15,1-1-6-15,0-4-4 0,-1-3-4 16,2-3 2-16,0-1-3 0,1-8-2 0,2-4-1 15,2-2-2-15,-1-6 4 0,6-2-4 0,-2 1-1 16,5-3 1-16,2-1 2 0,0-1 2 16,3 0-4-16,3 3 1 0,1-2 0 0,2 6 2 15,2 0 1-15,0 4-4 0,2 3 7 0,2 4 1 16,1 0 1-16,-2 6-2 0,3 0-3 15,1 4 4-15,1 3-4 0,2-1 0 0,-3 4-3 16,6 0 3-16,-1 3 1 0,3-1-2 0,-2 3-1 16,4 2-8-16,-2-4-8 0,3-1-14 0,-2-1-24 15,1-5-23-15,1-3-33 0,2 0-86 0,-5-13-111 16,-1 0-50-16,3-2-12 0,-4-6 9 15,2 4 23-15</inkml:trace>
  <inkml:trace contextRef="#ctx0" brushRef="#br0" timeOffset="140943.24">25758 9690 5 0,'6'1'323'0,"-2"-1"29"0,1 0 17 16,0 2-18-16,2-1-141 0,4 1-95 0,3-1-46 15,4 3-29-15,3 1-14 0,8-1-10 16,3-2-3-16,6 3-1 0,-2-2-5 0,4-3-10 16,0 0-12-16,-5-2-17 0,-1 1-24 0,0-4-43 15,-4 3-127-15,-8-5-73 0,-3-3-32 0,-5 0-6 16,-2-1 9-16</inkml:trace>
  <inkml:trace contextRef="#ctx0" brushRef="#br0" timeOffset="141177.24">26032 9312 125 0,'-3'9'324'0,"0"0"24"0,-2-1 20 0,0 4-82 15,2 1-104-15,-1 3-60 0,-1 5-32 16,4 1-19-16,-2 5-17 0,0 3-12 0,1 0-14 15,1 2-6-15,-1 5-10 0,0 1-4 0,1 2-5 16,-1 1-3-16,2 1 0 0,0 0-6 16,0-2-8-16,2-2-14 0,-1-1-22 0,4-3-27 15,0-5-55-15,-1-2-132 0,4-6-65 0,1-11-25 16,5-6 1-16,7-12 17 0</inkml:trace>
  <inkml:trace contextRef="#ctx0" brushRef="#br0" timeOffset="141551.64">27235 9171 19 0,'-2'-17'303'0,"1"-6"31"0,-5 2 20 0,-4-1-31 16,-2 1-115-16,0 3-68 0,0 3-33 0,-5-2-18 16,1 7-9-16,-4 0-4 0,-2 0-1 15,-2 9 3-15,1-1 2 0,-4 4 4 0,-5 2 2 16,0 8 2-16,-2 2 7 0,-5 5 5 0,1 7 11 15,-2 4 6-15,4 6 10 0,-3 0 6 16,2 5 3-16,3 1-6 0,2 3-16 0,4 3-15 16,0 2-20-16,7 2-20 0,3 0-17 0,4-1-12 15,5 3-9-15,3 0-8 0,6 0-12 0,4-3-8 16,6-1-9-16,5-4-10 0,3-3-21 15,6-3-24-15,4-5-31 0,4-4-28 0,4-9-33 16,3-5-30-16,4-6-14 0,2-10-12 0,1-5-3 16,0-2 0-16,3-3-36 0,-10-3-101 0,1 0-38 15,-4-3-2-15,-4 1 17 0,0 1 24 16</inkml:trace>
  <inkml:trace contextRef="#ctx0" brushRef="#br0" timeOffset="142175.64">27431 9938 163 0,'0'-5'315'0,"0"-1"26"0,-3-1 0 16,-3-1-89-16,1 3-94 0,-1-3-49 15,2 2-31-15,-1-1-20 0,2 1-12 0,0-2-8 16,-1-2-6-16,0 3-10 0,4-3-5 0,-3 0-5 16,3 3-2-16,0-4-4 0,0 4-2 0,3-1 4 15,-1-1 2-15,1 2 1 0,1 0-2 16,-1 6 1-16,2-3 2 0,0-1-4 0,-1 1-1 15,2-4-2-15,2 3 0 0,1-2 1 0,-1 6-2 16,-1-1 3-16,4 2 0 0,-4 2 3 16,1 1 1-16,0 4 2 0,1 1 1 0,-2 2-2 15,0 7 3-15,-1 2 3 0,-2 4-2 0,-1-1-1 16,-1 4 3-16,-2 2 0 0,-2 1-2 15,-4 1 0-15,0 2 2 0,-5 1 1 0,2-3 1 16,-6 2 2-16,0-1-3 0,-2 0-2 0,2-2-2 16,-3-5-1-16,1 0-5 0,2-7-5 0,2-2-1 15,0-2-3-15,2-4-2 0,1-2-2 0,0-6-2 16,4-1 0-16,0-3-4 0,1 0 0 15,1 0-2-15,4-2-1 0,0 1 2 0,0-5 0 16,4 4 3-16,1 1 2 0,0-1 3 0,1 1 0 16,0 1 1-16,0 2 2 0,3-1 1 0,-1 2 0 15,1 2-1-15,1-1-2 0,0 5 1 16,0-3 1-16,2 1-1 0,-1 2 0 0,2 1 1 15,0 3 0-15,-1-1-1 0,6-1 0 0,-2 2 0 16,3-1-7-16,1-2-10 0,0-4-20 16,3-1-27-16,-1-4-38 0,3-5-90 0,-8-5-124 15,2-6-58-15,-3 0-16 0,-3 0 10 0,0 3 26 16</inkml:trace>
  <inkml:trace contextRef="#ctx0" brushRef="#br0" timeOffset="142768.45">28161 9679 188 0,'-1'-10'309'0,"-1"2"29"0,1 2-8 15,-3 3-91-15,4-1-84 0,0 2-42 0,0 1-27 16,0-3-20-16,4 1-7 0,0 0 2 15,2 2 4-15,2 1-1 0,2 1 9 0,2-1 4 16,4 5-2-16,-5-2-4 0,3 2-10 0,8 2-3 16,-1-1-11-16,10 2-9 0,1 0-9 0,0 0-9 15,0 1-6-15,-4 0-6 0,4-2-7 0,-3 1-10 16,-1-3-13-16,-4 0-19 0,-2-3-27 15,-1-1-30-15,-3-1-34 0,-4 0-48 0,-7 4-143 16,-6-1-61-16,-4 0-18 0,-9 1 5 0,2 2 26 16</inkml:trace>
  <inkml:trace contextRef="#ctx0" brushRef="#br0" timeOffset="142955.65">28284 10203 150 0,'12'4'306'16,"-1"-3"19"-16,1-1 7 0,0-1-110 15,4-4-95-15,3 1-56 0,2-1-26 0,4-1-17 16,-2 3-9-16,6 2-4 0,0-4-6 0,3 1-9 16,1 1-14-16,5 0-28 0,-3 0-94 0,-3-3-104 15,0-2-52-15,-3-2-24 0,1 0-4 0</inkml:trace>
  <inkml:trace contextRef="#ctx0" brushRef="#br0" timeOffset="143548.45">29474 9524 112 0,'-5'-10'317'0,"-1"2"30"16,-6-4 20-16,3 6-78 0,-4 1-98 16,-2 2-53-16,-2 2-25 0,-1 1-17 0,-1 3-6 15,-1 3-2-15,-3 3-1 0,2 4 3 0,-3 1-2 16,0 4-2-16,0 3-2 0,0 2-1 15,0 1-8-15,4 1-7 0,-2 4-7 0,1 4-11 16,4 1 0-16,2 0-15 0,4-1-9 0,5-2-12 16,2-4-4-16,4-1-5 0,0-5-13 0,4-1 1 15,2-4-1-15,5-1 1 0,3-7-2 0,3-4-2 16,1-5-10-16,3-4-4 0,1-8-7 15,0-3 3-15,-1-5-8 0,3 1-3 0,-3-4 4 16,1 1 3-16,-2-4 2 0,2-2-5 0,-4 2 9 16,-3-3 4-16,2 3 6 0,-3 3 4 15,-4 1 3-15,1 7 5 0,-4 4 3 0,-2 0 3 16,1 6-1-16,-3 3 1 0,0 3 5 0,-2 4 1 15,1 6 2-15,0 4 1 0,-2 9 3 16,3 4 1-16,-3 2 2 0,3 9-1 0,-2 3 0 16,4 1-1-16,0 6 1 0,0 0 1 0,-2 0-1 15,0 4 1-15,0-4-1 0,1-3 0 0,-1 2-3 16,-2-4-3-16,-1-1-1 0,0-4 1 15,-1-2 0-15,-2-4 0 0,-1-7 3 0,-3-1-1 16,-4-4 0-16,1-6 0 0,-7-1-1 0,-1-4-3 16,-4 0-3-16,0-6-1 0,-3-3-7 0,-1-2 2 15,-3-2-3-15,2-2-3 0,0 0-5 0,1-2-10 16,2-2-9-16,4 1-12 0,0-4-31 15,5 0-31-15,4-2-35 0,4-4-33 0,0 4-144 16,4-6-89-16,5 1-22 0,2 1 8 16,6 0 24-16</inkml:trace>
  <inkml:trace contextRef="#ctx0" brushRef="#br0" timeOffset="143829.25">29711 9855 154 0,'1'-3'336'0,"2"-1"26"0,-1 2 16 0,1 1-100 16,0 1-106-16,-1 1-59 0,4 2-35 0,1 6-22 15,1-1-17-15,3 1-1 0,4 1-12 0,2-5-11 16,4-1-7-16,0 3-3 0,4 1 1 15,0-3 0-15,6 2-1 0,1 0 5 0,0 0 1 16,3-4-3-16,1 4 1 0,-3 2-3 0,-1-4-10 16,0 1-7-16,-3-5-9 0,-3-1-5 0,-1 2-6 15,-3-1-16-15,-2 1-10 0,-3-1-20 0,-2 1-48 16,-6 0-109-16,-3 0-74 0,-6-2-29 0,0 0-4 15,-1-6 12-15</inkml:trace>
  <inkml:trace contextRef="#ctx0" brushRef="#br0" timeOffset="144063.25">30131 9661 300 0,'-2'1'330'16,"1"1"21"-16,1 1-29 0,-3 5-113 0,0 0-72 15,-1 3-35-15,0 4-21 0,1-1-3 0,0 4-2 16,0 3-2-16,-2 1-2 0,4 4-3 0,-2 2-5 15,0 3-15-15,1 3-8 0,-1 1-8 0,-2 1-9 16,2 1-9-16,0 0-4 0,0-2-4 0,1 0-6 16,-2 1-13-16,0-4-20 0,1-1-23 0,3 0-33 15,0-6-38-15,0-4-108 0,4-5-107 0,3-5-45 16,1-4-7-16,5-7 14 0,3-3 28 15</inkml:trace>
  <inkml:trace contextRef="#ctx0" brushRef="#br0" timeOffset="144359.65">30639 9538 302 0,'-2'4'344'15,"-4"1"20"-15,0 3-13 0,-2 0-126 16,4 1-87-16,-1 6-45 0,-1 3-22 0,0 5-15 16,3 1-6-16,-1 3-9 0,0 1-9 0,3 3-1 15,-2 3-5-15,1 5 0 0,1 2-2 0,-2 0-5 16,1 1 1-16,1-1-4 0,4 0-1 0,0-2-5 15,0-1-2-15,1-2-4 0,1-1-2 0,1-3-5 16,5-1-10-16,-2-7-17 0,2-7-17 0,1-1-23 16,1-8-27-16,4-7-80 0,-5 1-120 0,2-7-52 15,0-4-21-15,4-6 5 0,0-4 19 0</inkml:trace>
  <inkml:trace contextRef="#ctx0" brushRef="#br0" timeOffset="144718.45">31086 9724 213 0,'-5'-1'336'0,"1"-1"23"16,-4 1 11-16,-1 1-112 0,-2 1-97 0,1 5-55 16,0 0-27-16,2 2-21 0,0 3-16 0,2 0-11 15,-1 4-13-15,3 2-5 0,1 1-9 0,3 3-2 16,2 0-5-16,-1 1-1 0,5-2 4 0,0 3-2 15,2-4 1-15,1 2 1 0,3-3 1 0,0 1 1 16,2-2 2-16,1 1 4 0,2-1 3 0,-2 1 0 16,2 1 9-16,-3 2 2 0,1-1 4 0,-1 0 0 15,0 1 2-15,-3-2 1 0,2 2-7 0,-5-1 2 16,0-5-3-16,-2 0 3 0,-3-4 3 15,1 0 5-15,-4-3 6 0,-2-2 2 0,-1 1-2 16,-2-1 0-16,-6-3-6 0,1 2-4 0,-2-3-2 16,-3-1-7-16,-1-1-5 0,0 0-4 0,-3 0-4 15,-2-1-4-15,-3-4-10 0,1 2 0 0,-5-5-6 16,3 0-11-16,-4-2-14 0,3-4-15 15,-1 0-22-15,2-3-28 0,5-5-28 0,1-4-65 16,-2 5-124-16,4-6-61 0,-1 2-14 0,4-6 8 16,2-9 23-16</inkml:trace>
  <inkml:trace contextRef="#ctx0" brushRef="#br0" timeOffset="144905.65">30950 9736 273 0,'14'6'341'15,"1"4"23"-15,1-2-2 0,-1 1-128 0,2 1-83 16,1 0-47-16,1 1-30 0,1-1-19 0,5-1-16 15,0 3-10-15,3-5-11 0,2 0-6 0,2 1-4 16,3-2-8-16,2-3-9 0,-1-3-20 0,7-6-26 16,-8-2-114-16,-3 0-118 0,-7-3-59 0,-6-2-28 15,1 0-2-15,-11-1 19 0</inkml:trace>
  <inkml:trace contextRef="#ctx0" brushRef="#br0" timeOffset="145467.25">31760 9909 170 0,'8'3'331'0,"2"2"21"0,-4-2 11 0,2-2-104 16,4 1-113-16,0-1-64 0,3 2-33 15,2-3-20-15,1 0-9 0,0 1-6 0,4 1-4 16,-1-1-2-16,5-1 0 0,-2 0-4 0,2-1-3 0,-2 1 3 16,0 1-2-16,1-1-5 0,-4 0-11 0,1 0-14 15,-3-1-23-15,-2-1-46 0,-5 2-112 0,-3-4-80 16,-6 1-33-16,-1 0-9 0,-2-3 9 0</inkml:trace>
  <inkml:trace contextRef="#ctx0" brushRef="#br0" timeOffset="145670.04">31782 10291 263 0,'4'5'338'0,"0"-4"21"15,2-1-2-15,2-1-133 0,-1-1-96 0,3-1-48 16,1 0-30-16,2-2-20 0,-1 1-12 15,2-3-6-15,1-1-8 0,2 3-4 0,2-1-5 0,-2 1-12 16,3-2-16-16,-3 0-24 0,-2-5-71 0,-8 4-121 16,1 1-60-16,-6-2-24 0,1-2-4 0,6-2 17 15</inkml:trace>
  <inkml:trace contextRef="#ctx0" brushRef="#br0" timeOffset="146216.04">32432 9759 181 0,'0'-2'345'15,"-2"-1"27"-15,2 0 16 0,0-1-99 0,0 2-121 16,2 1-60-16,-1 1-34 0,1-2-22 0,0 1-18 16,1-2-11-16,1 0 0 0,3-1-8 0,1 1-9 0,3-1-2 15,-1 1-1-15,1 0 3 0,0 2 1 0,-1-2-3 16,3 1 6-16,-2 2-3 0,2 0 3 15,-2 2-3-15,1 7 2 0,-2 1 3 0,0-1 2 0,0 6 2 16,-2-6 2-16,-1 4 1 0,-2 5-1 0,-2-1 0 16,-3 7-4-16,0 0 1 0,-1 5-1 0,-2 1-1 15,-5 3 0-15,-1 0-2 0,-3 4 4 0,-2-2 0 16,-1 0-1-16,-1 1-3 0,-3-3 1 0,0-1-1 15,0-5-1-15,-1-1-2 0,1-5 3 0,-2-2 2 16,3-4-2-16,1-1 1 0,1-6-5 0,0-2-2 16,3-1-2-16,1-3 0 0,-1-2-3 0,1-4-4 15,2 0 3-15,0-5-3 0,1-2-2 0,3 0-3 16,2 0 1-16,-1 0 0 0,2-4-3 0,1 2 3 15,2-2 0-15,0 0 1 0,2 4-2 0,-1 1 4 16,1-1 2-16,0 3 0 0,1 1-1 0,1 3 3 16,-1 2 2-16,2 4-1 0,2 2 3 0,-2 3 3 0,3 0 0 15,-4 4 1-15,4-3 3 0,1 1 1 0,-2 1 0 16,3 0-2-16,-2 2 0 0,2 0 1 15,-1 2-5-15,2-1-2 0,1-1-1 0,-1 0-4 0,0 0-6 16,0-2-14-16,2-2-17 0,2-2-27 0,0-3-32 16,2-3-60-16,-5 0-149 0,1-6-73 0,0 0-25 15,-2-2 3-15,3-3 22 0</inkml:trace>
  <inkml:trace contextRef="#ctx0" brushRef="#br0" timeOffset="146528.04">32877 9817 159 0,'6'0'323'0,"-1"0"20"0,0 0 10 0,-2 0-104 15,0 2-101-15,0 1-53 0,-1 4-17 0,2-1-11 16,-1 4-3-16,-2 3 1 0,-1 4 0 0,0 1-1 15,0 1-7-15,3 4 3 0,-3 1 6 0,2 1 1 16,0 1-2-16,-1-1-5 0,1 1-4 0,-5 3-10 16,-1-2-7-16,4-2-10 0,0 2-6 0,5-1-1 15,0-4-7-15,1-1-5 0,-1-3-6 0,2-1-4 0,-3-4-5 16,4 0-9-16,-2-3-6 0,1-1-11 15,1-2-14-15,2-5-18 0,-3-2-17 0,4-4-16 16,-2-1-21-16,0-3-16 0,3 1-53 0,-4-2-119 0,-1-3-53 16,3-3-17-16,-2 3 7 0,2-5 18 0</inkml:trace>
  <inkml:trace contextRef="#ctx0" brushRef="#br0" timeOffset="146746.45">33285 9879 141 0,'2'-2'323'0,"-1"0"25"0,-1 2 25 15,0 5-93-15,0 1-98 0,-1 2-51 0,-3 5-24 16,1 0-12-16,-2 3-8 0,0 5 0 0,-1 1-2 0,0 4-1 16,-4 3-4-16,2 1-4 0,-6 3-5 0,-3 3-7 15,3 0-5-15,-4 3-13 0,1 1-5 0,-1 2-8 16,3 1-9-16,-3 0-13 0,2 0-19 0,1-1-21 15,3-4-37-15,0-4-46 0,6-5-55 0,-3-4-177 16,2-4-83-16,0-8-31 0,6 0 6 0,2-12 26 16</inkml:trace>
  <inkml:trace contextRef="#ctx0" brushRef="#br0" timeOffset="160286.68">21251 11742 258 0,'-1'-14'321'0,"-2"-2"21"0,-1 4-15 0,0-2-120 16,2 2-76-16,-2-1-39 0,1 2-25 15,1-1-14-15,-1 1-10 0,2-2-8 0,-1 4 1 16,2 0-3-16,0 2-3 0,0 2-4 0,2 4 0 15,-2-4 1-15,0 3 1 0,0 4 4 16,0-1 5-16,0 3 13 0,0-3 12 0,0 2 10 16,0 6 11-16,0 6 7 0,-2 8 5 0,1 5-2 15,-4 14-8-15,-1 5-7 0,-1 7-12 16,1 6-12-16,-2 9-16 0,2 5-12 0,-1 4-9 15,2 2-5-15,0 4-7 0,4-3-4 0,-3 1-5 16,4-2-7-16,0-5-11 0,0-3-15 0,4-6-16 16,-3-6-19-16,2-6-24 0,0-5-29 15,3-9-34-15,-1-8-32 0,-2-7-100 0,-3-9-94 16,0-6-35-16,-3-7 3 0,-2-6 27 0,-1-5 36 15</inkml:trace>
  <inkml:trace contextRef="#ctx0" brushRef="#br0" timeOffset="160520.68">20808 12530 253 0,'-10'-9'354'0,"-1"-2"29"0,2 2 19 15,0-1-144-15,1 2-93 0,4 4-60 0,1 1-38 16,3 1-28-16,3 2-14 0,5 0-6 15,3 0-8-15,6 0 1 0,8 2-3 0,4-1 2 16,2-1-8-16,8 2-1 0,4-2-1 0,5-2-1 16,6 1-7-16,4-3-15 0,3-3-15 15,1 3-24-15,1-1-38 0,-2 0-118 0,-5 2-94 16,-6-2-39-16,-4 3-11 0,-7 2 7 0</inkml:trace>
  <inkml:trace contextRef="#ctx0" brushRef="#br0" timeOffset="161082.28">21339 12904 44 0,'-1'-30'294'0,"-5"-4"26"0,-3 1 16 16,0-1-52-16,-2 3-97 0,-3 4-61 0,-3 1-22 16,1 2-12-16,-3 5-4 0,0 5-7 15,-1 1 0-15,0 7 2 0,-3 3-3 0,-1 4 0 16,-2 5 1-16,1 8 3 0,-3 3 4 0,-1 7 2 15,0 4 6-15,-1 5 7 0,1 5 4 0,0 5 4 16,1 4 0-16,1 5 2 0,4 1-4 16,0 4-3-16,4 3-7 0,2-1-9 0,3 2-15 15,5-2-12-15,2 0-12 0,4-4-12 0,3-2-10 16,3-5-8-16,2-4-3 0,5-2-6 15,4-6-5-15,4-4-6 0,4-8-8 0,6-5-9 16,2-7-18-16,4-7-28 0,4-7-24 0,3-5-27 16,3-11-29-16,2-3-23 0,-1-6-16 15,1-3-9-15,-1 1-7 0,-3 0-11 0,0 4-3 16,-3-1-35-16,-7 4-113 0,-5 4-45 0,-3-2-7 15,-4 8 16-15,1 0 27 0</inkml:trace>
  <inkml:trace contextRef="#ctx0" brushRef="#br0" timeOffset="161534.68">21838 13243 92 0,'-3'-17'325'0,"-5"-4"34"0,0 3 24 0,-5 2-57 16,3 3-110-16,-5 4-62 0,1-1-29 0,-4 5-20 15,1 2-11-15,-1 3-8 0,0 2-1 16,0 1-1-16,0 3-8 0,1 6-5 0,-1 0-5 15,1 4-6-15,2 5-8 0,2 2-8 0,1-1-8 16,1 4-10-16,3 0-8 0,3 1-6 0,1 1-6 16,4-2-4-16,4-2-2 0,1 2 0 15,3-4 0-15,3 2-2 0,2-1-1 0,-1-2 0 16,6 0 2-16,0 0-3 0,0-3-3 0,3 1 0 15,-4-5 0-15,1 3 1 0,0-4-1 0,-1 1 1 16,-2 0 0-16,-1-3 3 0,-4-1 1 0,0 0 8 16,-3-6-1-16,-2 4 5 0,-4-1 5 15,-2-1 6-15,-2 0 3 0,-5 4 2 0,1 3 10 16,-4-2 5-16,-4 2 2 0,-2-1 2 0,-3 1 0 15,0 0-8-15,-1 3-6 0,1-3-10 16,0 0-6-16,4 1-9 0,-2-1-14 0,2-2-15 16,1-1-24-16,4-1-28 0,5-3-36 15,3-5-37-15,2-2-41 0,4-8-49 0,-2 0-148 16,5-6-60-16,1-4-13 0,1-5 14 0,6-8 37 15</inkml:trace>
  <inkml:trace contextRef="#ctx0" brushRef="#br0" timeOffset="162143.07">21978 13444 38 0,'-7'4'317'0,"1"-6"33"16,-1 0 21-16,-2 1-41 0,0-2-119 16,2 1-75-16,4 1-48 0,4-1-29 0,1-1-21 15,1 2-11-15,1 1-12 0,7-5-7 0,-1-2-2 16,5 2 0-16,1-1 0 0,2 0-2 15,1-1 1-15,2-1 3 0,1 3-1 0,-2 1-3 16,3 1 0-16,-2 1 0 0,-2 2-1 0,0 2 1 16,-2 1 2-16,-2 1 7 0,-2 6-1 15,-1 0 3-15,-5 1 6 0,0 7 8 0,-4-1 2 16,1 4 6-16,-8-1 4 0,2-2 3 0,-4 2 1 15,-3 1-2-15,-3-3 2 0,-1 2-4 0,1 0-4 16,0 0-1-16,0-3-6 0,0-2-9 0,3-1-6 16,1-3-3-16,2-3-5 0,1 1-7 15,1-3-2-15,2-2-4 0,2-1-3 0,3-3-1 16,2-3-2-16,2 0 2 0,1 0-2 0,0-3 5 15,4-1-3-15,-3 1 1 0,2-2 0 16,2 1-1-16,-2-1 5 0,1 2 2 0,-1 1 1 16,0 2 2-16,0 1 1 0,-1 2 1 0,-1 2 0 15,0 1-1-15,-2 1-1 0,1 0 7 16,-2 5-1-16,1 2 0 0,-3-1 2 0,0 4 1 15,-1-2 2-15,-3 1 2 0,0 1 2 0,0 2 5 16,-3-1 4-16,-1-1 7 0,-4 2 6 0,2-2 8 16,-3 1 8-16,0 1 7 0,-5-3 4 15,0 1 1-15,1-1 1 0,1 5-1 0,-5-2-3 16,2-2-6-16,-3 1-9 0,1-6-7 0,2 0-12 15,1 1-12-15,2-3-13 0,3 2-13 0,2-1-20 16,3-1-21-16,-1-3-32 0,1-1-28 16,4-3-29-16,4-3-35 0,2-5-33 0,4-6-84 15,0-12-109-15,4-6-45 0,0-4-7 0,1-7 24 16,3-4 38-16</inkml:trace>
  <inkml:trace contextRef="#ctx0" brushRef="#br0" timeOffset="162408.28">22684 12562 268 0,'-4'-11'373'0,"2"-2"27"0,-1 2 18 0,1 1-135 16,2 2-108-16,2 3-68 0,1-2-41 0,3 4-24 15,3 2-15-15,5-1-12 0,4 2-5 0,3 2 0 16,4-1-4-16,1 5-2 0,2 0-2 0,3-3-1 16,-2 3-5-16,0-1-9 0,-2 0-10 15,-1 0-16-15,-2-1-18 0,-4 3-18 0,0 3-18 16,-8-3-36-16,-2 1-79 0,-7 1-85 0,-4-3-37 15,-6-3-8-15,-1 5 7 0</inkml:trace>
  <inkml:trace contextRef="#ctx0" brushRef="#br0" timeOffset="162548.68">22865 12742 300 0,'-12'12'359'16,"-1"-6"25"-16,3 0-2 0,4-1-123 15,0 0-85-15,3 0-51 0,0-4-32 0,1 1-20 16,4 0-19-16,2-1-12 0,2 4-9 0,4-4-8 16,5-1-8-16,-1-1-12 0,7-4-16 15,0 0-31-15,2-1-42 0,1-4-100 0,-3-1-131 16,2-5-62-16,-9 1-25 0,2-3 7 0,-5-5 30 15</inkml:trace>
  <inkml:trace contextRef="#ctx0" brushRef="#br0" timeOffset="164451.88">24182 11632 223 0,'2'-21'309'0,"-4"2"26"15,-1-2-9-15,-2 2-115 0,1-2-66 0,-2 2-32 16,0 1-19-16,1 3-11 0,2-2-3 0,0 3 2 16,2 0 2-16,-3 4-1 0,4 2 2 15,-1 2 4-15,-1 3-2 0,1 1-9 0,-1 2 0 16,1 5 1-16,-2 4-3 0,0 6-3 0,2 7 3 15,-1 7 1-15,0 4-7 0,-1 7-7 16,0 5-10-16,2 4-12 0,-2 0-14 0,0 5-11 16,1 2-8-16,0 3-8 0,-1-1-12 0,2 0-6 15,1-1-18-15,0-3-23 0,3 1-27 16,2-5-22-16,-2-4-12 0,1-1-30 0,2-4-21 15,-1-4-18-15,1-6-34 0,-3-6-114 0,-3-9-62 16,-3-6-3-16,0-5 17 0,-1-7 27 0</inkml:trace>
  <inkml:trace contextRef="#ctx0" brushRef="#br0" timeOffset="164701.48">23899 12517 172 0,'-6'0'341'0,"0"-7"31"0,-1 4 27 15,-1-3-98-15,3 1-101 0,1 2-58 0,0-2-36 16,3 2-24-16,2-2-23 0,4 1-13 16,4-2-6-16,6 1-6 0,4 1-5 0,5-1-7 15,5 0-3-15,5 0-4 0,2 0-4 0,5 1 0 16,2-1-2-16,1 4-4 0,1-1-8 15,0 2-11-15,-5 3-20 0,0 3-22 0,-3 1-25 16,-2 1-23-16,-2 1-25 0,-5 1-70 0,-4-3-107 16,-8-1-45-16,-3 2-12 0,-6 0 7 15,0 6 23-15</inkml:trace>
  <inkml:trace contextRef="#ctx0" brushRef="#br0" timeOffset="165777.89">24094 13192 239 0,'-5'-14'309'0,"1"1"23"0,-2 0-20 0,-4-3-101 15,2 1-64-15,-2 1-31 0,-1-2-14 0,0 0-9 16,-3-1 2-16,-1 0 2 0,-1 3 1 0,0 0 1 15,0 1 2-15,1 2-1 0,1 4-1 0,-4 0-1 16,1 1 1-16,-1 5 4 0,-1 2-3 0,2 5 0 16,-1 3 2-16,1 7 4 0,-4 1 9 15,1 9 7-15,1 3 7 0,1 5 4 0,1 1-6 16,2 5-10-16,1-1-13 0,1 5-22 15,2 1-15-15,2 1-17 0,0-1-13 0,5-1-10 16,0 1-15-16,4-1-2 0,4-1-6 0,0-3-6 16,5-1-8-16,3-6-11 0,3-1-16 15,1-3-27-15,3-7-39 0,3-6-39 0,5-3-46 16,4-8-35-16,2-7-32 0,8-4-26 0,2-9-16 15,0-2-42-15,-4-4-102 0,-4-1-35 0,-3-2 9 16,-2 1 27-16,1-4 42 0</inkml:trace>
  <inkml:trace contextRef="#ctx0" brushRef="#br0" timeOffset="166074.29">24339 13507 47 0,'1'-11'314'16,"-1"-5"29"-16,0-3 24 0,0-2-42 0,0-2-118 16,-1 3-68-16,-1-1-31 0,2 2-15 0,-1-1-11 15,1 7-2-15,0-2 4 0,0 4-4 16,0 1 0-16,-2 4 1 0,1 3 0 0,-2 4-1 15,-4 5-2-15,3 8-2 0,-3 6-2 0,-3 4-10 16,3 7-10-16,-1 5-10 0,-1 4-12 0,1 12-10 16,2-1-9-16,1 1-7 0,1 3-9 15,0-7-9-15,4 1-12 0,0-4-19 0,1-4-25 16,6-3-31-16,1-7-32 0,3-7-39 0,2-7-85 15,-2-13-127-15,4-5-51 0,-1-8-9 0,3-9 17 16,-2-3 33-16</inkml:trace>
  <inkml:trace contextRef="#ctx0" brushRef="#br0" timeOffset="166464.29">25116 12189 335 0,'-4'-14'390'15,"-1"1"34"-15,0 0 18 0,1 0-151 0,1 7-93 16,-1 0-50-16,1 0-51 0,3 2-31 0,3-1-23 15,4 3-15-15,2 4-9 0,4 3-12 0,6-1 1 16,2 5 0-16,0-3-5 0,2 0-3 0,2 2-1 16,2-6-1-16,2 0-6 0,0-1-9 15,0 1-12-15,-4 1-16 0,0 0-25 0,-5 0-24 16,-1 0-26-16,-2-1-45 0,-3-2-126 0,-7-3-64 15,0-2-21-15,-4-3 3 0,0-3 18 16</inkml:trace>
  <inkml:trace contextRef="#ctx0" brushRef="#br0" timeOffset="166698.29">25339 11896 29 0,'-6'-5'319'0,"-1"-3"36"15,2 2 24-15,-2 1-27 0,2-2-119 0,-1 6-74 16,2 1-41-16,-1 3-22 0,0 7-17 0,2 1-10 15,0 5-9-15,2 1-10 0,-2 4-8 0,0 6-10 16,1 7-9-16,0 3-9 0,2 3-7 0,0 4-3 16,0-2-6-16,0 5-4 0,4 1-5 15,-1 0-6-15,1 1-16 0,2-2-23 0,4-4-27 16,2-3-29-16,-2-7-77 0,1-2-125 0,-2-10-55 15,0-12-14-15,1-4 11 0,4-10 22 16</inkml:trace>
  <inkml:trace contextRef="#ctx0" brushRef="#br0" timeOffset="166994.69">26064 11491 227 0,'4'-6'346'15,"0"1"26"-15,-2 5 21 0,-2 3-124 0,-2 3-97 16,2 9-52-16,-4 2-32 0,4 4-23 0,-1 8-16 15,-1 5-15-15,1 1-10 0,1 4-12 0,-3 2-5 16,3 2-1-16,0 2-11 0,0 2-2 0,0-1-9 16,0 2-13-16,0-2-22 0,-4-1-27 15,8-2-28-15,-4-2-73 0,0-7-112 0,-4-8-51 16,0-5-11-16,-1-7 9 0,2-4 23 0</inkml:trace>
  <inkml:trace contextRef="#ctx0" brushRef="#br0" timeOffset="167197.49">25852 12255 263 0,'-3'7'381'0,"-1"-2"33"0,1 0 19 16,-1-1-126-16,4-1-115 0,0 0-69 15,2 0-44-15,4 0-31 0,4 0-19 0,4 2-12 16,4 0-6-16,3 0-7 0,3-4-8 0,3 2-5 15,2 0-12-15,1 1-12 0,4 0-18 0,-1 3-27 16,2 3-34-16,-3 1-70 0,-3 2-116 0,-1 0-55 16,-6 1-16-16,-3 5 8 0,0 2 28 15</inkml:trace>
  <inkml:trace contextRef="#ctx0" brushRef="#br0" timeOffset="167618.69">26312 13200 184 0,'-5'-22'350'0,"0"-1"36"16,-2-2 27-16,-1 2-90 0,-4-1-100 15,1 2-54-15,-2 2-32 0,0 2-24 0,1 1-11 16,-3 4-17-16,1 2-7 0,-5 5-9 0,-1 5-3 15,0 2-4-15,-3 5-2 0,1 7 4 0,-4 3 9 16,1 5 13-16,-1 6 15 0,0 3 11 0,1 6 15 16,-3 2 7-16,3 4-3 0,3 1-5 15,-1 2-15-15,5-1-13 0,1 1-20 0,2 2-18 16,4-2-19-16,1 1-13 0,2-1-14 0,5-2-11 15,3-1-10-15,3-4-16 0,8-1-16 16,0-4-23-16,5-4-30 0,3-3-37 0,3-7-41 16,7-4-34-16,0-9-31 0,3-4-33 0,3-7-25 15,-1-4-104-15,1-1-72 0,0-8-16 16,1 2 16-16,-1-3 39 0,-3 1 46 0</inkml:trace>
  <inkml:trace contextRef="#ctx0" brushRef="#br0" timeOffset="168336.29">26493 13611 105 0,'0'-12'323'0,"0"-5"29"15,-4 3 22-15,1 0-69 0,-1-1-100 0,1 4-60 16,-2 0-28-16,-1 0-15 0,3-1-10 0,-1 3-6 15,1 1-5-15,-4 1-6 0,3 1-5 16,-3 3-5-16,0 0-2 0,1 1-4 0,-2 2 2 16,2 2 0-16,-3 2 2 0,2 4 2 0,-1 2 2 15,2 3 3-15,-1 3 5 0,0 5 7 16,1 3 4-16,-2 3 2 0,4 3 2 0,-3 5 2 15,4 5-6-15,-1 5-5 0,1 5-2 0,3 4-4 16,-1 2-4-16,-2 5-15 0,1 1-10 0,2 3-7 16,0-2-19-16,2 1-10 0,-2 0-14 0,1-3-15 15,-1-2-18-15,0-2-21 0,2-8-14 16,-2-4-25-16,-8-5-17 0,3-11-12 0,0-5-12 15,-1-8-6-15,7-8-4 0,-1-10 6 0,-1-7 8 16,-3-8 0-16,1-8 3 0,-3-7-2 16,0-7-5-16,-1-6-7 0,-1-6-10 0,0-6-19 15,1-2-31-15,-2-4-21 0,1 4 1 0,0-2 14 16,1 4 31-16,2 1 68 0,2-1 102 15,2 5 94-15,1 3 56 0,1 5 27 0,1 1 9 16,-1 3-16-16,4 5-42 0,-2 4-43 0,0 2-25 16,1 3-11-16,4 5-14 0,0-2-5 15,4 4-3-15,-1-2-3 0,2 3-1 0,-1 3-1 16,1-2-1-16,3 5-1 0,1-3 4 0,-3 4 2 15,0 1 4-15,2 1 4 0,0 0 4 0,-3 3 6 16,1 3 4-16,-1 2 6 0,-3 2 7 0,0 5 5 16,2 6 4-16,-4-1 3 0,-2 4 1 15,-1 4 2-15,-4 0 0 0,-1 3-1 0,0 0 4 16,-4 1 1-16,-3 1 1 0,-2 2-1 0,-4-4-5 15,-3 2-7-15,1-5-8 0,-2-1-10 0,-1-2-10 16,0 0-11-16,-2-4-10 0,-1 3-3 16,-1-5-5-16,4-3-6 0,-1 2-6 0,3-5-11 15,0 1-19-15,3 1-23 0,3-2-36 0,1-1-48 16,4-4-54-16,1 1-164 0,0-4-77 15,4-4-24-15,4 2 8 0,3-7 37 0</inkml:trace>
  <inkml:trace contextRef="#ctx0" brushRef="#br0" timeOffset="168757.49">26614 13781 27 0,'3'1'337'15,"-1"-2"37"-15,-1-5 26 0,1-1-21 0,1 1-129 16,-2-2-97-16,4-4-53 0,-1 1-35 0,4-2-23 16,1-1-19-16,3-4-10 0,2 2-4 0,3-3-5 15,-3 0-1-15,0 1 1 0,2 3 5 16,-3-2 8-16,1 3 7 0,0 3 9 0,-3 3 14 15,-1 1 10-15,1 7 7 0,-4 2 10 0,1 6 4 16,-3 3 1-16,-2 4-6 0,-3 6-3 16,-3 0-9-16,0 5-9 0,-4 3-10 0,1 2-8 15,-2-3-8-15,-3 3-9 0,1-1-7 0,-3-1-3 16,1-3-4-16,-1-1-3 0,1-4-4 15,2-4 2-15,-1-3 0 0,4-7-2 0,0 0 2 16,0 0 3-16,2-4 1 0,-1 0 0 0,3 0 1 16,2-2 1-16,-1 1-2 0,1-2-2 0,1 0 2 15,1 0 1-15,2 0 4 0,3 0-4 0,2 0 1 16,-1 0-2-16,3 0-2 0,1-2 0 15,0 1-4-15,4-1 1 0,1 5-5 0,0-1-5 16,0-2-9-16,3-2-11 0,0-7-13 0,2-4-18 16,2 2-19-16,-2-4-17 0,4 3-18 0,-1-1-20 15,2 0-24-15,1-3-62 0,-7 1-119 16,0 0-50-16,-4-5-12 0,-2 0 10 0,4-4 26 15</inkml:trace>
  <inkml:trace contextRef="#ctx0" brushRef="#br0" timeOffset="169038.29">27438 12485 245 0,'7'-6'385'0,"-3"-1"31"0,1-1 18 0,1 2-113 16,-2 1-121-16,2 0-73 0,5 2-45 0,3 1-27 15,1 4-16-15,5 1-18 0,1 2-5 0,2 3-7 16,1 3-10-16,4 0-10 0,-1 2-14 15,0 0-13-15,-1 2-32 0,-1-1-36 0,-4 0-80 16,-10 0-122-16,-6-2-61 0,-6-3-18 0,-5 3 9 16,2-8 26-16</inkml:trace>
  <inkml:trace contextRef="#ctx0" brushRef="#br0" timeOffset="169178.69">27520 12813 269 0,'-8'13'378'0,"1"-4"33"0,1-1 20 0,3 0-128 15,-1 0-108-15,4-2-66 0,0 3-42 0,4-1-31 16,2-2-23-16,4 0-22 0,5-2-23 15,2-4-35-15,4-4-48 0,-2-2-127 0,0-3-112 16,-1-8-55-16,-3-1-19 0,7 0 13 0,-6-6 35 16</inkml:trace>
  <inkml:trace contextRef="#ctx0" brushRef="#br0" timeOffset="169677.89">29098 11437 178 0,'0'-5'362'0,"0"-3"38"15,-2 3 24-15,1 3-81 0,-2 4-115 0,1 0-63 16,-4 4-36-16,2 4-23 0,-2 3-15 0,1 7-12 16,-1 4-5-16,3 7-4 0,-3 6-3 0,1 3-4 15,-1 3-3-15,2 3-4 0,-3 2-11 0,3 5-9 16,-2 0-12-16,1-1-9 0,2 3-9 15,3-2-7-15,0 0-15 0,0-4-17 0,3 1-22 16,0-4-30-16,2-1-37 0,1 0-40 16,-3-5-42-16,0-5-104 0,-3-8-92 0,-3-9-29 15,-3-5 6-15,-5-7 28 0,4-1 43 0</inkml:trace>
  <inkml:trace contextRef="#ctx0" brushRef="#br0" timeOffset="169896.29">28568 12455 227 0,'-3'9'381'0,"1"-1"32"0,-1-3 22 0,1-3-103 16,4-1-116-16,3 1-66 0,5-1-42 0,0 1-25 16,8-2-19-16,1 0-12 0,5 0-12 0,4 0-15 15,0 0-8-15,4 1-9 0,3 1-1 0,2-1-4 16,1 1-10-16,-3 0-9 0,1-1-14 15,1 5-15-15,-4 1-18 0,2-1-17 0,-6 5-17 16,0-2-10-16,-5 5-8 0,1 1-29 0,-8 1-78 16,-5 5-85-16,-5-3-31 0,-4 6-10 15,-3 0 5-15</inkml:trace>
  <inkml:trace contextRef="#ctx0" brushRef="#br0" timeOffset="170161.49">29022 13043 254 0,'-5'-2'365'16,"-2"1"32"-16,2-2 14 0,-1-2-109 15,2 4-104-15,1-3-54 0,0 3-27 0,3 1-17 16,-4 1-7-16,4 4 1 0,-1 3 9 0,-2 3 4 16,0 3 5-16,1 7 1 0,-1 2 0 0,0 6 2 15,0 6 2-15,0 3 1 0,3 6 4 0,-1 4 15 16,-1 1 13-16,-1 4-5 0,2 1-13 15,1 4-17-15,0-2-21 0,3 2-31 0,1-3-42 16,3-2-42-16,0-5-42 0,0-3-55 0,5-3-54 16,-2-10-47-16,3-5-41 0,6-8-30 15,-2-11-28-15,1-10-60 0,-2-4-95 0,-2-10-30 16,0-5 12-16,-1-9 33 0,1-8 50 0</inkml:trace>
  <inkml:trace contextRef="#ctx0" brushRef="#br0" timeOffset="170520.29">29288 13282 216 0,'2'-12'382'0,"-2"-2"42"0,-2 2 35 0,-1 5-89 16,1 1-112-16,-2 4-71 0,-3 2-39 0,2 3-33 16,-1 2-23-16,1 2-16 0,0 5-13 0,-1 4-5 15,1 0-11-15,0 2-9 0,2 1-5 0,1 0-8 16,4 2-6-16,1-2-7 0,2 2-5 15,2 0-1-15,0-4-4 0,1 2-2 0,2 1-1 16,1-4 1-16,2 1 1 0,-1-1-1 0,0 1 0 16,-1-3 2-16,1-1 1 0,-3-1-1 15,0 3 0-15,0-3 0 0,-1 1 4 0,-4-3 2 16,-1-1 8-16,2 1 10 0,-3 2 7 0,-2 0 10 15,-3 1 2-15,-1 0 2 0,-3-1-1 16,-4 0-4-16,-3-1-4 0,-1 2-7 0,-3-2-3 16,-2 0-5-16,0 0-3 0,-2 2-7 0,-1-2-2 15,1 2 3-15,0-5-7 0,0 3-11 0,4-3-10 16,-2-1-19-16,4-3-29 0,3-4-36 15,3-3-30-15,-1-1-35 0,5-7-34 0,1-2-27 16,4-8-75-16,-5-3-114 0,3-7-42 0,-3-6 2 16,1-6 21-16,5-8 36 0</inkml:trace>
  <inkml:trace contextRef="#ctx0" brushRef="#br0" timeOffset="170691.89">29109 13107 360 0,'9'-11'416'0,"0"3"33"16,-2 2 21-16,3-1-137 0,2 2-96 15,-2 0-57-15,8 5-34 0,1 4-22 0,4-1-21 16,2 2-23-16,3 3-22 0,1 1-18 0,3 3-15 15,0-3-15-15,1 1-12 0,1-1-23 16,-3-1-31-16,5 2-40 0,-6-4-55 0,2-2-83 16,-5-1-156-16,1-6-68 0,-4-5-19 0,-4-4 15 15,1-3 41-15</inkml:trace>
  <inkml:trace contextRef="#ctx0" brushRef="#br0" timeOffset="170894.7">29968 12461 182 0,'12'-2'332'0,"2"-1"22"15,-2 0 10-15,1-2-107 0,1 2-102 0,1-1-60 16,4 3-35-16,0-1-20 0,4 1-16 0,-1 1-14 15,1 1-17-15,2 2-22 0,3 1-12 0,0-3-49 16,0 3-143-16,-1-6-70 0,-4-1-27 0,-5-2-7 16,-2-3-1-16</inkml:trace>
  <inkml:trace contextRef="#ctx0" brushRef="#br0" timeOffset="171144.3">30157 12138 110 0,'0'9'336'0,"0"-2"30"0,0 1 30 16,0-1-59-16,0 6-97 0,0 0-56 0,0 3-26 16,0 5-12-16,0 5-12 0,0 4-8 0,0 6-8 15,0 3-8-15,0 5-11 0,-3 2-14 0,3 2-12 16,0 5-15-16,0-2-14 0,0 2-16 0,4-2-20 15,2 0-23-15,3-4-26 0,2-4-29 0,1-7-38 16,5-7-42-16,1-10-41 0,0-9-69 0,-1-6-130 16,0-13-54-16,1-6-8 0,-3-9 19 0,7-7 37 15</inkml:trace>
  <inkml:trace contextRef="#ctx0" brushRef="#br0" timeOffset="171409.5">31099 11641 202 0,'8'9'361'16,"-2"0"36"-16,-3 6 30 0,1 0-89 0,-2 5-94 15,-2 5-52-15,0 4-28 0,0 4-16 0,-2 5-18 16,0 7-18-16,0 3-21 0,2 3-20 15,2 5-21-15,0 4-16 0,2 4-7 0,2-2 13 16,3 4 1-16,4-1-5 0,1-5-21 0,0 1-30 16,1-6-43-16,1-6-64 0,0-6-64 0,0-4-50 15,-1-9-67-15,-6-3-105 0,0-9-37 0,-5-4 3 16,1-6 34-16,1-5 45 0</inkml:trace>
  <inkml:trace contextRef="#ctx0" brushRef="#br0" timeOffset="171612.3">31002 12656 295 0,'2'8'410'0,"-1"-2"40"0,1-2 28 0,1-2-119 16,-2-1-114-16,4 1-62 0,0-1-33 0,3 2-25 15,2 0-21-15,4 0-13 0,2 1-16 0,1-3-19 16,4 1-20-16,0 0-15 0,1 0-14 0,2-2-18 15,0-2-20-15,-1 0-24 0,1 0-27 0,-2 1-34 16,1-3-35-16,-1 0-40 0,-2-2-78 0,-3 1-117 16,-5-4-44-16,-1 3-6 0,-5 2 22 0,1 0 40 15</inkml:trace>
  <inkml:trace contextRef="#ctx0" brushRef="#br0" timeOffset="172501.5">31162 13080 64 0,'-3'-5'331'0,"0"-5"30"15,3 1 22-15,-2-3-45 0,2 0-126 0,2 0-81 16,2 0-44-16,2-1-22 0,1 0-17 0,0 2-13 15,4 0-11-15,-2 2-4 0,2-1-2 0,-1 3-2 16,1 3 0-16,0 1 7 0,-3 0 10 0,2 0 8 16,-3 3 7-16,1 4 12 0,-4 1 11 0,1 1 9 15,1 2 10-15,-3 5 10 0,-3 3 5 0,-1 6 7 16,-2 3 0-16,-2 6-6 0,0 4-10 15,-3 4-11-15,-3 4-14 0,-3 3-20 0,-3 4-13 16,2 4-12-16,-5 1-7 0,1 1-10 0,-1-3-6 16,-2-4-3-16,-2-2-5 0,2-5-4 0,-3-3-5 15,1-5 1-15,-2-5-6 0,2-7-9 0,-2-4-5 16,3-9 1-16,0-4-3 0,0-6-2 0,5-6 0 15,-2-3 2-15,4-4-1 0,5-2-1 16,-2-3 0-16,5 1 2 0,1-5 4 0,4 1 6 16,0 2 4-16,3-1 5 0,3 3 3 0,-1 4 3 15,3 1 2-15,1 1 3 0,-1-2 4 0,3 7 5 16,0 0 4-16,0 2 2 0,3 0 6 0,-1 5 6 15,1 3 8-15,0 1 6 0,0 3 4 0,3 0 10 16,0 3 8-16,-1 3 6 0,1-1 8 0,1 3 5 16,0 4 19-16,1-2 6 0,-1 3-3 0,0-2-4 15,2 1-15-15,-2-2-9 0,2 1-26 0,2 0-19 16,-2-4-20-16,3 2-27 0,-2-5-25 15,2-1-31-15,3-4-28 0,-3-3-27 0,-1-3-18 16,4-3-5-16,0-3 2 0,-2-6 7 0,0-3 9 16,1-6 5-16,-2-3 8 0,-1-5 3 0,-2-2 5 15,1-1 10-15,-4 0 14 0,0 2 18 0,-3-2 22 16,-3 1 17-16,5 1 17 0,-6 2 15 0,1 2 14 15,-1 2 13-15,0 3 14 0,-4 2 12 0,0 3 9 16,-2 0 6-16,2 3 2 0,-3 3-2 0,2 3-6 16,-2 2-3-16,-2 3-5 0,2 2-1 0,-3 3 1 15,-1 4 6-15,1 2 7 0,-4 6 9 0,3 0 11 16,-4 5 13-16,5 4 10 0,-1 1 7 0,1 2 6 15,0 4-2-15,-1 1-5 0,1 1-14 16,2 2-19-16,-1-2-20 0,2-3-15 0,2 0-14 16,1-3-15-16,2-2-15 0,1-3-9 0,0-4-8 15,4 0-14-15,0-7-20 0,3-4-17 0,5-3-18 16,-1-8-17-16,3-3-20 0,1-6-16 0,2-6-8 15,2-5-2-15,2-7 7 0,2-3 15 0,1-1 19 16,4 0 25-16,-5 0 26 0,-1 3 27 0,-2 0 27 16,-3 3 22-16,-5 5 19 0,-6 5 18 0,-2 3 13 15,-3 5 11-15,-2 3 6 0,1 3 16 0,-2 3 29 16,-2 6 29-16,-2 5 21 0,-3 7 23 0,-2 7 9 15,-4 5-4-15,2 6-26 0,-3 3-35 0,-2 8-33 16,2 0-32-16,-3 0-27 0,1 4-21 0,0 0-33 16,-1 2-46-16,0-1-68 0,2 0-83 0,0-4-76 15,0-3-75-15,6-5-58 0,2-7-76 0,1 0-94 16,-3-9-8-16,-1-8 32 0,1-4 50 15,-1-10 59-15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7-30T02:05:58.05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14253 1926 227 0,'-32'37'258'0,"0"0"9"16,0 2-59-16,2 0-96 0,-1 1-52 16,2 5-25-16,2 2-13 0,1 3-7 0,4 2-6 15,2 4-1-15,2 3 3 0,5 7 3 0,3 4 4 16,8 4 0-16,2 3 4 0,6 1 0 0,5 3-1 15,1 5-3-15,5 0 1 0,3 2 3 0,2 0-3 16,7 2 0-16,3-1 0 0,3 1 3 16,6-3-1-16,5 0-3 0,5-4-3 0,6-5 1 15,3-4 1-15,7-7-6 0,5-8-2 0,5-6 0 16,4-9 0-16,8-9-2 0,0-12-4 15,7-8-1-15,2-10-3 0,3-15-1 0,4-14-5 16,5-14-3-16,6-17 0 0,4-11 5 0,1-16 1 16,4-11 3-16,-3-11 1 0,-4-8 5 15,-4-5-4-15,-6-6-5 0,-7-5-5 0,-6-3 6 16,-11-7 7-16,-8 1 3 0,-12-6 5 0,-13 3 3 15,-12-3 7-15,-12 0-2 0,-18 2-5 0,-10 1-2 16,-16 1-1-16,-15 4 4 0,-10 8 3 16,-13 3-4-16,-14 13-1 0,-11 11 0 0,-13 14-6 15,-11 14 3-15,-9 14 0 0,-11 13 4 0,-3 20 3 16,-4 15 7-16,-6 18 3 0,-3 18-5 0,-3 16-4 15,-4 15-7-15,3 17-6 0,5 12-7 0,5 8-9 16,6 8-14-16,9 7-19 0,11 3-35 16,14 13-148-16,10 0-79 0,7 1-39 0,8-4-12 15,5-9 8-15</inkml:trace>
  <inkml:trace contextRef="#ctx0" brushRef="#br0" timeOffset="30775.25">8388 9835 156 0,'-4'-3'253'0,"-1"-1"13"0,-1-3-43 16,0 3-84-16,-1 0-63 0,-1-1-30 0,0 0-18 15,0-1-11-15,0-1-3 0,1 3-7 0,1-1 1 16,-2 0 0-16,2 0 3 0,-2 0-2 15,1 1 5-15,0-1-2 0,-4 0 1 0,4-2 1 16,-1 3-4-16,-1-1 1 0,0 2-4 0,1 0 3 16,0 0 3-16,1 0-1 0,-4 2 0 15,4-1-1-15,-3 2 2 0,-2 2-3 0,2 2-4 16,-1-1 3-16,-4 3 1 0,-1 2-2 0,0 5-3 15,-3 2-2-15,0 8-2 0,-6 4-1 16,-3 9 0-16,-1 7 5 0,-3 8 6 0,1 5 6 16,4 8 3-16,0 2 2 0,4 6-2 0,0 3-1 15,3 3 0-15,3 2-5 0,5 2-3 0,6-2-1 16,5-2-3-16,5-2-4 0,8-4-5 15,4-7-2-15,8-2 0 0,5-9-3 0,4-6 7 16,5-5 3-16,6-11 1 0,4-6 4 0,6-12 2 16,6-11 3-16,2-11-5 0,3-12-1 0,2-13 2 15,5-8-2-15,-4-7-1 0,1-9-3 16,1 0-2-16,-3-5 1 0,-1-2-2 0,-3-2-2 15,-7-1 2-15,-3-2 0 0,-4 3 5 0,-9 0 4 16,-5-2 5-16,-7 2 5 0,-6 0 6 16,-12-3 9-16,-3 1 4 0,-10-2 9 0,-8 1 7 15,-9 2 6-15,-9 4 5 0,-4 11 2 0,-10 2-4 16,-5 12-10-16,-9 8-13 0,-3 7-12 15,-7 16-20-15,-4 20-24 0,-2 19-32 0,1 18-38 16,1 19-43-16,4 19-157 0,7 8-79 0,0-2-31 16,7-1 3-16,6-18 21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7-30T02:03:58.13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4721 14784 105 0,'0'8'141'16,"0"-3"25"-16,2-2 5 0,-2 0-6 0,0 0-20 16,0 1-27-16,0-1-35 0,0 1-34 0,0 0-21 15,0 2-12-15,0-3-6 0,-2 4-5 16,1-3 3-16,1 2-2 0,0-2 0 0,0 0-2 15,0-1 1-15,0 0 1 0,0-2-2 0,0 1-1 16,0 1-4-16,0-2 4 0,0-10-2 16,0 1-1-16,1 0 4 0,1-5 5 0,1 7 5 15,-1-10 0-15,3-6 3 0,0-6 0 0,-2-5-2 16,2-7 1-16,-2-5-2 0,3-5 1 0,-1-3 0 15,2-1 1-15,-3 0 0 0,2-3-4 16,-2 0 2-16,-1 1 1 0,-2 2-4 0,1 3-1 16,-1 1 0-16,3 2 2 0,-4 5-5 0,2 5-4 15,-2 4 2-15,0 3 1 0,0 6-1 0,0 1 0 16,0 4 0-16,-2 5-1 0,2 0 2 0,0 6-5 15,0 0 2-15,0 2 2 0,0 3 0 16,0 3 1-16,0 1 2 0,0 0-3 0,0 0 2 16,0 0-5-16,0 3-1 0,3 5 2 0,1 2-3 15,-1 1 5-15,-2 5 1 0,2-1 0 16,0 2-3-16,1 1 2 0,-1-1-1 0,-2 0-5 15,3 0-3-15,-1-3 1 0,-1 0 5 16,1-3-3-16,0 1 0 0,-1 0 0 0,1-2 3 16,0 0 1-16,-2-3-1 0,4 2 0 0,1-6 0 15,-2 2-1-15,6-4-1 0,-3-2 0 0,2-4-2 16,-1 2 2-16,0-2-2 0,-1-3 3 0,2 2-5 15,-1-2 4-15,0-1 2 0,-2 0-2 16,-2 4 0-16,4-1-2 0,-5 1 2 0,1 3-1 16,-1 4 0-16,0 6 1 0,1 11 1 0,-1 5 2 15,-2 8 2-15,2 5-3 0,0 5 5 0,-2 3 0 16,1 0 2-16,0 5-3 0,-2-2-4 15,3 0 2-15,0-1-5 0,-2-2-3 0,5-4-8 16,2-4-16-16,2-7-41 0,1-10-136 0,-3-11-70 16,-2-17-35-16,-2-11-14 0,-4-15 5 15</inkml:trace>
  <inkml:trace contextRef="#ctx0" brushRef="#br0" timeOffset="27616.44">1142 14835 65 0,'2'-14'265'0,"-2"1"15"0,0 2 2 0,-2 0-79 15,1-6-88-15,-2 5-47 0,1-3-22 16,-1 4-11-16,1 8-12 0,1 0-1 16,-1 2 3-16,2-1 1 0,-3 0 0 0,1 0 0 15,-1 1 6-15,0-1 0 0,-1 2 2 16,1 0 7-16,0 0 1 0,2 0 4 15,-2 0-4-15,0 2-2 0,-1-1-3 0,0 3-9 16,0 1-4-16,-1 2-5 0,-1 8-3 16,1 2 3-16,-3 7 0 0,0 7 1 15,-2 6 3-15,1 6 6 0,-3 4 5 16,3 2 0-16,-2 5 4 0,-1 7-2 0,3 3 0 15,1 4-2-15,0 5-6 0,0 0-5 16,3-2-11-16,1-1-1 0,0-4-4 16,4-4-2-16,-1-3-3 0,2-4-2 0,-1-4 8 15,4-7-3-15,0-5-2 0,-1-2-3 16,3-8 0-16,2-3 1 0,-1-8-3 15,3-1-4-15,-1-10-5 0,1-5 0 0,4-7 1 16,0-6 1-16,3-11-2 0,1-8-1 16,-1-9 4-16,2-6-4 0,2-6-5 15,-4-5-1-15,0 0-1 0,-3-1 6 16,-2-1-1-16,-5 3 3 0,0 1 3 0,-7 0-1 15,0 1 3-15,-5 2-1 0,-1-1 3 16,-5 2 3-16,-1 3 0 0,-4 2 3 16,-1 0 0-16,-5 6 0 0,-2 1 1 0,3 7 1 15,-7 0 8-15,4 4-1 0,0 4 5 16,0 6 5-16,3 4 4 0,0 7 1 15,2 4-6-15,2 4-2 0,-1 4-3 0,4 2-4 16,0 3-4-16,5 7-1 0,0 3 0 16,1 1-2-16,2 3 1 0,2 3-1 15,1 2 1-15,3 4 0 0,1 1 2 16,2 0-1-16,6 2 0 0,0 0 1 0,2-2-2 15,3 4 0-15,-1-6-3 0,4 0 0 16,0-2-4-16,4-4-11 0,2-4-9 0,0-5-19 16,1-3-20-16,4-6-26 0,0-5-26 15,-3-6-92-15,-4-6-112 0,2-3-49 16,-3-5-15-16,2 2 7 0,1 3 22 15</inkml:trace>
  <inkml:trace contextRef="#ctx0" brushRef="#br0" timeOffset="27912.84">1523 15608 24 0,'2'-5'302'16,"3"-1"22"-16,-2 1 11 0,2 2-46 0,-2-2-125 15,3 2-75-15,0 1-41 0,3-2-19 16,2 2-12-16,1 2-4 0,5 2-4 15,-1-1-2-15,3 4-2 0,-1 4-2 0,3 1-2 16,0 0-2-16,1 3-9 0,-2-2-15 16,-1 0-26-16,-5 0-124 0,-2 0-82 15,-1-4-43-15,-2-1-17 0,1-4 0 16</inkml:trace>
  <inkml:trace contextRef="#ctx0" brushRef="#br0" timeOffset="28115.64">1707 15835 324 0,'-10'13'374'15,"3"-2"21"-15,1-2 12 0,-2-2-167 0,5-3-109 16,2-3-58-16,1 1-32 0,1-1-18 16,6 1-17-16,3-1-2 0,1 1-4 15,4-2 0-15,3-2-5 0,2 1-4 16,2-1-5-16,2 1-15 0,0-1-25 0,-8 1-68 15,0-3-135-15,-1 3-68 0,-6-1-31 16,3 2-5-16,-1 3 13 0</inkml:trace>
  <inkml:trace contextRef="#ctx0" brushRef="#br0" timeOffset="28958.05">2251 15339 168 0,'5'-22'296'0,"-2"-3"15"15,-3 5 2-15,0-1-124 0,-2 4-82 0,1-1-42 16,-1 4-19-16,-1-2-10 0,0 5 0 0,0 1 7 15,1 2 3-15,-1 3 5 0,3 1 3 0,-1-2 3 16,-2 6 0-16,-1 6-4 0,-3 1-4 0,1 4-7 16,-2 4-7-16,1 6-6 0,-4 3-8 0,4 3-5 15,-1 5-2-15,-1 3-1 0,1 2 1 16,5 2-1-16,0 0-1 0,2 3-1 0,1-3-1 15,1 2 0-15,2-2-4 0,0-5 0 0,5 3 0 16,1-3-2-16,0-4 0 0,2-1-4 0,1-7 2 16,-1-1 0-16,0-7 1 0,3-2-3 0,2-7 2 15,2-4 2-15,2-7-4 0,-3-4 0 0,2-6-4 16,0-8 1-16,0-7-5 0,1-10 1 0,-2-2 1 15,2-4-2-15,-3-1 3 0,-4-1-1 0,-2 0 4 16,-2 1-2-16,-4-2 0 0,-5 4 2 16,-3 2 3-16,-5 4 1 0,-2 2 0 0,-1 2 4 15,-6 6 4-15,0 4 0 0,-4 4 3 0,-2 5 4 16,-1 2 5-16,-1 7 0 0,0 7-1 0,-6 2-1 15,2 6-4-15,0 3-5 0,-2 4-3 0,2 2-5 16,0 3 2-16,1 0 0 0,4 5 1 16,6 0 0-16,0 2-1 0,5-1 1 0,3-1-3 15,5 2-2-15,5-4 0 0,5 2 0 16,4-1-1-16,5-4 2 0,1 0 1 0,0-5 2 15,5 3-1-15,0-5 1 0,2 0-1 0,3-1-2 16,0-1-3-16,3-1-3 0,-3-1-5 0,5-1 0 16,0 4-5-16,1-5-7 0,-1 3-4 0,1-2-11 15,-6 1-7-15,3 0-12 0,-6 3-12 16,1 0-12-16,-1 2-13 0,-1 4-8 0,-6 0-30 15,-1 0-85-15,-7 1-80 0,0-2-32 0,-4 0-8 16,2-2 5-16</inkml:trace>
  <inkml:trace contextRef="#ctx0" brushRef="#br0" timeOffset="29207.65">2668 15507 228 0,'7'-6'324'15,"1"-3"21"-15,-3 5-28 0,-1 2-84 0,0 2-85 16,-4 3-54-16,0 4-30 0,0 4-17 0,0 7-11 15,0 5-5-15,-2 4-3 0,0 4-3 0,1 4-1 16,1 6-1-16,0 2-1 0,1 4-3 0,1 5-4 16,0 3-2-16,2 0-5 0,-1 4-2 0,1 1-3 15,-1 2-5-15,2 1 1 0,0-4-2 16,-2-4 1-16,2-1-2 0,0-8-6 0,1-8-10 15,-1-4-15-15,0-9-17 0,-1-8-21 0,0-8-40 16,-4-9-111-16,0-11-77 0,-4-7-31 0,0-6-7 16,0-4 9-16</inkml:trace>
  <inkml:trace contextRef="#ctx0" brushRef="#br0" timeOffset="29504.05">2784 15565 105 0,'10'-8'286'0,"1"2"15"0,-2 1-12 0,1 0-72 15,-2 3-95-15,1 2-52 0,2 3-28 0,-2 4-10 16,0-1-7-16,0 0 1 0,2 5 2 0,-2-1 1 16,-1 5 2-16,2-1 1 0,-5 4 1 0,-1-2-1 15,-1 1 1-15,-3 3 5 0,-3-1 4 0,-1-2 0 16,-1-1 0-16,-4 2-1 0,2-2-5 0,-4-2-11 15,-3 3-7-15,0-3-6 0,0 2-4 0,-2-4-3 16,-2 0-3-16,4-3 1 0,-2 0-3 0,2-5 1 16,1-2-7-16,3 0-7 0,1-2-8 0,-1 0-19 15,3-2-15-15,3-1-15 0,2-4-15 16,-1-2-50-16,1 1-112 0,1-2-55 0,1-1-21 15,3 5-1-15,2-4 6 0</inkml:trace>
  <inkml:trace contextRef="#ctx0" brushRef="#br0" timeOffset="29738.05">3133 15653 142 0,'3'-5'322'0,"-1"0"22"15,-1 0 14-15,-1 1-95 0,-1-1-101 16,-1 5-56-16,1 0-29 0,-2 0-18 0,-1 5-8 15,0 1-7-15,0 2-9 0,1 3-9 0,-2 5-5 16,2 3-6-16,1 3-4 0,2 3-4 0,-1 4-1 16,-1 1 1-16,2 0 0 0,0 7-2 0,2 0-3 15,-1 0-1-15,1 1-1 0,1-3-2 0,2-1-9 16,-1-2-11-16,3-5-22 0,4-3-27 0,-3-6-80 15,-3-12-125-15,-1-6-63 0,-4-6-21 0,4-10 1 16,1-4 19-16</inkml:trace>
  <inkml:trace contextRef="#ctx0" brushRef="#br0" timeOffset="30018.85">3451 15520 46 0,'3'3'316'16,"-1"-1"27"-16,-1 0 9 0,1-2-53 0,1 0-125 16,-1 1-81-16,3 1-44 0,1 1-23 0,1 0-11 15,0 0-3-15,4 4-4 0,-1-4-8 0,4-1 2 16,3-1-2-16,2 1 1 0,0-1-3 0,2 1 1 15,0-2 7-15,-1 0-5 0,1 0-1 0,1 0-5 16,-2-2-2-16,1 2-7 0,-2-1-9 0,-2-1-14 16,-2-1-25-16,-4-4-82 0,-3 1-101 15,-3 0-46-15,-5-1-21 0,-3 0-3 0</inkml:trace>
  <inkml:trace contextRef="#ctx0" brushRef="#br0" timeOffset="30330.85">3581 15862 255 0,'3'-1'337'0,"0"-2"20"0,-1 1-19 15,-2 0-109-15,3 2-95 0,-3 0-62 0,2 0-33 16,1 0-15-16,2 0-12 0,1 0-5 0,2 0-3 15,2 2 0-15,2-2-1 0,3 2-5 0,1-1 1 16,0-1-2-16,0 0 0 0,2 0-4 0,0-1-7 16,0-3-10-16,2 0-25 0,-2-3-77 0,-1-6-118 15,-5 2-58-15,2 2-28 0,-3-1-4 16,-2 2 14-16</inkml:trace>
  <inkml:trace contextRef="#ctx0" brushRef="#br0" timeOffset="30954.85">4795 15029 246 0,'-11'-30'338'0,"-2"0"20"0,-5 7 12 15,3 0-136-15,-3 6-80 0,1 7-44 0,0 3-25 16,0 6-13-16,1 2-12 0,0 4-8 0,0 5-7 15,0 1-8-15,1 8-3 0,0 4-3 16,1 1 1-16,1 5 4 0,-2-5-2 0,1 1 5 16,0 5 5-16,0 6 0 0,1 2-1 0,4 2-4 15,-2 4-2-15,2 0-6 0,1 2-8 16,5 2-2-16,2 1-5 0,1-3-4 0,1 1-4 15,2-2 0-15,5-3-1 0,1 0-6 0,2-6 0 16,-2-1 0-16,4-4-1 0,1-4-1 0,3-1-1 16,-2-7-1-16,5-1-4 0,-1-7 0 0,0-6-5 15,2-7-2-15,-1-6-4 0,0-6-4 16,2-9-4-16,0-5-9 0,-2-9-5 0,-1-8-5 15,-2-3-2-15,-2-5 1 0,-2-1 5 0,-2-4 7 16,-4 2 6-16,-3-1 8 0,-5 3 7 0,-2 1 5 16,-4 3 5-16,-3 2 3 0,-4 5 3 15,-2 2 2-15,-3 7 3 0,-2 5 5 0,-2 5 0 16,0 6 5-16,1 10 3 0,-3 2 4 0,1 8-2 15,2 4-2-15,1 6-2 0,2 5-4 16,2 3-4-16,2 6-4 0,2 3 1 0,4 1-1 16,0 4-2-16,5-2 1 0,1 3-1 0,3 0 3 15,3 0-3-15,1 1-2 0,5-1 2 16,0-2-2-16,-2 0-1 0,0-5-2 0,5 1-3 15,1-3 1-15,8-2-3 0,-1-2-6 0,-1-5-10 16,6-1-11-16,-1-1-12 0,1-5-18 0,2-3-19 16,2 0-14-16,0-5-16 0,3-5-23 0,-7-3-105 15,1 2-79-15,-5 1-31 0,2 4-6 16,-1 2 10-16</inkml:trace>
  <inkml:trace contextRef="#ctx0" brushRef="#br0" timeOffset="31516.45">5096 15569 11 0,'-2'-8'304'0,"0"1"31"0,-1 2 20 0,0-2-38 15,2 6-114-15,-1-1-76 0,1 4-43 16,-1 3-28-16,1 1-16 0,1 3-10 0,0 5-6 15,0 3-4-15,0 1-2 0,0 2 2 0,0 6-1 16,1 3-1-16,1 1 0 0,-1 4 0 0,2-1-2 16,-3 8-3-16,3-3-3 0,0 4 1 0,1-1-4 15,0-1-2-15,-3 2-3 0,2-6-1 16,0 3-1-16,-3-7 0 0,2 0-1 0,-1-5-1 15,1-6 0-15,0-5-2 0,-2-4 1 0,0-3-10 16,0-5-7-16,0-5-10 0,-2-5-11 0,0-7-5 16,-1-8-8-16,0-8 3 0,-1-4 1 15,-4-11-3-15,2-4-1 0,-1-6-41 0,-3-4-67 16,1-3-70-16,3 4-36 0,0 0-8 0,1 1 6 15,4 4 71-15,-1 5 117 0,2 3 125 16,2 4 94-16,-1 3 63 0,6 5 31 0,-3 5-8 16,2 3-35-16,2 4-44 0,-2 3-49 0,2 4-37 15,-1 2-24-15,4 1-15 0,-2 4-5 16,2 3-3-16,-4 1-3 0,5 2-2 0,-2 2 0 15,-3-1 5-15,2 4 6 0,-1 4 3 0,0-2 4 16,-2 4 4-16,-1 2 5 0,0 4-1 0,0-2-2 16,-4 3 0-16,1 0 5 0,-2-1 7 0,-2 2 3 15,1 2 0-15,-2-2 2 0,-4 0 1 16,-1 2-7-16,-5-3-10 0,2 1-8 0,-3-2-5 15,0 3-5-15,-4-4-8 0,0 2-2 0,2-4-2 16,0-1-2-16,-1-2-1 0,2 0-6 16,1-3-10-16,3-2-19 0,1-1-21 0,3 2-23 15,6-4-59-15,-2 2-129 0,-3-1-61 0,2-1-20 16,0-1 0-16,7-4 13 0</inkml:trace>
  <inkml:trace contextRef="#ctx0" brushRef="#br0" timeOffset="31937.65">5231 15629 228 0,'-2'-5'355'0,"-1"-2"20"0,1 3 12 15,-1-1-123-15,3 0-117 0,0 1-66 16,0-3-37-16,3-1-20 0,2 3-14 0,0-5-10 15,2 2-1-15,1 1 0 0,1-1-2 0,-1-1 0 16,2 5 2-16,-1 1 2 0,-3 1-1 0,1 1 1 16,-1 1 2-16,-2 3 5 0,4 1 1 15,-5 4 5-15,1 4 5 0,-1 0 2 0,2 4 5 16,-2 4 0-16,-1 1 3 0,-1 3 1 0,-2 0 0 15,-1-3-3-15,-1 5-3 0,-2-3-2 16,1 1-4-16,-1 0-3 0,-2-2-3 0,2 2-1 16,-2-3-2-16,2 0-2 0,-1-2-2 0,0 0-1 15,1-4-1-15,-1-1-2 0,2-3 3 16,1-1-3-16,-1-3 0 0,3-1 0 0,-1-5 0 15,2 1-1-15,0-1-1 0,0-1-2 0,2-1 0 16,-1-1 2-16,3 1-1 0,2-4-2 0,-2 2-2 16,3-1 2-16,1 1 0 0,2 0-3 0,0 0-1 15,4 0-3-15,-2 0-2 0,3-2-6 16,-1-2-7-16,3 2-9 0,0 1-15 0,1-3-17 15,2-1-23-15,1-3-55 0,-2 2-128 0,0-3-59 16,-4 1-24-16,-3 0 2 0,3-2 14 16</inkml:trace>
  <inkml:trace contextRef="#ctx0" brushRef="#br0" timeOffset="32140.45">5687 15685 127 0,'1'0'356'0,"-1"-3"27"0,0 0 15 16,0 1-61-16,0 0-146 0,2 1-92 0,-1-1-44 15,3 1-27-15,-1-3-14 0,4-2-7 0,4 1-3 16,-1 0-2-16,1-1-2 0,3 1-3 0,0 0-4 16,2 0-5-16,-2 4-10 0,3-2-10 0,-4 0-12 15,2-3-17-15,-1 3-21 0,0 0-53 16,-7 2-102-16,3-3-59 0,-6 3-26 0,-1 2-2 15,-1 4 13-15</inkml:trace>
  <inkml:trace contextRef="#ctx0" brushRef="#br0" timeOffset="32296.45">5830 15895 191 0,'-1'17'350'16,"1"-6"29"-16,0-1 7 0,-2-2-87 0,0 0-102 15,2-3-61-15,0-2-35 0,4 0-25 16,-1-2-14-16,0-1-12 0,-1-1-12 0,1-1-14 16,0-1-9-16,2-1-2 0,0-1-7 0,-1-4-9 15,4 0-9-15,1-3-17 0,0-1-32 16,2-8-48-16,-4 1-166 0,-1-2-84 0,-3-2-39 15,-6 4-10-15,3-6 19 0</inkml:trace>
  <inkml:trace contextRef="#ctx0" brushRef="#br0" timeOffset="33341.65">6768 15206 153 0,'-3'-7'285'0,"-1"-5"17"0,-2 4-24 0,0-2-77 16,-2 2-82-16,2 2-45 0,-3 2-21 0,1 1-8 15,-3-3-2-15,4 5 2 0,-5-1 5 16,3 2 4-16,-1 0 1 0,0 2-1 0,-1 5-4 15,-1-1-4-15,1 1-4 0,1 4-6 0,-2-1-1 16,3 5-1-16,-2-1 1 0,-3 4 2 16,3 4 0-16,4 2 3 0,-4 5 1 0,1-2 1 15,2 5-1-15,2 2 2 0,-2-1-2 0,4 5 0 16,1 1-1-16,0 5-3 0,1-2-3 15,2 3-5-15,2 0-5 0,1 0-6 0,0 0-5 16,3-2-2-16,3-1-4 0,2-2-2 0,-1-4-2 16,2-2 0-16,2-3 2 0,3-6-1 0,0-6-2 15,2-6 0-15,4-7-2 0,0-4 0 16,1-8 0-16,4-7-4 0,-1-8 0 0,0-7-4 15,2-10-1-15,-1-4 0 0,0-3-2 0,-4-3 2 16,0-5 0-16,-3-1 4 0,-6-1-1 0,0 0 1 16,-5 3 0-16,-3 1 0 0,-5 2 1 0,-2 5 0 15,-5-1 2-15,-2 3-2 0,-4 4 2 16,-3 1 1-16,-1 3 1 0,-3 4-3 0,-1 4 3 15,-2 2 2-15,0 5 2 0,-2 2 5 0,2 5 0 16,-2 6 4-16,0 3 0 0,2 3-2 16,0 3 2-16,-2 3-6 0,4 6 0 0,0 3-2 15,2 3 1-15,2 3 0 0,0 2-2 16,6 2 1-16,1 2 1 0,2 0 0 0,2 4-1 15,4-1-1-15,4 1-1 0,2-2 2 0,-2 1 0 16,7 0-2-16,3-3 1 0,3 0-3 0,2-1 3 16,4-4-3-16,3-1-1 0,-2-3-2 0,4-2-3 15,4-3-2-15,0-4-9 0,3 1-13 16,2-5-16-16,-2-5-22 0,0 0-24 0,1-5-27 15,-1-3-28-15,-2-3-64 0,-7 2-122 0,-2-3-51 16,-3 3-14-16,-2 0 12 0,0 1 24 0</inkml:trace>
  <inkml:trace contextRef="#ctx0" brushRef="#br0" timeOffset="33840.85">7365 15766 31 0,'1'-1'299'0,"2"-3"22"0,-3 0 11 16,3-1-65-16,-1 1-100 0,4-5-80 0,-2 1-44 16,2 0-21-16,4-2-11 0,0 1-6 0,1-3-5 15,0 3 0-15,1 0 4 0,1-3-3 16,-1 4 4-16,1 2 4 0,-2-1 1 0,-1 3 5 15,-1 1 2-15,-1-1 6 0,0 8 8 0,-1-1 10 16,-3 1 5-16,-1 5 7 0,-3 0 5 0,0 4 4 16,-3 0 0-16,0 3-6 0,-1-1 0 0,-2 2-8 15,0-1-6-15,1-2-8 0,1 2-8 16,-1-3-8-16,0-2-8 0,4 0-4 0,-2 1-3 15,2-3-3-15,1-1-3 0,0 0-1 0,1-1 0 16,2-1 1-16,1 2-2 0,3-1-1 16,-3-1-1-16,2-2-1 0,5 2-1 0,-4-3 0 15,4 0-1-15,-1-1 2 0,1-2 2 0,-1 1 1 16,0-1 5-16,1 0-2 0,-2 0 1 15,-1 2 1-15,-1 2 1 0,-1 1 0 0,-1 2 0 16,1-1 3-16,-1 2 4 0,-4 3 5 0,-1-1 7 16,0 3 8-16,-1 1 8 0,-2 2 8 0,-2 0 5 15,0 2-1-15,-2-1-1 0,-2 0-5 16,1 1 0-16,-3 0-10 0,-1 1-11 0,0-1-5 15,0-1-8-15,-2-2-4 0,0-3-12 0,-2 2-7 16,2-5-10-16,-3-1-24 0,3 0-30 0,0-5-40 16,1-6-53-16,-3-4-157 0,-1-2-74 15,0-6-24-15,2 1 9 0,1-5 26 0</inkml:trace>
  <inkml:trace contextRef="#ctx0" brushRef="#br0" timeOffset="35354.06">8098 15925 172 0,'3'-5'321'0,"0"1"13"0,-2 1 8 16,4 0-118-16,2-1-102 0,-1 2-61 0,4 2-31 15,2 2-11-15,5-1-6 0,-1 2-6 0,3 0-3 16,3 0 1-16,3 1 1 0,2 1-1 0,1 0-2 16,1 1 3-16,1-1 0 0,0 1-2 0,1 1-2 15,-1-1-5-15,1 0-9 0,-2 0-12 16,-1-3-32-16,-3 1-121 0,-6-5-84 0,-5-2-42 15,-2 1-16-15,0 1-2 0</inkml:trace>
  <inkml:trace contextRef="#ctx0" brushRef="#br0" timeOffset="35572.46">8493 16464 84 0,'-9'11'336'0,"0"-6"31"15,0-2 25-15,-1-1-49 0,3-1-134 0,3 1-80 16,-1-2-50-16,2 0-31 0,1 0-25 15,4 0-12-15,1 0-9 0,5 0-2 0,0 1 1 16,5 1 0-16,2-1 1 0,3-1-2 0,3-1-2 16,1-2-8-16,5 0-12 0,1-2-20 0,2-1-19 15,1-4-60-15,-6 2-136 0,3 0-67 0,-4-2-26 16,-2 1-3-16,6-4 10 0</inkml:trace>
  <inkml:trace contextRef="#ctx0" brushRef="#br0" timeOffset="36071.66">9556 15658 128 0,'-9'-21'342'0,"-2"0"31"16,-4 5 25-16,1 0-64 0,-2 7-117 0,1 2-62 15,-3 4-34-15,-2 1-21 0,4 4-17 0,-2 2-14 16,3 3-16-16,-2 2-11 0,0 8-7 15,-1 0-4-15,1 7-3 0,1 5 2 0,0 3 3 16,-2 3 1-16,4 7-1 0,0 4 0 0,0 4 1 16,2 1-3-16,-1 3-5 0,6 5-2 0,-2 1-6 15,4-3-4-15,4-1-7 0,1 2 0 16,1-5-5-16,5-3-2 0,3-1 0 0,0-6 0 15,4-4-3-15,3-5-2 0,0-4-2 0,2-6-1 16,1-1-2-16,2-5-1 0,-2-10 2 0,1-6-1 16,-2-15 2-16,0-8 4 0,-1-6 1 15,-2-3 0-15,-1-6 1 0,-2 0 2 0,-4-5 2 16,-4 2-1-16,0-2 2 0,-8 2 3 0,0 0 2 15,-2 4 2-15,-5 3 3 0,-1 5 4 16,-3 1 5-16,-4 7 4 0,-2 3 6 0,0 4 1 16,1 6 1-16,4 3-6 0,-3 8-4 0,1 1-8 15,2 6-10-15,0 7-10 0,4 2-14 16,0 5-15-16,4 1-20 0,3 0-22 0,5 3-30 15,3 0-32-15,4-1-31 0,2-2-30 0,0-1-147 16,2-5-63-16,-1-4-16 0,5 0 15 0,6-11 24 16</inkml:trace>
  <inkml:trace contextRef="#ctx0" brushRef="#br0" timeOffset="36446.06">9848 16089 144 0,'3'-11'338'0,"-1"0"23"0,-4 0 21 15,-1 5-77-15,0-1-110 0,-4 5-64 0,2 4-32 16,-2 3-16-16,-1 5-17 0,-2 4-15 16,2 2-14-16,0 6-8 0,-1 2-7 0,2 5-2 15,-3 4-1-15,4 0-1 0,-2 5-1 16,5-1-4-16,-1-2 3 0,3-1-7 0,2-2-4 15,2-3-4-15,1-5-3 0,1-2 9 0,3-4-12 16,-1-4 0-16,4-8 2 0,0-4 0 0,-1-7 1 16,2-7-8-16,2-6 0 0,1-9 5 0,-1-4-2 15,1-7 1-15,-3-5 3 0,-1-5 1 16,-2 0 6-16,-4-2 2 0,-2 2 4 0,-3 0 2 15,-3 5 6-15,0 6 6 0,-5 3 4 0,2 5 1 16,-2 4 2-16,1 5 4 0,-5 8-6 0,3 3 2 16,-4 6-8-16,-2 9-10 0,1 3-8 15,-1 9-17-15,3 4-18 0,-1 6-26 0,3 3-26 16,4 3-26-16,3 1-32 0,1-3-86 0,2-3-111 15,4-2-49-15,-3-1-8 0,4-2 12 16,-1 3 28-16</inkml:trace>
  <inkml:trace contextRef="#ctx0" brushRef="#br0" timeOffset="38864.06">10204 17054 165 0,'-10'11'290'0,"-1"-4"19"15,0-4-8-15,1-1-114 0,2-4-77 0,1-2-43 16,4-6-25-16,0-1-17 0,3-4-11 16,3-4-4-16,2-3-2 0,5-6-3 0,0-2 1 15,4-3 0-15,0-3 2 0,4-4-1 0,-3-2 1 16,5-3-1-16,-2-4-4 0,3-4 3 15,1-4 1-15,-2-1 4 0,1-3 6 0,2 2 4 16,-6 0 5-16,2 0 5 0,-2 3 1 0,-2 5 2 16,-3 1-5-16,0 7-1 0,-2 5-2 0,-3 5-2 15,-1 8-3-15,-1 2 1 0,-2 8 0 16,-2 1 0-16,1 7 1 0,-1 4 1 0,-1 3-1 15,0 4 1-15,-1 11 0 0,-1 4-2 0,-1 8-1 16,-1 5-1-16,0 0 0 0,0 4-6 0,3 3-3 16,-1 2-4-16,2-2-6 0,2 0-2 0,-1-4-5 15,5-5 0-15,0-6-2 0,0-5-2 16,4-5-1-16,-2-7-1 0,2-4-2 0,1-1-5 15,0-5-2-15,2-5-4 0,-1-5-1 0,2-6 0 16,-4-2 3-16,4-3 3 0,-3 2 3 16,-1-4 5-16,1 4 4 0,-4-1 3 0,3 2 4 15,-2 4 1-15,-1 3 2 0,-1 0 1 0,-1 7 2 16,-4 0-5-16,2 4 4 0,-1 1 3 15,-1 4 5-15,-1 3 4 0,-1 4 4 0,-1 8 8 16,-1 0-4-16,2 5-1 0,-4 2-6 0,2 5-6 16,-2 2-6-16,0-1-5 0,1 2-3 0,3 2-9 15,1-2-13-15,1-4-17 0,3 0-25 16,1-4-52-16,-3-3-143 0,-2-6-68 0,0-3-28 15,0-6-2-15,4-5 13 0</inkml:trace>
  <inkml:trace contextRef="#ctx0" brushRef="#br0" timeOffset="39176.06">11131 15915 293 0,'-3'-12'373'16,"-4"0"25"-16,1 6 17 0,-1 3-148 0,-2 4-93 15,0 4-54-15,-2 8-35 0,-3 2-18 16,0 8-12-16,1 6-11 0,4 5-8 0,-1 7-8 16,0 2-4-16,1 4-3 0,0 2-4 0,-1 3-3 15,-2-1 0-15,5 3 1 0,-3 3-1 16,3-2-3-16,1 1 0 0,1 0 0 0,4-5-5 15,2-4-5-15,4-4-3 0,1-3-2 0,3-6 1 16,2-6-2-16,4-5-1 0,-1-5 3 0,5-9 0 16,0-4-7-16,0-7-8 0,1-4-12 0,2-6-14 15,-1-2-17-15,1-7-18 0,0-3-22 16,2-1-23-16,-3-5-67 0,0-1-112 0,-5 0-51 15,1 0-14-15,-2 0 6 0,1 1 21 0</inkml:trace>
  <inkml:trace contextRef="#ctx0" brushRef="#br0" timeOffset="52685.49">19832 11008 235 0,'-5'-33'331'0,"-2"-1"18"0,-5 3 12 0,3 3-149 15,-1 1-84-15,0 4-44 0,2-1-23 16,0 2-13-16,0 2-7 0,5 2-5 0,-2 1-4 16,2 3-8-16,1-2-14 0,2 3 2 0,0 1-4 15,0-2 0-15,2 5 4 0,-2 1 6 16,0-2 12-16,0 4 0 0,0-2 4 0,0 3 5 15,0 2 1-15,0 1 0 0,0 1 1 0,-2-1-3 16,2 1-11-16,0 1-2 0,-3 0-5 16,3 1-6-16,0-1-2 0,0 2-4 0,0-2 5 15,0 0-2-15,0 0-3 0,0 0-1 0,0 1-3 16,0 2 3-16,3 2-1 0,-3 5 0 0,3-1 4 15,1 5 2-15,-1 1 2 0,0 9 1 16,2 3 0-16,-2 7 1 0,2 4-1 0,1 12 3 16,-1 6 1-16,4 10-1 0,-5 6 1 0,4 4 2 15,0 9-4-15,0 2 0 0,0 2-4 0,-2 2-6 16,1 4-3-16,2-2-2 0,-2-2-4 15,1-1-10-15,0-9 4 0,-1-1 2 0,4-8 3 16,-4-5-1-16,3-9 4 0,-2-7 8 0,0-8-2 16,-2-8-1-16,1-6 1 0,-1-10 3 15,-1-4-1-15,3-14 0 0,0-12 2 0,1-9 0 16,3-13 0-16,0-8-2 0,5-10 4 0,1-10-1 15,0-10 0-15,5-9 2 0,-3-10 0 16,5-12-2-16,0-5-3 0,3-8 0 0,0-3-4 16,4-2 0-16,0-1-5 0,0 5-2 0,-1 4 2 15,1 8-2-15,-3 6 6 0,-2 12-4 0,-1 7 0 16,-5 11 0-16,4 8-6 0,-7 7-5 0,0 9-13 15,-1 7-10-15,-5 5-12 0,1 7-19 16,-2 5-20-16,-1 7-23 0,0 10-26 0,-1 6-24 16,-3 9-95-16,-4 2-98 0,-1 4-38 0,-2 6-7 15,1 1 17-15,1 9 28 0</inkml:trace>
  <inkml:trace contextRef="#ctx0" brushRef="#br0" timeOffset="53980.29">20752 11363 6 0,'-3'-33'314'0,"-6"-6"37"0,-1 1 26 0,-1 1-13 16,-1 5-130-16,1 2-65 0,3 3-39 0,1 4-20 16,1 2-13-16,3 3-11 0,-2 8-9 0,2 3-7 15,1 5-11-15,2 9-10 0,0 7-7 16,0 13-2-16,0 9-6 0,0 6-4 0,-1 7-5 15,-1 6-6-15,2 2-2 0,-3 5-8 0,0 2-2 16,2 2-4-16,-3-2-2 0,4 2-2 16,-2-4-4-16,0-7-1 0,1-1-1 0,1-8 3 15,0-8 0-15,0-4 2 0,0-6 2 0,0-5 1 16,0-7-1-16,0-5-1 0,0-4 0 0,0-9-4 15,0-11 0-15,0-5 0 0,1-7 0 16,1-8 2-16,0-5-3 0,2-7 0 0,0-5 0 16,-1-3-3-16,4-3 3 0,-1 1-2 0,-2 1 0 15,5 1 0-15,-1 4 2 0,3 1 2 0,-1 1-1 16,2 6 2-16,2 1 2 0,1 3-1 0,2 3 0 15,1 6-1-15,0 4 2 0,2 4 0 16,-1 5-1-16,-2 0 2 0,1 7 1 0,-5 5-6 16,2 5 2-16,-2 4 4 0,-1 5 2 15,-5 8 0-15,1 11 1 0,-5 4 7 0,-1 0-3 16,-2 2-3-16,-2-2-2 0,-4 1-4 0,-2 1 1 15,-3-1 1-15,-2-2 1 0,1 1 3 16,-5-4-3-16,2 1 5 0,1-3-4 0,0-4-1 16,3 0-3-16,1-4 1 0,3-2 0 0,0-8-3 15,4-2 0-15,3-1 0 0,0-5-1 0,6-2-2 16,4-5 3-16,1-2 1 0,4-4 0 0,4-5-3 15,1 1 0-15,1-3 3 0,0 1-2 16,0 2-2-16,0-1 4 0,-2 2 2 0,-2 5 1 16,1 3-1-16,-4 3 0 0,0 1 3 0,-2 5 1 15,-1 4 1-15,-2 2 0 0,-2 6 2 0,-4 4 3 16,-1-2 2-16,-4 4 0 0,-1 0 4 15,-1 1 0-15,-7-1 3 0,-1 2-2 0,-4-1-1 16,-8 1-1-16,-1 1-3 0,-3-4 0 0,1 1-1 16,4-2-4-16,2 1-2 0,-7-3-3 15,3-1-2-15,-1 0-3 0,2-3-2 0,3-2-3 16,2-1-9-16,2-3-17 0,5 2-30 0,4-1-34 15,5-1-39-15,5-5-41 0,-2-2-160 16,3-3-69-16,5-7-16 0,1 0 9 0,9-4 26 16</inkml:trace>
  <inkml:trace contextRef="#ctx0" brushRef="#br0" timeOffset="54323.49">21517 11631 125 0,'-3'-12'322'0,"-3"1"26"0,-1-1 16 16,-3 0-83-16,-1 4-106 0,0 0-55 0,1 2-34 16,-1 1-17-16,1 0-8 0,-1 2-4 0,0-2-4 15,-2 3-2-15,4 4 2 0,-6-1 0 16,3 6 1-16,-3-1 1 0,-1 4 3 0,1 5 0 15,0 0-1-15,-2 3-1 0,0 3 0 16,1 1-2-16,-1 2-3 0,2 2-3 0,1 3-3 16,1 1-4-16,2 2-3 0,1 0-4 0,0 3-7 15,4 2-6-15,1-5-2 0,4 0-6 0,2-1-5 16,4-1-5-16,1-3-2 0,4-1-6 0,3-1-3 15,3-5-2-15,4-6-5 0,8-3-14 16,2-11-27-16,5-8-30 0,3-5-48 0,6-8-51 16,-6-3-151-16,2-6-92 0,-4-6-32 0,-2-2 7 15,1-3 31-15,-3 1 47 0</inkml:trace>
  <inkml:trace contextRef="#ctx0" brushRef="#br0" timeOffset="55711.89">22328 11648 127 0,'-2'0'365'0,"-4"-3"38"16,2-2 21-16,-4 2-59 0,4 0-144 0,1 1-82 15,3 2-56-15,4 2-38 0,3-2-19 0,4 3-11 16,5-2-6-16,2 2-4 0,5 1-1 16,1 1-2-16,2 0-3 0,1-2-1 0,1 0 0 15,-3-2-4-15,3 1-1 0,-4-1-6 0,-1-1-6 16,0-1-6-16,-4-1-13 0,0-1-10 0,-4 0-14 15,-1 0-12-15,-2 0-7 0,-3-1-17 16,-3 1-54-16,-3 0-107 0,-4 0-50 0,-4 3-15 16,-3 1-4-16,-3 4 13 0</inkml:trace>
  <inkml:trace contextRef="#ctx0" brushRef="#br0" timeOffset="55899.09">22348 12003 152 0,'-12'14'338'0,"-1"0"30"15,2-7 24-15,1-2-97 0,4-2-101 0,1-1-58 16,2 0-46-16,3-2-26 0,3-2-19 15,4 0-10-15,0-1-6 0,5-2-6 0,2-1-1 16,3 0-5-16,0-4-5 0,4 2-3 16,-3-1-2-16,2-3-5 0,-2 3-3 0,0-1-7 15,4 2-15-15,-4 2-29 0,0 1-34 0,-1-2-84 16,-6 1-129-16,-4 1-64 0,-7 1-22 0,0 4 8 15,-4 1 25-15</inkml:trace>
  <inkml:trace contextRef="#ctx0" brushRef="#br0" timeOffset="64993.31">24397 10730 60 0,'-5'-21'296'0,"-3"-2"30"0,-4-2 18 16,3 2-60-16,-2-1-106 0,-2 3-52 0,2 0-28 16,-1 3-20-16,0-2-8 0,1 4-10 0,1 1-5 15,-1 0-7-15,3 3-6 0,0-2-4 16,0 4 0-16,-2-1 5 0,3 2 7 0,-1-1 2 15,-1 2 7-15,-2 2 6 0,4 0 1 0,-5 1-4 16,1 3-5-16,-4 2-2 0,-1 3-6 0,0 4-5 16,-3 2-4-16,-2 8-3 0,-3 0-1 15,-2 7-1-15,2 3-1 0,-4 7-3 0,-1 4-1 16,-3 5-1-16,0 4 0 0,0 2-3 0,1 7-3 15,3 2-3-15,2 3-2 0,4-1-3 16,2 2-2-16,2-7-2 0,4 0-3 0,3-6-6 16,4-2-1-16,4-4-1 0,3-2-4 0,3-4-4 15,3-3 1-15,2-4-1 0,3-6-2 16,3-1-1-16,4-7-2 0,4-1 2 0,1-6 0 15,2-3-1-15,1-4 1 0,5-4 1 0,-2-4 3 16,1-3-2-16,3-6 2 0,-1-3-1 0,0-3-1 16,-1-3-1-16,-2-5-3 0,0-2 1 0,1-6-1 15,-1-3 0-15,0-2 3 0,-4-1 1 0,-1-2 4 16,-5 0-1-16,1 2 4 0,-5 0 2 15,-1 0 0-15,-7-4-1 0,1 2 1 0,-5 1 3 16,-3-1-3-16,-1 2-1 0,-7 1 0 16,-1 3 2-16,-5-2 0 0,0 4-2 0,-1 4 0 15,0 1 1-15,-3 5 1 0,1 4 0 0,-3 5-2 16,2 6 1-16,0 2 3 0,-3 7 0 15,-1 4-3-15,4 10 1 0,-2-1-1 0,1 5 1 16,2 5-1-16,-1 1-1 0,4 5 1 0,-1-1-1 16,4 6 2-16,2 0-1 0,1-3 3 0,2 2 0 15,5 1 2-15,-2 1 2 0,6 0-1 0,-2 1 1 16,5-2 1-16,2 3 0 0,-1-2 0 15,3-1-1-15,3 3 10 0,3-2-6 0,5 2-2 16,0 0-2-16,4-1 0 0,3 0-1 0,1 0-12 16,2-4 6-16,1-2 2 0,0 0 2 0,0-3-1 15,4 0-1-15,-4-2-1 0,-2-2-2 16,0-2-1-16,-2 2-5 0,-2-2-5 0,-2-5-12 15,-1 1-13-15,-4-2-24 0,-5 0-31 0,0 0-35 16,-3 0-38-16,-5 0-53 0,-9 3-148 16,-3-3-63-16,-8 3-13 0,2 1 14 0,-2-5 29 15</inkml:trace>
  <inkml:trace contextRef="#ctx0" brushRef="#br0" timeOffset="65383.31">23622 12027 42 0,'-4'-10'295'0,"-4"-2"28"0,1-1 22 0,1-1-52 16,3 1-110-16,-2 2-60 0,3-1-34 0,2 4-22 16,3 1-12-16,4 0-10 0,4-1-2 15,3 5-1-15,4 1 0 0,4 2-3 0,4 3-2 16,3 4-1-16,4 0-1 0,4-1-1 0,7 0-3 15,3-1-1-15,5-1-3 0,2 2-4 16,4-6-7-16,1-2-4 0,4-5-3 0,-1 1 0 16,0-3 1-16,2-3-3 0,-3-2 1 0,-3-1-3 15,-3 1-5-15,-3 0 0 0,-6 1-6 16,-4 0-6-16,-7 7-10 0,-8-3-12 0,-4 6-12 15,-6 2-13-15,-5 4-17 0,-2 3-15 0,-3 4-21 16,-4 4-78-16,-6-1-103 0,-7 5-47 0,-6 1-13 16,-3 6 6-16,-2 8 18 0</inkml:trace>
  <inkml:trace contextRef="#ctx0" brushRef="#br0" timeOffset="65788.91">24278 12795 34 0,'-3'-6'300'15,"-2"-1"28"-15,-2 1 20 0,-1-2-44 0,-2 2-110 16,-1-1-65-16,-4 1-32 0,2-2-21 15,-3 3-11-15,0 2-8 0,-3 1-5 0,0 4-2 16,-2 1 5-16,-2 3 3 0,-2 4 2 0,-2 1 1 16,-3 4 3-16,0 3-1 0,-2 3-2 0,0 3-1 15,0 0 4-15,-1 5 2 0,1 1 1 16,5 0 1-16,2-2 0 0,0 3-2 0,4-1-4 15,3 1-8-15,1-2-5 0,5-4-8 0,2 2-6 16,3-1-8-16,3-2-4 0,4 2-3 0,3-4 0 16,3-1-3-16,6-4-3 0,3-2-5 0,5-3-2 15,6-3-8-15,3-6-6 0,3-2-1 16,4-5-1-16,5-6-1 0,3-4-1 0,1-9-2 15,1-2-3-15,-3-3-18 0,0-3-24 0,1 0-34 16,-3-3-35-16,-1 3-42 0,-1 3-44 16,-10 2-118-16,-8 6-94 0,-6-1-30 0,-7 3 7 15,-3 4 28-15,-5 4 40 0</inkml:trace>
  <inkml:trace contextRef="#ctx0" brushRef="#br0" timeOffset="69642.12">24762 10998 116 0,'-2'-5'294'0,"-1"-2"22"0,1 0 4 16,-1 0-84-16,0 3-87 0,2-1-46 0,1 2-28 15,-4 0-13-15,4 1-7 0,0 1-11 0,0-1-4 16,0 1-5-16,0 1 0 0,0 0 4 0,0 1-5 16,0-1-1-16,0 0 0 0,0 0 2 15,0 0 0-15,0 2-5 0,0 1 7 0,0 0 2 16,4 0-1-16,-4 2-3 0,1-1-4 15,2 3-3-15,-3 1-6 0,3 1-5 0,0 2-4 16,4-2-1-16,6 2-3 0,-1-1-2 0,2-1-4 16,0 1 0-16,0-1-1 0,1 5 3 0,-1-5-3 15,-3 0 1-15,0 3 1 0,0-4-2 16,-2 0 4-16,-3 0-2 0,-1 0 1 0,-5 5 3 15,-3 1 3-15,-7 4 1 0,-2 4 0 0,0 1-1 16,-4-1 1-16,-3 2 2 0,-2-1 0 0,0 0 0 16,-1-2 0-16,1 1 1 0,1-2-3 0,3 1-5 15,1-6 1-15,3 1-4 0,5-2-3 16,0-2-6-16,3 1 0 0,2-4-3 0,6-1-2 15,0-1 4-15,7-2 0 0,0-4-1 0,4-1 0 16,2-1-1-16,1-4-2 0,1 1-5 16,2 1 3-16,-1 0 3 0,-6 0 3 0,1-2 3 15,-2 2 4-15,2 0 0 0,1-1 1 0,-1 3-2 16,-4-1 3-16,0 2 0 0,-2 0-1 15,-1 2 1-15,0-1 1 0,-2 3 3 0,1 2 0 16,-3 2 2-16,-2 1 4 0,1 1 9 0,-2 3-1 16,-2 0 2-16,1 5 5 0,-5-3 4 0,1 3 5 15,-2 2-5-15,-1-1 1 0,0 0 0 0,-4 0-4 16,3 2-3-16,-4 0-5 0,-1-4-2 15,-3 1-4-15,2-1-3 0,-3-3-2 0,-1 1-2 16,3 0-4-16,-4-6 0 0,0-3-2 0,-1-3-2 16,1-3-4-16,-1-3-3 0,0-4-6 15,2-4-10-15,-1-5-18 0,4-2-30 0,4-5-41 16,1-1-55-16,-3-1-165 0,2-4-96 0,-1-1-38 15,-1-1 0-15,6-3 29 0,-4 3 48 16</inkml:trace>
  <inkml:trace contextRef="#ctx0" brushRef="#br0" timeOffset="71794.92">24691 12853 222 0,'2'0'300'0,"0"0"22"0,-2-2-33 0,-4 1-88 16,1-3-72-16,2 1-35 0,-3 0-20 15,4 0-12-15,-3-2-4 0,3 4-1 0,-2-1-2 16,2 0-1-16,-1 1-2 0,1-2-4 0,0 0-5 15,1 2-3-15,1-1-6 0,-2 2-6 16,3 0-5-16,-3 0-4 0,0 0-3 0,4-3-1 16,0 2 3-16,1-2 1 0,1 0 2 0,4 1 0 15,1 0-2-15,3 1 0 0,1 1-4 16,1 0-2-16,0 0-6 0,0 1-2 0,2 1 1 15,-4 0-4-15,-1 1-2 0,-2 0 0 0,-3 0 2 16,-1 1 1-16,-1 3-1 0,-8-2-1 0,-2 4 2 16,-3 1 2-16,-3 1 0 0,3 4 1 0,-5-3-2 15,-2 3 4-15,-3-1 2 0,0 1 1 16,-1 1 0-16,1-3 1 0,1 0 1 0,3-1-1 15,2 1-4-15,1-2-3 0,3-2 0 0,3 2-4 16,1-5-3-16,3 0-2 0,3 2 3 16,2-1-1-16,1-1 1 0,8 2 0 0,-3-3 2 15,4-2-1-15,1 0 0 0,3 0-1 0,-1 0 1 16,2 1-1-16,-2-1 0 0,0 4 2 15,-1-3 2-15,1 2-1 0,-3 2-2 0,1 2 4 16,-5 1-1-16,0 5 3 0,-1 1 0 0,-4 1 6 16,1 2 2-16,-4-1 6 0,-3 4 7 0,-3-1 8 15,-4 1 3-15,-2 1 5 0,-2 1 4 0,-4 1-1 16,-4-1-2-16,0 1-7 0,-6-2-2 15,0 1-7-15,-6 0-5 0,1-1-7 0,-2-4-5 16,0-1-6-16,0-4-9 0,2-6-18 0,1-3-43 16,4-9-74-16,5-3-206 0,-1-10-110 15,0-13-53-15,-4-12-16 0,0-16 24 0,-3-3 66 16</inkml:trace>
  <inkml:trace contextRef="#ctx0" brushRef="#br0" timeOffset="75429.73">8912 17413 13 0,'-7'-2'287'0,"1"-3"24"0,-2-1 17 16,-2 0-43-16,1 1-108 0,-2-2-62 0,-1 3-23 15,3-1-11-15,0 0-6 0,0 0-5 0,0 0-1 16,2 2-4-16,1 0-8 0,-2-2-3 0,4-2-5 15,0 3-4-15,2-1 0 0,1 1 0 0,-1 0 0 16,1 1-3-16,-1-1-1 0,2 3-2 16,0-1-1-16,0 1-6 0,0-1-4 0,0-1-4 15,0 2-5-15,0-1-4 0,0 2-5 0,0 0-1 16,2 2-1-16,-1-1 0 0,2 4-1 15,0-2 3-15,4-2 0 0,0 3-3 0,0-1 1 16,3 2-3-16,3 0 1 0,3-1-1 0,5 3-1 16,1-2 2-16,3 1 0 0,4 0 2 0,5 1-1 15,2 3 0-15,2 2-2 0,1 1 3 0,4 1-1 16,3 4 1-16,-1 0-1 0,5 3-2 0,0-2 0 15,1 0-3-15,2-3-5 0,0 0-1 0,2-2-2 32,-2-2 0-32,2-3-1 0,0-1-2 0,-1-5 2 0,-2-4 1 0,-2-6 4 0,-4 0 1 15,-2-5 1-15,-4 0 2 0,-4-3 2 16,-4 2 0-16,-3 0-3 0,-3 2 0 0,-5-2-1 0,-4 4 1 15,0 1-1-15,-7 0 1 0,1 3 1 0,-3 0-1 16,-5 2 3-16,1 0 0 0,-1 2-2 0,0-3 0 16,-3 2-2-16,2 2 0 0,0 0-2 0,-2 0-1 15,0 0-3-15,0-1-1 0,0-1-4 0,0 0-7 16,0 1-11-16,0 1-14 0,-2 1-20 0,0 1-22 15,-1 1-30-15,2-1-39 0,-7 2-148 0,-3-1-81 16,-4-2-28-16,1 2-3 0,-1-3 22 0</inkml:trace>
  <inkml:trace contextRef="#ctx0" brushRef="#br0" timeOffset="76646.53">25399 11900 192 0,'-6'-20'284'0,"-2"-1"16"0,4 2-33 0,1-1-84 16,-2 5-71-16,0-1-37 0,4 3-19 0,-2 2-11 15,-1 0-8-15,0-1 0 0,3 4 0 16,-1 1 3-16,2 0 4 0,0-1 5 0,-3 3 9 15,3-2 13-15,3 1 7 0,-3 3 8 0,2 0 6 16,-1 1 0-16,1 1-7 0,-2-1-11 16,2 2-11-16,0 2-13 0,1 1-7 0,3 3-6 15,2 1-10-15,3 10-1 0,4-2-5 0,0 1-6 16,7-2-5-16,3-8-6 0,3 1 3 15,4 0-5-15,3-4-5 0,3 3-1 0,2-3-4 16,3-2-6-16,2 2-9 0,0-2-7 0,-2-1-10 16,-4 2-17-16,-2-2-16 0,-6 0-19 0,-3 3-18 15,-5 0-19-15,-3 3-12 0,-5 0-40 16,-8 5-114-16,-7-4-46 0,-6 0-11 0,-7 1 6 15,-1 1 16-15</inkml:trace>
  <inkml:trace contextRef="#ctx0" brushRef="#br0" timeOffset="76864.92">25587 12193 212 0,'0'-4'305'16,"3"-3"20"-16,2 0-8 0,0-3-106 0,2-1-72 16,5-4-37-16,1 3-18 0,2-1-12 15,-1-4-10-15,4 5-7 0,-1 1-10 0,4-1-11 16,0 5-8-16,2-2-8 0,3 1-11 15,3 2-7-15,1 0 0 0,2-1 0 0,2 4-4 16,-2 0-8-16,4 1-17 0,-1 1-35 0,-2-1-70 16,-1-1-131-16,-3 0-68 0,-5-3-27 0,-1 2-1 15,-1-1 25-15</inkml:trace>
  <inkml:trace contextRef="#ctx0" brushRef="#br0" timeOffset="77348.53">27020 11138 16 0,'0'-23'314'0,"-3"-4"33"15,-1 0 24-15,-3 3-24 0,0 0-130 16,-7 1-74-16,4 5-37 0,-4 3-27 0,2 0-13 15,-4 6-9-15,3 1-5 0,-3 3-6 0,1 3-2 16,0 2 0-16,-1 5-1 0,-3 3 1 16,-1 3 4-16,1 6 1 0,-1 2 3 0,-5 5 0 15,1 5 1-15,-2 2-3 0,1 8-5 0,-3 4-2 16,4 3-7-16,-4 5-5 0,3 2-6 15,2 4-7-15,0-1-5 0,3 2-5 0,0 2-2 16,8-2-5-16,2-1-2 0,7-3 0 0,0 1-2 16,6-8 0-16,5-2-3 0,3-4 2 0,6-6 0 15,4-7-1-15,4-4-1 0,7-6-7 0,0-3-8 16,6-9-11-16,2-4-7 0,0-7-6 15,1-5-4-15,0-3 6 0,-3-6 12 0,-3-5 9 16,-1 0 9-16,-5-3 9 0,-4-2 7 0,-4 1 4 16,-7-3 1-16,-3-1 8 0,-2 2 6 15,-7 1 7-15,-2 3 6 0,-8 1 8 0,1 1 1 16,-6 3 0-16,-2 1-2 0,-5 2-8 0,-2 3-8 15,-1 6-5-15,-4 0-6 0,-1 6-5 16,-1 3-4-16,3 3-1 0,0 6-4 0,2-2-8 16,3 4-8-16,2 3-17 0,6 3-28 0,4 0-39 15,6 4-46-15,3-3-89 0,3-4-144 0,4-5-67 16,4-6-13-16,7-5 15 0,0 1 37 15</inkml:trace>
  <inkml:trace contextRef="#ctx0" brushRef="#br0" timeOffset="77738.53">27360 11291 337 0,'4'-19'398'0,"-8"-3"32"16,-3 3 23-16,0 1-152 0,-7 5-102 15,0 2-54-15,0 6-38 0,-4 5-26 0,0 2-17 16,-2 5-14-16,1 3-13 0,2 4-7 0,-3 6-7 15,4-1-2-15,0 5-4 0,3 3-3 16,0-1-3-16,6 3-4 0,-1-2-2 0,4 3-4 16,4 1 0-16,0-2 1 0,4-2-1 0,0-2-1 15,4-1-2-15,3-4 1 0,2-3-2 16,0-4-3-16,3-2 1 0,3-1 2 0,2-5 3 15,3-5-7-15,0-4 3 0,0-4 4 0,0 0-1 16,0-5 1-16,-3-2-1 0,2-3 8 0,-1-3-1 16,-4 7-4-16,0-7 2 0,-1-2-1 0,-5-2-2 15,-1-7 6-15,-1-1 5 0,-4 2 5 16,-1 0 8-16,-2 4 2 0,-4-1 6 0,-4 1-5 15,-1 2 1-15,-6 3-2 0,0 1-6 0,-2 6-2 16,-4 6-6-16,-2 6-4 0,-2 4-7 16,0 6-10-16,-3 3-12 0,4 4-22 0,4 5-30 15,2 4-42-15,4-1-50 0,1 2-113 0,-1-1-124 16,4-2-54-16,0-3-7 0,4 0 23 15,2-4 41-15</inkml:trace>
  <inkml:trace contextRef="#ctx0" brushRef="#br0" timeOffset="78674.53">26839 12219 97 0,'-7'-5'296'0,"-3"-1"25"0,0-2 16 0,-1 1-87 15,2-2-86-15,1 3-39 0,0-1-22 0,3 1-16 16,0 1-7-16,2 2-12 0,0 1-10 0,3 2-10 16,2 2-6-16,1 3-3 0,4 2-4 15,4 6 3-15,3 0-2 0,5 2 0 0,4 2-4 16,5 1-11-16,4-2 3 0,4 2-3 0,4-4 0 15,4 0-3-15,4-1-5 0,4-3 5 16,1-1-6-16,4 1-6 0,3-4-4 0,1 1-1 16,3-3-2-16,2-1-3 0,1-1-2 0,-1-2 3 15,1-3 4-15,-3 0 2 0,-1-2 4 16,-6 0 3-16,-5 1 4 0,-2-3-5 0,-8 2-1 15,-8 0-3-15,-5 1 3 0,-4-1-3 0,-7-2 1 16,-6-1 2-16,-2 4-2 0,-5-6-2 0,-5 3-10 16,-5 1 2-16,-6 2-9 0,-6 2-7 0,-5 2-21 15,0 3-31-15,-6 0-37 0,0 0-87 16,-4-4-135-16,-3-1-65 0,-4-1-18 0,0-1 10 15,-5-2 31-15</inkml:trace>
  <inkml:trace contextRef="#ctx0" brushRef="#br0" timeOffset="81513.74">27181 12931 134 0,'3'-7'322'0,"0"-4"31"16,-3 1 22-16,-3-4-88 0,2 4-97 0,-1-4-54 15,1 5-30-15,1-3-19 0,-4 3-10 0,4 0-8 16,-2-1-5-16,2 2-1 0,0 2-4 0,-2 0-6 16,2 3-6-16,0-1-5 0,0 2-3 0,0 1-4 15,0 1 1-15,-1 0 5 0,-1 3 9 16,-1 4 10-16,-1 5 9 0,-3 7 6 0,-4 5 8 15,1 5 2-15,-1 4-1 0,0 6-5 0,-2 4-9 16,1 3-8-16,-1 4-10 0,2 3-14 16,-6 2-10-16,3 1-11 0,1-1-3 0,0 3-9 15,6 0-5-15,-4-4-7 0,5-3-8 0,2-1-19 16,1-7-28-16,6-8-30 0,0-5-43 15,4-9-57-15,7-7-89 0,1-16-154 0,2-13-63 16,0-4-14-16,2-10 20 0,3-1 47 0</inkml:trace>
  <inkml:trace contextRef="#ctx0" brushRef="#br0" timeOffset="81888.14">27474 12981 218 0,'-4'-6'371'0,"-3"0"36"16,-5 2 23-16,3 1-102 0,-2 3-113 0,-3 3-64 15,4 3-41-15,-5 5-28 0,1 7-18 0,1 1-10 16,1 6-10-16,2 5-6 0,-2 2-6 16,1 1-5-16,2 6-3 0,2 0-6 0,-1 2-3 15,5 1-3-15,-1-3-5 0,4 3 1 0,4-3-4 16,2-1-2-16,1-5-1 0,2-4-2 15,4-7-2-15,2-4-2 0,0-10 1 0,5-7 0 16,2-7-2-16,2-6 2 0,1-9-1 0,4-6 0 16,0-7 0-16,0-4-2 0,1-1 1 0,-2-4-2 15,-1-2 4-15,0-4 2 0,-3 0 6 16,-3 0 8-16,0-1 13 0,-6 4 14 0,0 2 16 15,-6 3 15-15,-1 4 7 0,-4 4 8 0,-6 2 0 16,-3 4-4-16,-4 5-13 0,-5 3-14 0,-4 5-9 16,-6 7-13-16,-4 5-12 0,-2 7-9 15,-5 6-9-15,0 3-25 0,-3 7-37 0,3 2-44 16,1 4-60-16,4-2-85 0,1-2-177 0,5-2-76 15,-2-6-20-15,2 0 16 0,5 0 47 16</inkml:trace>
  <inkml:trace contextRef="#ctx0" brushRef="#br0" timeOffset="84930.14">28896 12160 246 0,'1'-6'350'16,"-2"-4"29"-16,1 4 18 0,-3-1-144 0,3 3-83 16,0 1-55-16,3-1-38 0,-2 1-27 0,2 0-17 15,5-1-12-15,1 3-6 0,5-1-3 16,2 1-1-16,5-1-1 0,1-1-2 0,2 3-1 15,4-1-1-15,-1-2-3 0,0 2-1 0,1-1-1 16,0 2 0-16,-1 0-1 0,2-1-2 16,-4 1 2-16,1 0-1 0,-2 0 0 0,1 0-1 15,-4 0 1-15,0 0 0 0,-1 0-2 0,-1 0-3 16,-3 1-2-16,-4 2-9 0,2 4-11 0,-3-2-18 15,-2 4-22-15,0 3-20 0,-6 0-62 16,-3 6-123-16,-6-3-57 0,-2-3-17 0,-2 3 1 16,0-4 12-16</inkml:trace>
  <inkml:trace contextRef="#ctx0" brushRef="#br0" timeOffset="85132.94">28993 12619 135 0,'-18'13'318'0,"-4"-7"29"15,5-3 24-15,-2-3-90 0,1-1-91 16,2-1-49-16,6 1-31 0,-2-4-23 0,5 5-17 15,4-1-16-15,0-1-15 0,6 0-9 0,0 1-12 16,7-6-3-16,0 4-3 0,6 0-3 16,2 0-1-16,3 0-3 0,3-1 0 0,5 3-3 15,0-1-5-15,3 1-5 0,3 1-6 0,0 0-18 16,4 0-25-16,0 1-31 0,-1-1-99 0,-3-1-121 15,0-6-56-15,-5-3-18 0,1 1 7 16,-2-1 21-16</inkml:trace>
  <inkml:trace contextRef="#ctx0" brushRef="#br0" timeOffset="85585.35">29971 11799 85 0,'2'-23'317'0,"-4"-1"33"0,-1 0 25 0,-2 3-62 16,2 5-113-16,-1 4-63 0,-1 0-39 0,-1 6-33 16,-3 3-20-16,0 4-12 0,-3 5-7 15,-1 8-6-15,-1 1 2 0,-4 6 6 0,-3 3 3 16,1 5 4-16,-2 6 5 0,-1 3 6 0,-3 6 3 15,0 4 2-15,2 5 0 0,-4 4-4 16,4 4-6-16,0 0-4 0,3 1-2 0,1-1-7 16,3 0-4-16,3-3 0 0,2-4-2 0,3 0-4 15,1-4-5-15,5-2-4 0,2-3-2 0,2-3-4 16,2-6-3-16,4-6 2 0,0-7-2 0,7-4-2 15,-2-7-3-15,4 0-1 0,5-9-1 0,0-6-4 16,1-9 0-16,-1-3 0 0,3-8 2 16,-5-2 0-16,2-5 0 0,-4-4 2 0,-2-1 1 15,-2-3 0-15,-4 2 4 0,0 3 1 16,-3 0 5-16,-4 3 5 0,1 1 2 0,-3 7 4 15,-3-1 2-15,-4 5 2 0,0 4-5 0,-4 1-4 16,-3 7-3-16,-2 6-6 0,-4 10-5 16,0 9-9-16,-1 6-16 0,-2 9-31 0,6 6-44 15,-5 3-65-15,4 4-168 0,-1-2-83 0,1-4-31 16,3 2 6-16,0 1 30 0</inkml:trace>
  <inkml:trace contextRef="#ctx0" brushRef="#br0" timeOffset="86068.95">30348 11927 287 0,'8'-31'368'16,"-5"5"30"-16,-2 2 24 0,1 5-147 0,-1 2-90 15,-1 3-53-15,0 4-36 0,-1 7-25 0,-1 3-19 16,1 3-10-16,-2 10-11 0,-3 4-4 0,1 8-4 16,1 6-2-16,-3 4-5 0,0 3-3 0,-1 9-1 15,2 1-5-15,3 3-4 0,0 5-1 0,2-1 0 16,1 1 0-16,1-4-1 0,4 1 2 0,1-6 5 15,4-6-5-15,3-6 0 0,2-4 0 16,5-10-1-16,2-8 1 0,4-12-3 0,3-9 3 16,1-6-3-16,4-10 0 0,-1-6 1 0,2-9 2 15,1-5 5-15,-5-5-1 0,3-4 4 0,-2-4 1 16,0-1-2-16,-2-1-2 0,1-2 1 0,-5 4 3 15,-2-1 2-15,-5 5 1 0,1 3 2 0,-5 4 2 16,-1 5-1-16,-2 5-2 0,-4 6-5 16,0 6-3-16,-5 6-7 0,0 6-1 0,-3 3-2 15,-3 9-6-15,-3 10-9 0,-2 4-18 0,0 10-27 16,-2 6-40-16,0 3-48 0,-4 6-174 0,-3 3-84 15,-2 2-30-15,-1 4 1 0,5-3 25 0</inkml:trace>
  <inkml:trace contextRef="#ctx0" brushRef="#br0" timeOffset="86490.15">31113 12253 235 0,'11'-12'363'0,"-5"0"32"0,-2-1 25 0,1 4-122 16,0 1-99-16,-4 1-58 0,2 1-40 0,-1 2-27 15,-2 4-16-15,-2 0-8 0,-1 7-8 16,-1 4-2-16,-3 3-1 0,0 4-3 0,-4 5 0 16,2 2-2-16,-2 2 0 0,-2 5 2 0,1 2 3 15,1 3 2-15,-3 1-2 0,3 0-2 0,1 1-4 16,2-2-4-16,1-3-8 0,4 2-3 0,0-4-6 15,3-2-3-15,1 0-4 0,4-5-2 0,-1-5-2 16,3-3 0-16,3-3 0 0,1-6-1 0,3-6-4 16,4-5-2-16,0-5-1 0,0-9-2 0,3-2-2 15,2-5 0-15,-1-5 1 0,2-2-2 16,0-8 2-16,0-2 3 0,-2-3-1 0,-1-2 5 15,-1-1 4-15,-3 1 2 0,-1-1 3 0,0 5-2 16,-8 1 4-16,0 5-2 0,-3 3-1 0,-2 5 2 16,-3 5 0-16,-3 1 4 0,-2 6-4 0,-7 5 0 15,2 3-4-15,-6 8 0 0,-4 5-3 0,-1 5 2 16,0 4-4-16,-4 6-3 0,1 6-8 0,2 6-14 15,0 3-21-15,1 3-30 0,1 4-33 0,2 2-35 16,3-3-71-16,1-4-141 0,2-5-61 16,3-8-17-16,4-3 12 0,2-2 29 0</inkml:trace>
  <inkml:trace contextRef="#ctx0" brushRef="#br0" timeOffset="86755.35">31659 11530 44 0,'2'-10'341'16,"-1"-1"33"-16,-2-1 22 0,-1 8-24 0,-2 2-136 16,-3 4-84-16,2 5-49 0,-6 2-25 0,2 7-18 15,-3 1-5-15,-1 6-17 0,3 4-6 0,-5 0-3 16,1 7 1-16,0 1-5 0,0 4-9 0,-1 0 3 15,2 3-5-15,2 1-7 0,-3 0-8 16,7 2 1-16,-3 0-3 0,3 2 0 0,2-4-2 16,1 0-2-16,4-3-6 0,0-4-11 0,3-2-16 15,2-5-17-15,3-2-25 0,5-4-24 0,-3-8-52 16,2-3-114-16,1-7-72 0,0-7-24 0,-1-4 0 15,5-4 15-15</inkml:trace>
  <inkml:trace contextRef="#ctx0" brushRef="#br0" timeOffset="87020.55">31991 11706 53 0,'4'-13'324'16,"1"2"35"-16,-2 1 24 0,-1 0-46 0,-4 6-119 15,-3 2-71-15,-2 5-42 0,-4 5-26 0,2 7-16 16,0 3-7-16,-5 7-7 0,0 5-8 0,-2 4-3 15,-1 8-2-15,-3 3 0 0,0 4-5 0,1 5-2 16,-1 7-8-16,3 3-8 0,1 1-1 0,0 3-5 16,3 1 0-16,0-2 0 0,6-2-1 0,-1-3 0 15,7-5-4-15,1-6-5 0,1-3-12 0,3-6-19 16,3-7-18-16,0-5-18 0,3-6-21 0,-2-3-16 15,5-6-13-15,-1-6-29 0,0-6-65 16,-3-6-85-16,-2-2-34 0,-3-8-11 0,2 1 8 16</inkml:trace>
  <inkml:trace contextRef="#ctx0" brushRef="#br0" timeOffset="87254.55">31789 12368 66 0,'-3'-8'330'0,"1"-3"39"15,-3-4 32-15,2 5-45 0,0-1-117 0,0 2-77 16,1-1-47-16,2 4-35 0,4 0-30 0,2 1-21 16,2 0-16-16,2 0-5 0,4 3-7 0,-2 1-5 15,5 1 2-15,-3-2 2 0,2 1 2 0,-1 1 0 16,4 1 1-16,-4 2-2 0,1 2 3 0,-2-1-4 15,1 1-5-15,1 1-19 0,0 2-27 0,-3 0-56 16,-1-2-161-16,-6-3-84 0,-5 4-40 0,-1 0-6 16,-3 3 15-16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72D80-D770-411F-A327-FFDA733520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58F6-4BDA-426A-AABB-349A54978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72D80-D770-411F-A327-FFDA733520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58F6-4BDA-426A-AABB-349A54978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20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72D80-D770-411F-A327-FFDA733520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58F6-4BDA-426A-AABB-349A54978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5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72D80-D770-411F-A327-FFDA733520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58F6-4BDA-426A-AABB-349A54978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734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72D80-D770-411F-A327-FFDA733520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58F6-4BDA-426A-AABB-349A54978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779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72D80-D770-411F-A327-FFDA733520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58F6-4BDA-426A-AABB-349A54978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96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72D80-D770-411F-A327-FFDA733520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58F6-4BDA-426A-AABB-349A54978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68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72D80-D770-411F-A327-FFDA733520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58F6-4BDA-426A-AABB-349A54978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638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72D80-D770-411F-A327-FFDA733520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58F6-4BDA-426A-AABB-349A54978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856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72D80-D770-411F-A327-FFDA733520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58F6-4BDA-426A-AABB-349A54978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65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72D80-D770-411F-A327-FFDA733520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58F6-4BDA-426A-AABB-349A5497884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1591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72D80-D770-411F-A327-FFDA733520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58F6-4BDA-426A-AABB-349A54978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23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72D80-D770-411F-A327-FFDA733520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58F6-4BDA-426A-AABB-349A5497884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10468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72D80-D770-411F-A327-FFDA733520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58F6-4BDA-426A-AABB-349A54978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32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72D80-D770-411F-A327-FFDA733520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58F6-4BDA-426A-AABB-349A54978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393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72D80-D770-411F-A327-FFDA733520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58F6-4BDA-426A-AABB-349A54978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35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72D80-D770-411F-A327-FFDA733520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B4F58F6-4BDA-426A-AABB-349A54978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782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0.emf"/><Relationship Id="rId4" Type="http://schemas.openxmlformats.org/officeDocument/2006/relationships/image" Target="../media/image7.emf"/><Relationship Id="rId9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1.jpeg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0.wmf"/><Relationship Id="rId10" Type="http://schemas.openxmlformats.org/officeDocument/2006/relationships/image" Target="../media/image17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5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9.bin"/><Relationship Id="rId7" Type="http://schemas.openxmlformats.org/officeDocument/2006/relationships/customXml" Target="../ink/ink2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6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21.png"/><Relationship Id="rId7" Type="http://schemas.openxmlformats.org/officeDocument/2006/relationships/customXml" Target="../ink/ink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emf"/><Relationship Id="rId5" Type="http://schemas.openxmlformats.org/officeDocument/2006/relationships/customXml" Target="../ink/ink3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6.emf"/><Relationship Id="rId5" Type="http://schemas.openxmlformats.org/officeDocument/2006/relationships/customXml" Target="../ink/ink5.xml"/><Relationship Id="rId4" Type="http://schemas.openxmlformats.org/officeDocument/2006/relationships/image" Target="../media/image22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customXml" Target="../ink/ink6.xml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3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7.e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9.emf"/><Relationship Id="rId4" Type="http://schemas.openxmlformats.org/officeDocument/2006/relationships/image" Target="../media/image25.e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32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3.e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35.emf"/><Relationship Id="rId4" Type="http://schemas.openxmlformats.org/officeDocument/2006/relationships/image" Target="../media/image31.emf"/><Relationship Id="rId9" Type="http://schemas.openxmlformats.org/officeDocument/2006/relationships/customXml" Target="../ink/ink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image" Target="../media/image41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jpeg"/><Relationship Id="rId7" Type="http://schemas.openxmlformats.org/officeDocument/2006/relationships/image" Target="../media/image44.emf"/><Relationship Id="rId12" Type="http://schemas.openxmlformats.org/officeDocument/2006/relationships/image" Target="../media/image4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2.bin"/><Relationship Id="rId11" Type="http://schemas.openxmlformats.org/officeDocument/2006/relationships/customXml" Target="../ink/ink9.xml"/><Relationship Id="rId5" Type="http://schemas.openxmlformats.org/officeDocument/2006/relationships/image" Target="../media/image43.emf"/><Relationship Id="rId10" Type="http://schemas.openxmlformats.org/officeDocument/2006/relationships/image" Target="../media/image47.png"/><Relationship Id="rId4" Type="http://schemas.openxmlformats.org/officeDocument/2006/relationships/oleObject" Target="../embeddings/oleObject21.bin"/><Relationship Id="rId9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emf"/><Relationship Id="rId4" Type="http://schemas.openxmlformats.org/officeDocument/2006/relationships/customXml" Target="../ink/ink1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0.png"/><Relationship Id="rId7" Type="http://schemas.openxmlformats.org/officeDocument/2006/relationships/image" Target="../media/image5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56.emf"/><Relationship Id="rId5" Type="http://schemas.openxmlformats.org/officeDocument/2006/relationships/image" Target="../media/image51.png"/><Relationship Id="rId10" Type="http://schemas.openxmlformats.org/officeDocument/2006/relationships/customXml" Target="../ink/ink11.xml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42709-251D-4188-B4FE-C75252576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2200" y="281499"/>
            <a:ext cx="7772400" cy="503802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100" dirty="0">
                <a:latin typeface="Arial" charset="0"/>
                <a:cs typeface="Arial" charset="0"/>
              </a:rPr>
              <a:t>LISTRIK STATIK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28EEC9-42B1-47DD-A680-0D7D84814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2600" y="838200"/>
            <a:ext cx="8610600" cy="5715000"/>
          </a:xfrm>
        </p:spPr>
        <p:txBody>
          <a:bodyPr/>
          <a:lstStyle/>
          <a:p>
            <a:pPr algn="l"/>
            <a:r>
              <a:rPr lang="en-US" altLang="en-US" b="1" dirty="0"/>
              <a:t>1.	Gaya Coulomb</a:t>
            </a:r>
            <a:endParaRPr lang="en-US" altLang="en-US" dirty="0"/>
          </a:p>
          <a:p>
            <a:pPr algn="l"/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6" name="Object 3">
                <a:extLst>
                  <a:ext uri="{FF2B5EF4-FFF2-40B4-BE49-F238E27FC236}">
                    <a16:creationId xmlns:a16="http://schemas.microsoft.com/office/drawing/2014/main" id="{404932DF-491C-49E6-93AB-EB8E5FC5A6B8}"/>
                  </a:ext>
                </a:extLst>
              </p:cNvPr>
              <p:cNvSpPr txBox="1"/>
              <p:nvPr/>
            </p:nvSpPr>
            <p:spPr bwMode="auto">
              <a:xfrm>
                <a:off x="2666999" y="1371599"/>
                <a:ext cx="4471219" cy="27137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nor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bahan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vakum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26" name="Object 3">
                <a:extLst>
                  <a:ext uri="{FF2B5EF4-FFF2-40B4-BE49-F238E27FC236}">
                    <a16:creationId xmlns:a16="http://schemas.microsoft.com/office/drawing/2014/main" id="{404932DF-491C-49E6-93AB-EB8E5FC5A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6999" y="1371599"/>
                <a:ext cx="4471219" cy="27137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5">
            <a:extLst>
              <a:ext uri="{FF2B5EF4-FFF2-40B4-BE49-F238E27FC236}">
                <a16:creationId xmlns:a16="http://schemas.microsoft.com/office/drawing/2014/main" id="{8AE96A1C-8FF8-4E1A-94FC-DD69998AD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510" y="4423901"/>
            <a:ext cx="693420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5000"/>
              </a:lnSpc>
            </a:pPr>
            <a:r>
              <a:rPr lang="en-US" alt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</a:t>
            </a:r>
          </a:p>
          <a:p>
            <a:pPr algn="just" eaLnBrk="1" hangingPunct="1">
              <a:lnSpc>
                <a:spcPct val="115000"/>
              </a:lnSpc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en-US" alt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,q</a:t>
            </a:r>
            <a:r>
              <a:rPr lang="en-US" alt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= </a:t>
            </a:r>
            <a:r>
              <a:rPr lang="en-US" alt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muatan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masing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alt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masing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partikel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(C)</a:t>
            </a:r>
          </a:p>
          <a:p>
            <a:pPr algn="just" eaLnBrk="1" hangingPunct="1">
              <a:lnSpc>
                <a:spcPct val="115000"/>
              </a:lnSpc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         = </a:t>
            </a:r>
            <a:r>
              <a:rPr lang="en-US" alt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jarak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pisah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muatan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(m)</a:t>
            </a:r>
          </a:p>
          <a:p>
            <a:pPr algn="just" eaLnBrk="1" hangingPunct="1">
              <a:lnSpc>
                <a:spcPct val="115000"/>
              </a:lnSpc>
              <a:spcAft>
                <a:spcPts val="1000"/>
              </a:spcAft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        = </a:t>
            </a:r>
            <a:r>
              <a:rPr lang="en-US" alt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tetapan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ruang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hampa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9.10</a:t>
            </a:r>
            <a:r>
              <a:rPr lang="en-US" altLang="en-US" sz="24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 m</a:t>
            </a:r>
            <a:r>
              <a:rPr lang="en-US" altLang="en-US" sz="24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/C</a:t>
            </a:r>
            <a:r>
              <a:rPr lang="en-US" altLang="en-US" sz="24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1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1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1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80"/>
                                        <p:tgtEl>
                                          <p:spTgt spid="1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80"/>
                                        <p:tgtEl>
                                          <p:spTgt spid="1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80"/>
                                        <p:tgtEl>
                                          <p:spTgt spid="1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3" dur="80"/>
                                        <p:tgtEl>
                                          <p:spTgt spid="10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4" dur="80"/>
                                        <p:tgtEl>
                                          <p:spTgt spid="10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80"/>
                                        <p:tgtEl>
                                          <p:spTgt spid="10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0" dur="80"/>
                                        <p:tgtEl>
                                          <p:spTgt spid="10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1" dur="80"/>
                                        <p:tgtEl>
                                          <p:spTgt spid="10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80"/>
                                        <p:tgtEl>
                                          <p:spTgt spid="10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0" descr="D:\handout\IMG-20200326-WA0039.jpg">
            <a:extLst>
              <a:ext uri="{FF2B5EF4-FFF2-40B4-BE49-F238E27FC236}">
                <a16:creationId xmlns:a16="http://schemas.microsoft.com/office/drawing/2014/main" id="{1F2A9081-EC82-4CF7-A80B-6FA8B181F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8BAF6C37-7BC7-47A1-95D0-66142BA10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sz="2200" dirty="0"/>
              <a:t>Dua </a:t>
            </a:r>
            <a:r>
              <a:rPr lang="en-US" altLang="en-US" sz="2200" dirty="0" err="1"/>
              <a:t>buah</a:t>
            </a:r>
            <a:r>
              <a:rPr lang="en-US" altLang="en-US" sz="2200" dirty="0"/>
              <a:t> bola </a:t>
            </a:r>
            <a:r>
              <a:rPr lang="en-US" altLang="en-US" sz="2200" dirty="0" err="1"/>
              <a:t>kecil</a:t>
            </a:r>
            <a:r>
              <a:rPr lang="en-US" altLang="en-US" sz="2200" dirty="0"/>
              <a:t> A </a:t>
            </a:r>
            <a:r>
              <a:rPr lang="en-US" altLang="en-US" sz="2200" dirty="0" err="1"/>
              <a:t>bermuatan</a:t>
            </a:r>
            <a:r>
              <a:rPr lang="en-US" altLang="en-US" sz="2200" dirty="0"/>
              <a:t> +25 </a:t>
            </a:r>
            <a:r>
              <a:rPr lang="el-GR" altLang="en-US" sz="2200" dirty="0"/>
              <a:t>μ</a:t>
            </a:r>
            <a:r>
              <a:rPr lang="en-US" altLang="en-US" sz="2200" dirty="0"/>
              <a:t>C dan B </a:t>
            </a:r>
            <a:r>
              <a:rPr lang="en-US" altLang="en-US" sz="2200" dirty="0" err="1"/>
              <a:t>bermuatan</a:t>
            </a:r>
            <a:r>
              <a:rPr lang="en-US" altLang="en-US" sz="2200" dirty="0"/>
              <a:t> – 16 </a:t>
            </a:r>
            <a:r>
              <a:rPr lang="el-GR" altLang="en-US" sz="2200" dirty="0"/>
              <a:t>μ</a:t>
            </a:r>
            <a:r>
              <a:rPr lang="en-US" altLang="en-US" sz="2200" dirty="0"/>
              <a:t>C </a:t>
            </a:r>
            <a:r>
              <a:rPr lang="en-US" altLang="en-US" sz="2200" dirty="0" err="1"/>
              <a:t>terpisah</a:t>
            </a:r>
            <a:r>
              <a:rPr lang="en-US" altLang="en-US" sz="2200" dirty="0"/>
              <a:t> pada </a:t>
            </a:r>
            <a:r>
              <a:rPr lang="en-US" altLang="en-US" sz="2200" dirty="0" err="1"/>
              <a:t>jarak</a:t>
            </a:r>
            <a:r>
              <a:rPr lang="en-US" altLang="en-US" sz="2200" dirty="0"/>
              <a:t> 20 </a:t>
            </a:r>
            <a:r>
              <a:rPr lang="en-US" altLang="en-US" sz="2200" dirty="0" err="1"/>
              <a:t>cm.Dimanakah</a:t>
            </a:r>
            <a:r>
              <a:rPr lang="en-US" altLang="en-US" sz="2200" dirty="0"/>
              <a:t> </a:t>
            </a:r>
            <a:r>
              <a:rPr lang="en-US" altLang="en-US" sz="2200" dirty="0" err="1"/>
              <a:t>muatan</a:t>
            </a:r>
            <a:r>
              <a:rPr lang="en-US" altLang="en-US" sz="2200" dirty="0"/>
              <a:t> </a:t>
            </a:r>
            <a:r>
              <a:rPr lang="en-US" altLang="en-US" sz="2200" dirty="0" err="1"/>
              <a:t>ketiga</a:t>
            </a:r>
            <a:r>
              <a:rPr lang="en-US" altLang="en-US" sz="2200" dirty="0"/>
              <a:t> (C) </a:t>
            </a:r>
            <a:r>
              <a:rPr lang="en-US" altLang="en-US" sz="2200" dirty="0" err="1"/>
              <a:t>harus</a:t>
            </a:r>
            <a:r>
              <a:rPr lang="en-US" altLang="en-US" sz="2200" dirty="0"/>
              <a:t> </a:t>
            </a:r>
            <a:r>
              <a:rPr lang="en-US" altLang="en-US" sz="2200" dirty="0" err="1"/>
              <a:t>diletakkan</a:t>
            </a:r>
            <a:r>
              <a:rPr lang="en-US" altLang="en-US" sz="2200" dirty="0"/>
              <a:t> agar </a:t>
            </a:r>
            <a:r>
              <a:rPr lang="en-US" altLang="en-US" sz="2200" dirty="0" err="1"/>
              <a:t>resultan</a:t>
            </a:r>
            <a:r>
              <a:rPr lang="en-US" altLang="en-US" sz="2200" dirty="0"/>
              <a:t> </a:t>
            </a:r>
            <a:r>
              <a:rPr lang="en-US" altLang="en-US" sz="2200" dirty="0" err="1"/>
              <a:t>gaya</a:t>
            </a:r>
            <a:r>
              <a:rPr lang="en-US" altLang="en-US" sz="2200" dirty="0"/>
              <a:t> yang </a:t>
            </a:r>
            <a:r>
              <a:rPr lang="en-US" altLang="en-US" sz="2200" dirty="0" err="1"/>
              <a:t>bekerja</a:t>
            </a:r>
            <a:r>
              <a:rPr lang="en-US" altLang="en-US" sz="2200" dirty="0"/>
              <a:t> </a:t>
            </a:r>
            <a:r>
              <a:rPr lang="en-US" altLang="en-US" sz="2200" dirty="0" err="1"/>
              <a:t>sama</a:t>
            </a:r>
            <a:r>
              <a:rPr lang="en-US" altLang="en-US" sz="2200" dirty="0"/>
              <a:t> </a:t>
            </a:r>
            <a:r>
              <a:rPr lang="en-US" altLang="en-US" sz="2200" dirty="0" err="1"/>
              <a:t>dengan</a:t>
            </a:r>
            <a:r>
              <a:rPr lang="en-US" altLang="en-US" sz="2200" dirty="0"/>
              <a:t> nol.</a:t>
            </a:r>
            <a:r>
              <a:rPr lang="en-US" altLang="en-US" sz="2400" dirty="0"/>
              <a:t>										</a:t>
            </a:r>
          </a:p>
          <a:p>
            <a:pPr marL="0" indent="0" algn="just">
              <a:buNone/>
            </a:pPr>
            <a:r>
              <a:rPr lang="en-US" altLang="en-US" sz="2400" dirty="0"/>
              <a:t>																	  F</a:t>
            </a:r>
            <a:r>
              <a:rPr lang="en-US" altLang="en-US" sz="2400" baseline="-25000" dirty="0"/>
              <a:t>CB		</a:t>
            </a:r>
            <a:r>
              <a:rPr lang="en-US" altLang="en-US" sz="2400" dirty="0"/>
              <a:t>    F</a:t>
            </a:r>
            <a:r>
              <a:rPr lang="en-US" altLang="en-US" sz="2400" baseline="-25000" dirty="0"/>
              <a:t>CA</a:t>
            </a:r>
          </a:p>
          <a:p>
            <a:pPr marL="0" indent="0" algn="just">
              <a:buNone/>
            </a:pPr>
            <a:r>
              <a:rPr lang="en-US" altLang="en-US" sz="2900" baseline="-25000" dirty="0"/>
              <a:t>		</a:t>
            </a:r>
            <a:r>
              <a:rPr lang="en-US" altLang="en-US" sz="2400" baseline="-25000" dirty="0"/>
              <a:t>                  </a:t>
            </a:r>
            <a:r>
              <a:rPr lang="en-US" altLang="en-US" sz="2400" b="1" baseline="-25000" dirty="0"/>
              <a:t>20 cm =0,2 m</a:t>
            </a:r>
            <a:r>
              <a:rPr lang="en-US" altLang="en-US" sz="2400" dirty="0"/>
              <a:t>									</a:t>
            </a:r>
          </a:p>
          <a:p>
            <a:pPr marL="0" indent="0" algn="just">
              <a:buNone/>
            </a:pPr>
            <a:r>
              <a:rPr lang="en-US" altLang="en-US" sz="2400" dirty="0"/>
              <a:t>															</a:t>
            </a:r>
            <a:r>
              <a:rPr lang="en-US" altLang="en-US" sz="2400" dirty="0" err="1"/>
              <a:t>r</a:t>
            </a:r>
            <a:r>
              <a:rPr lang="en-US" altLang="en-US" sz="2400" baseline="-25000" dirty="0" err="1"/>
              <a:t>BC</a:t>
            </a:r>
            <a:r>
              <a:rPr lang="en-US" altLang="en-US" sz="2400" dirty="0"/>
              <a:t> = x 		</a:t>
            </a:r>
          </a:p>
          <a:p>
            <a:pPr marL="0" indent="0">
              <a:buNone/>
            </a:pPr>
            <a:r>
              <a:rPr lang="en-US" altLang="en-US" sz="2400" dirty="0"/>
              <a:t>							      		</a:t>
            </a:r>
            <a:r>
              <a:rPr lang="en-US" altLang="en-US" sz="2400" dirty="0" err="1"/>
              <a:t>r</a:t>
            </a:r>
            <a:r>
              <a:rPr lang="en-US" altLang="en-US" sz="2400" baseline="-25000" dirty="0" err="1"/>
              <a:t>AC</a:t>
            </a:r>
            <a:r>
              <a:rPr lang="en-US" altLang="en-US" sz="2400" dirty="0"/>
              <a:t> = 0,2 + x</a:t>
            </a:r>
            <a:r>
              <a:rPr lang="en-US" altLang="en-US" sz="2400" b="1" dirty="0"/>
              <a:t>	</a:t>
            </a:r>
          </a:p>
          <a:p>
            <a:pPr marL="0" indent="0">
              <a:buNone/>
            </a:pPr>
            <a:endParaRPr lang="en-US" altLang="en-US" sz="2400" b="1" dirty="0"/>
          </a:p>
          <a:p>
            <a:pPr marL="0" indent="0">
              <a:buNone/>
            </a:pPr>
            <a:endParaRPr lang="en-US" altLang="en-US" sz="2400" b="1" dirty="0"/>
          </a:p>
          <a:p>
            <a:pPr marL="0" indent="0">
              <a:buNone/>
            </a:pPr>
            <a:r>
              <a:rPr lang="en-US" altLang="en-US" sz="2800" b="1" dirty="0"/>
              <a:t>										</a:t>
            </a:r>
          </a:p>
          <a:p>
            <a:pPr>
              <a:buNone/>
            </a:pPr>
            <a:endParaRPr lang="en-US" altLang="en-US" sz="2800" b="1" dirty="0"/>
          </a:p>
          <a:p>
            <a:pPr>
              <a:lnSpc>
                <a:spcPct val="170000"/>
              </a:lnSpc>
              <a:spcBef>
                <a:spcPts val="0"/>
              </a:spcBef>
              <a:buNone/>
            </a:pPr>
            <a:r>
              <a:rPr lang="en-US" altLang="en-US" sz="2800" b="1" dirty="0"/>
              <a:t>		</a:t>
            </a:r>
            <a:r>
              <a:rPr lang="en-US" altLang="en-US" sz="2800" dirty="0">
                <a:ea typeface="Calibri" panose="020F0502020204030204" pitchFamily="34" charset="0"/>
                <a:cs typeface="Arial" panose="020B0604020202020204" pitchFamily="34" charset="0"/>
              </a:rPr>
              <a:t>5 x = 0,8 + 4 x					x = 0,8 m = 80 cm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en-US" sz="2800" dirty="0" err="1">
                <a:ea typeface="Calibri" panose="020F0502020204030204" pitchFamily="34" charset="0"/>
                <a:cs typeface="Arial" panose="020B0604020202020204" pitchFamily="34" charset="0"/>
              </a:rPr>
              <a:t>Jadi</a:t>
            </a:r>
            <a:r>
              <a:rPr lang="en-US" altLang="en-US" sz="2800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ea typeface="Calibri" panose="020F0502020204030204" pitchFamily="34" charset="0"/>
                <a:cs typeface="Arial" panose="020B0604020202020204" pitchFamily="34" charset="0"/>
              </a:rPr>
              <a:t>muatan</a:t>
            </a:r>
            <a:r>
              <a:rPr lang="en-US" altLang="en-US" sz="2800" dirty="0">
                <a:ea typeface="Calibri" panose="020F0502020204030204" pitchFamily="34" charset="0"/>
                <a:cs typeface="Arial" panose="020B0604020202020204" pitchFamily="34" charset="0"/>
              </a:rPr>
              <a:t> C </a:t>
            </a:r>
            <a:r>
              <a:rPr lang="en-US" altLang="en-US" sz="2800" dirty="0" err="1">
                <a:ea typeface="Calibri" panose="020F0502020204030204" pitchFamily="34" charset="0"/>
                <a:cs typeface="Arial" panose="020B0604020202020204" pitchFamily="34" charset="0"/>
              </a:rPr>
              <a:t>berjarak</a:t>
            </a:r>
            <a:r>
              <a:rPr lang="en-US" altLang="en-US" sz="2800" dirty="0">
                <a:ea typeface="Calibri" panose="020F0502020204030204" pitchFamily="34" charset="0"/>
                <a:cs typeface="Arial" panose="020B0604020202020204" pitchFamily="34" charset="0"/>
              </a:rPr>
              <a:t> 80 cm </a:t>
            </a:r>
            <a:r>
              <a:rPr lang="en-US" altLang="en-US" sz="2800" dirty="0" err="1">
                <a:ea typeface="Calibri" panose="020F0502020204030204" pitchFamily="34" charset="0"/>
                <a:cs typeface="Arial" panose="020B0604020202020204" pitchFamily="34" charset="0"/>
              </a:rPr>
              <a:t>dari</a:t>
            </a:r>
            <a:r>
              <a:rPr lang="en-US" altLang="en-US" sz="2800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ea typeface="Calibri" panose="020F0502020204030204" pitchFamily="34" charset="0"/>
                <a:cs typeface="Arial" panose="020B0604020202020204" pitchFamily="34" charset="0"/>
              </a:rPr>
              <a:t>muatan</a:t>
            </a:r>
            <a:r>
              <a:rPr lang="en-US" altLang="en-US" sz="2800" dirty="0">
                <a:ea typeface="Calibri" panose="020F0502020204030204" pitchFamily="34" charset="0"/>
                <a:cs typeface="Arial" panose="020B0604020202020204" pitchFamily="34" charset="0"/>
              </a:rPr>
              <a:t> B</a:t>
            </a:r>
          </a:p>
          <a:p>
            <a:pPr marL="0" indent="0" algn="just">
              <a:buNone/>
            </a:pPr>
            <a:endParaRPr lang="en-US" altLang="en-US" sz="2800" b="1" baseline="-25000" dirty="0"/>
          </a:p>
          <a:p>
            <a:pPr marL="0" indent="0" algn="just">
              <a:buNone/>
            </a:pPr>
            <a:endParaRPr lang="en-US" altLang="en-US" sz="2800" b="1" baseline="-25000" dirty="0"/>
          </a:p>
          <a:p>
            <a:pPr marL="0" indent="0" algn="just">
              <a:buNone/>
            </a:pPr>
            <a:endParaRPr lang="en-US" altLang="en-US" sz="2800" b="1" baseline="-25000" dirty="0"/>
          </a:p>
          <a:p>
            <a:pPr marL="0" indent="0" algn="just">
              <a:buNone/>
            </a:pPr>
            <a:endParaRPr lang="en-US" altLang="en-US" dirty="0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8BF10BCB-2CE4-4231-A2A9-86CCE7D5FB3D}"/>
              </a:ext>
            </a:extLst>
          </p:cNvPr>
          <p:cNvSpPr/>
          <p:nvPr/>
        </p:nvSpPr>
        <p:spPr>
          <a:xfrm>
            <a:off x="286979" y="1280651"/>
            <a:ext cx="609600" cy="609600"/>
          </a:xfrm>
          <a:prstGeom prst="flowChartConnec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A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86285C3E-744E-4E44-BC1B-372F02FFD604}"/>
              </a:ext>
            </a:extLst>
          </p:cNvPr>
          <p:cNvSpPr/>
          <p:nvPr/>
        </p:nvSpPr>
        <p:spPr>
          <a:xfrm>
            <a:off x="5548442" y="1205023"/>
            <a:ext cx="609600" cy="609600"/>
          </a:xfrm>
          <a:prstGeom prst="flowChartConnector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B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3F67F0C0-D78E-41F3-8E1C-6DDAFB586B99}"/>
              </a:ext>
            </a:extLst>
          </p:cNvPr>
          <p:cNvSpPr/>
          <p:nvPr/>
        </p:nvSpPr>
        <p:spPr>
          <a:xfrm>
            <a:off x="8701849" y="1279063"/>
            <a:ext cx="609600" cy="6096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C</a:t>
            </a:r>
          </a:p>
        </p:txBody>
      </p:sp>
      <p:sp>
        <p:nvSpPr>
          <p:cNvPr id="16391" name="TextBox 6">
            <a:extLst>
              <a:ext uri="{FF2B5EF4-FFF2-40B4-BE49-F238E27FC236}">
                <a16:creationId xmlns:a16="http://schemas.microsoft.com/office/drawing/2014/main" id="{53CF9DB0-E26B-4CA4-A69F-4E48ACD26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569" y="1013326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+25</a:t>
            </a:r>
            <a:r>
              <a:rPr lang="el-GR" altLang="en-US" dirty="0">
                <a:latin typeface="Calibri" panose="020F0502020204030204" pitchFamily="34" charset="0"/>
              </a:rPr>
              <a:t>μ</a:t>
            </a:r>
            <a:r>
              <a:rPr lang="en-US" altLang="en-US" dirty="0">
                <a:latin typeface="Calibri" panose="020F0502020204030204" pitchFamily="34" charset="0"/>
              </a:rPr>
              <a:t>C</a:t>
            </a:r>
          </a:p>
        </p:txBody>
      </p:sp>
      <p:sp>
        <p:nvSpPr>
          <p:cNvPr id="16392" name="TextBox 7">
            <a:extLst>
              <a:ext uri="{FF2B5EF4-FFF2-40B4-BE49-F238E27FC236}">
                <a16:creationId xmlns:a16="http://schemas.microsoft.com/office/drawing/2014/main" id="{E520E3AF-9A31-419F-A851-CE5482D04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2633" y="876307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– 16 </a:t>
            </a:r>
            <a:r>
              <a:rPr lang="el-GR" altLang="en-US" dirty="0">
                <a:latin typeface="Calibri" panose="020F0502020204030204" pitchFamily="34" charset="0"/>
              </a:rPr>
              <a:t>μ</a:t>
            </a:r>
            <a:r>
              <a:rPr lang="en-US" altLang="en-US" dirty="0">
                <a:latin typeface="Calibri" panose="020F0502020204030204" pitchFamily="34" charset="0"/>
              </a:rPr>
              <a:t>C </a:t>
            </a:r>
          </a:p>
        </p:txBody>
      </p:sp>
      <p:sp>
        <p:nvSpPr>
          <p:cNvPr id="16393" name="TextBox 8">
            <a:extLst>
              <a:ext uri="{FF2B5EF4-FFF2-40B4-BE49-F238E27FC236}">
                <a16:creationId xmlns:a16="http://schemas.microsoft.com/office/drawing/2014/main" id="{F335C27E-5F2E-4CCC-BF92-1384EA2FC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3535" y="927498"/>
            <a:ext cx="28021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+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CE73AE-3967-4452-84C7-5EE738BA7A1F}"/>
              </a:ext>
            </a:extLst>
          </p:cNvPr>
          <p:cNvCxnSpPr/>
          <p:nvPr/>
        </p:nvCxnSpPr>
        <p:spPr>
          <a:xfrm>
            <a:off x="9291491" y="1589649"/>
            <a:ext cx="990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CCD93B-6154-46FC-8E6D-3CB337315263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7846735" y="1583863"/>
            <a:ext cx="85511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ight Brace 14">
            <a:extLst>
              <a:ext uri="{FF2B5EF4-FFF2-40B4-BE49-F238E27FC236}">
                <a16:creationId xmlns:a16="http://schemas.microsoft.com/office/drawing/2014/main" id="{2D7E76DB-CE76-462E-9BF3-74FA7495FC9C}"/>
              </a:ext>
            </a:extLst>
          </p:cNvPr>
          <p:cNvSpPr/>
          <p:nvPr/>
        </p:nvSpPr>
        <p:spPr>
          <a:xfrm rot="5400000">
            <a:off x="3115459" y="-549946"/>
            <a:ext cx="256525" cy="510478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333C1AD2-EF6F-4ACA-A121-4E5D5E2EB4EA}"/>
              </a:ext>
            </a:extLst>
          </p:cNvPr>
          <p:cNvSpPr/>
          <p:nvPr/>
        </p:nvSpPr>
        <p:spPr>
          <a:xfrm rot="16200000" flipH="1">
            <a:off x="7378806" y="543540"/>
            <a:ext cx="135932" cy="31538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0000"/>
              </a:solidFill>
            </a:endParaRPr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D5430E4A-D7CD-4035-BEAA-D15725B253DB}"/>
              </a:ext>
            </a:extLst>
          </p:cNvPr>
          <p:cNvSpPr/>
          <p:nvPr/>
        </p:nvSpPr>
        <p:spPr>
          <a:xfrm>
            <a:off x="3305188" y="1285072"/>
            <a:ext cx="609600" cy="609600"/>
          </a:xfrm>
          <a:prstGeom prst="flowChartConnec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C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7CAFDCD-4C5B-4655-88F7-76EECDE9873E}"/>
              </a:ext>
            </a:extLst>
          </p:cNvPr>
          <p:cNvCxnSpPr>
            <a:cxnSpLocks/>
          </p:cNvCxnSpPr>
          <p:nvPr/>
        </p:nvCxnSpPr>
        <p:spPr>
          <a:xfrm>
            <a:off x="3927345" y="1582275"/>
            <a:ext cx="612540" cy="81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9945163-38A7-4353-BE78-6B0586FCC403}"/>
              </a:ext>
            </a:extLst>
          </p:cNvPr>
          <p:cNvCxnSpPr/>
          <p:nvPr/>
        </p:nvCxnSpPr>
        <p:spPr>
          <a:xfrm>
            <a:off x="3914788" y="1458380"/>
            <a:ext cx="990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86" name="Multiplication Sign 16385">
            <a:extLst>
              <a:ext uri="{FF2B5EF4-FFF2-40B4-BE49-F238E27FC236}">
                <a16:creationId xmlns:a16="http://schemas.microsoft.com/office/drawing/2014/main" id="{7AB4FD72-B952-4B63-9193-C40FDDA1BA0F}"/>
              </a:ext>
            </a:extLst>
          </p:cNvPr>
          <p:cNvSpPr/>
          <p:nvPr/>
        </p:nvSpPr>
        <p:spPr>
          <a:xfrm>
            <a:off x="3052915" y="962579"/>
            <a:ext cx="1530735" cy="119513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ight Brace 47">
            <a:extLst>
              <a:ext uri="{FF2B5EF4-FFF2-40B4-BE49-F238E27FC236}">
                <a16:creationId xmlns:a16="http://schemas.microsoft.com/office/drawing/2014/main" id="{E404C850-3B7E-4073-BF8C-985D37707C1D}"/>
              </a:ext>
            </a:extLst>
          </p:cNvPr>
          <p:cNvSpPr/>
          <p:nvPr/>
        </p:nvSpPr>
        <p:spPr>
          <a:xfrm rot="5400000">
            <a:off x="4787915" y="-1708903"/>
            <a:ext cx="216510" cy="867758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TextBox 6">
            <a:extLst>
              <a:ext uri="{FF2B5EF4-FFF2-40B4-BE49-F238E27FC236}">
                <a16:creationId xmlns:a16="http://schemas.microsoft.com/office/drawing/2014/main" id="{1A5146C2-E954-4B36-B636-3700D7CC8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4918" y="1563328"/>
            <a:ext cx="4882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F</a:t>
            </a:r>
            <a:r>
              <a:rPr lang="en-US" altLang="en-US" baseline="-25000" dirty="0">
                <a:latin typeface="Calibri" panose="020F0502020204030204" pitchFamily="34" charset="0"/>
              </a:rPr>
              <a:t>CA</a:t>
            </a:r>
          </a:p>
        </p:txBody>
      </p:sp>
      <p:sp>
        <p:nvSpPr>
          <p:cNvPr id="50" name="TextBox 6">
            <a:extLst>
              <a:ext uri="{FF2B5EF4-FFF2-40B4-BE49-F238E27FC236}">
                <a16:creationId xmlns:a16="http://schemas.microsoft.com/office/drawing/2014/main" id="{984619DB-B594-4727-ABAE-25407194E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6591" y="1140491"/>
            <a:ext cx="6066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F</a:t>
            </a:r>
            <a:r>
              <a:rPr lang="en-US" altLang="en-US" baseline="-25000" dirty="0">
                <a:latin typeface="Calibri" panose="020F0502020204030204" pitchFamily="34" charset="0"/>
              </a:rPr>
              <a:t>CB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94" name="Speech Bubble: Rectangle with Corners Rounded 16393">
                <a:extLst>
                  <a:ext uri="{FF2B5EF4-FFF2-40B4-BE49-F238E27FC236}">
                    <a16:creationId xmlns:a16="http://schemas.microsoft.com/office/drawing/2014/main" id="{BE1F3A0C-95BD-4810-9108-A82E76E641C2}"/>
                  </a:ext>
                </a:extLst>
              </p:cNvPr>
              <p:cNvSpPr/>
              <p:nvPr/>
            </p:nvSpPr>
            <p:spPr>
              <a:xfrm>
                <a:off x="398367" y="3230249"/>
                <a:ext cx="2441085" cy="1590443"/>
              </a:xfrm>
              <a:prstGeom prst="wedgeRoundRectCallou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70000"/>
                  </a:lnSpc>
                  <a:spcBef>
                    <a:spcPts val="0"/>
                  </a:spcBef>
                  <a:buNone/>
                </a:pPr>
                <a:r>
                  <a:rPr lang="en-US" altLang="en-US" b="1" dirty="0">
                    <a:solidFill>
                      <a:sysClr val="windowText" lastClr="000000"/>
                    </a:solidFill>
                  </a:rPr>
                  <a:t>F</a:t>
                </a:r>
                <a:r>
                  <a:rPr lang="en-US" altLang="en-US" b="1" baseline="-25000" dirty="0">
                    <a:solidFill>
                      <a:sysClr val="windowText" lastClr="000000"/>
                    </a:solidFill>
                  </a:rPr>
                  <a:t>CA</a:t>
                </a:r>
                <a:r>
                  <a:rPr lang="en-US" altLang="en-US" b="1" dirty="0">
                    <a:solidFill>
                      <a:sysClr val="windowText" lastClr="000000"/>
                    </a:solidFill>
                  </a:rPr>
                  <a:t> = F</a:t>
                </a:r>
                <a:r>
                  <a:rPr lang="en-US" altLang="en-US" b="1" baseline="-25000" dirty="0">
                    <a:solidFill>
                      <a:sysClr val="windowText" lastClr="000000"/>
                    </a:solidFill>
                  </a:rPr>
                  <a:t>CB</a:t>
                </a:r>
                <a:r>
                  <a:rPr lang="en-US" dirty="0">
                    <a:solidFill>
                      <a:sysClr val="windowText" lastClr="000000"/>
                    </a:solidFill>
                  </a:rPr>
                  <a:t> </a:t>
                </a:r>
              </a:p>
              <a:p>
                <a:pPr>
                  <a:lnSpc>
                    <a:spcPct val="17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AC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BC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70000"/>
                  </a:lnSpc>
                  <a:spcBef>
                    <a:spcPts val="0"/>
                  </a:spcBef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6394" name="Speech Bubble: Rectangle with Corners Rounded 16393">
                <a:extLst>
                  <a:ext uri="{FF2B5EF4-FFF2-40B4-BE49-F238E27FC236}">
                    <a16:creationId xmlns:a16="http://schemas.microsoft.com/office/drawing/2014/main" id="{BE1F3A0C-95BD-4810-9108-A82E76E641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367" y="3230249"/>
                <a:ext cx="2441085" cy="1590443"/>
              </a:xfrm>
              <a:prstGeom prst="wedgeRoundRectCallout">
                <a:avLst/>
              </a:prstGeom>
              <a:blipFill>
                <a:blip r:embed="rId3"/>
                <a:stretch>
                  <a:fillRect t="-26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396" name="Straight Connector 16395">
            <a:extLst>
              <a:ext uri="{FF2B5EF4-FFF2-40B4-BE49-F238E27FC236}">
                <a16:creationId xmlns:a16="http://schemas.microsoft.com/office/drawing/2014/main" id="{8AF6BDE0-031F-4175-A80C-0B7C7233E55C}"/>
              </a:ext>
            </a:extLst>
          </p:cNvPr>
          <p:cNvCxnSpPr/>
          <p:nvPr/>
        </p:nvCxnSpPr>
        <p:spPr>
          <a:xfrm flipV="1">
            <a:off x="591779" y="3910268"/>
            <a:ext cx="442937" cy="4090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D5600C3-A37E-47F4-99A6-104CF6CCF85A}"/>
              </a:ext>
            </a:extLst>
          </p:cNvPr>
          <p:cNvCxnSpPr/>
          <p:nvPr/>
        </p:nvCxnSpPr>
        <p:spPr>
          <a:xfrm flipV="1">
            <a:off x="1586400" y="3954369"/>
            <a:ext cx="442937" cy="4090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398" name="Speech Bubble: Rectangle with Corners Rounded 16397">
                <a:extLst>
                  <a:ext uri="{FF2B5EF4-FFF2-40B4-BE49-F238E27FC236}">
                    <a16:creationId xmlns:a16="http://schemas.microsoft.com/office/drawing/2014/main" id="{CC01A730-25F0-49A0-8A08-D6CAB117B2B5}"/>
                  </a:ext>
                </a:extLst>
              </p:cNvPr>
              <p:cNvSpPr/>
              <p:nvPr/>
            </p:nvSpPr>
            <p:spPr>
              <a:xfrm>
                <a:off x="3734311" y="3282567"/>
                <a:ext cx="2634916" cy="1735833"/>
              </a:xfrm>
              <a:prstGeom prst="wedgeRoundRectCallou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7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AC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BC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en-US" b="1" dirty="0"/>
              </a:p>
              <a:p>
                <a:pPr>
                  <a:lnSpc>
                    <a:spcPct val="17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25.1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0,2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16.1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398" name="Speech Bubble: Rectangle with Corners Rounded 16397">
                <a:extLst>
                  <a:ext uri="{FF2B5EF4-FFF2-40B4-BE49-F238E27FC236}">
                    <a16:creationId xmlns:a16="http://schemas.microsoft.com/office/drawing/2014/main" id="{CC01A730-25F0-49A0-8A08-D6CAB117B2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4311" y="3282567"/>
                <a:ext cx="2634916" cy="1735833"/>
              </a:xfrm>
              <a:prstGeom prst="wedgeRoundRectCallou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9" name="Speech Bubble: Rectangle with Corners Rounded 16398">
                <a:extLst>
                  <a:ext uri="{FF2B5EF4-FFF2-40B4-BE49-F238E27FC236}">
                    <a16:creationId xmlns:a16="http://schemas.microsoft.com/office/drawing/2014/main" id="{3097C22F-3A0E-4AB5-9D90-7F73428582CD}"/>
                  </a:ext>
                </a:extLst>
              </p:cNvPr>
              <p:cNvSpPr/>
              <p:nvPr/>
            </p:nvSpPr>
            <p:spPr>
              <a:xfrm>
                <a:off x="7110658" y="3282567"/>
                <a:ext cx="2992880" cy="1991570"/>
              </a:xfrm>
              <a:prstGeom prst="wedgeRoundRectCallout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7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en-US" b="1" i="1" baseline="-2500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0,2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en-US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US" altLang="en-US" b="1" dirty="0"/>
              </a:p>
              <a:p>
                <a:pPr>
                  <a:lnSpc>
                    <a:spcPct val="17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0,2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399" name="Speech Bubble: Rectangle with Corners Rounded 16398">
                <a:extLst>
                  <a:ext uri="{FF2B5EF4-FFF2-40B4-BE49-F238E27FC236}">
                    <a16:creationId xmlns:a16="http://schemas.microsoft.com/office/drawing/2014/main" id="{3097C22F-3A0E-4AB5-9D90-7F73428582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0658" y="3282567"/>
                <a:ext cx="2992880" cy="1991570"/>
              </a:xfrm>
              <a:prstGeom prst="wedgeRoundRectCallou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402" name="Straight Connector 16401">
            <a:extLst>
              <a:ext uri="{FF2B5EF4-FFF2-40B4-BE49-F238E27FC236}">
                <a16:creationId xmlns:a16="http://schemas.microsoft.com/office/drawing/2014/main" id="{052C9B33-75AC-4329-870B-64245E8FCDDD}"/>
              </a:ext>
            </a:extLst>
          </p:cNvPr>
          <p:cNvCxnSpPr/>
          <p:nvPr/>
        </p:nvCxnSpPr>
        <p:spPr>
          <a:xfrm flipV="1">
            <a:off x="4410088" y="4363442"/>
            <a:ext cx="543065" cy="292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957E2AE-D47F-4200-98E2-EED200D20175}"/>
              </a:ext>
            </a:extLst>
          </p:cNvPr>
          <p:cNvCxnSpPr/>
          <p:nvPr/>
        </p:nvCxnSpPr>
        <p:spPr>
          <a:xfrm flipV="1">
            <a:off x="5508969" y="4415572"/>
            <a:ext cx="543065" cy="292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19FD18E-80CC-44A8-B7AA-B2C7025A7189}"/>
              </a:ext>
            </a:extLst>
          </p:cNvPr>
          <p:cNvCxnSpPr/>
          <p:nvPr/>
        </p:nvCxnSpPr>
        <p:spPr>
          <a:xfrm flipV="1">
            <a:off x="2114826" y="3858131"/>
            <a:ext cx="442937" cy="4090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98D8225-A5C5-4AD8-9AC4-E407F5ACCCA2}"/>
              </a:ext>
            </a:extLst>
          </p:cNvPr>
          <p:cNvCxnSpPr/>
          <p:nvPr/>
        </p:nvCxnSpPr>
        <p:spPr>
          <a:xfrm flipV="1">
            <a:off x="744179" y="4062668"/>
            <a:ext cx="442937" cy="4090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6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6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6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6391" grpId="0"/>
      <p:bldP spid="16392" grpId="0"/>
      <p:bldP spid="16393" grpId="0"/>
      <p:bldP spid="15" grpId="0" animBg="1"/>
      <p:bldP spid="16" grpId="0" animBg="1"/>
      <p:bldP spid="37" grpId="0" animBg="1"/>
      <p:bldP spid="16386" grpId="0" animBg="1"/>
      <p:bldP spid="48" grpId="0" animBg="1"/>
      <p:bldP spid="49" grpId="0"/>
      <p:bldP spid="50" grpId="0"/>
      <p:bldP spid="16394" grpId="0" animBg="1"/>
      <p:bldP spid="16398" grpId="0" animBg="1"/>
      <p:bldP spid="1639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D:\handout\IMG-20200326-WA0039.jpg">
            <a:extLst>
              <a:ext uri="{FF2B5EF4-FFF2-40B4-BE49-F238E27FC236}">
                <a16:creationId xmlns:a16="http://schemas.microsoft.com/office/drawing/2014/main" id="{A7CCA106-C9E0-4ABC-BDAF-95D6420D6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DAADDD-2786-42DA-BBF5-493D5CE07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60763"/>
          </a:xfrm>
        </p:spPr>
        <p:txBody>
          <a:bodyPr>
            <a:normAutofit fontScale="90000"/>
          </a:bodyPr>
          <a:lstStyle/>
          <a:p>
            <a:r>
              <a:rPr lang="en-US" sz="2800" b="1" dirty="0" err="1">
                <a:solidFill>
                  <a:srgbClr val="FF0000"/>
                </a:solidFill>
              </a:rPr>
              <a:t>Suatu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segitiga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sama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sisi</a:t>
            </a:r>
            <a:r>
              <a:rPr lang="en-US" sz="2800" b="1" dirty="0">
                <a:solidFill>
                  <a:srgbClr val="FF0000"/>
                </a:solidFill>
              </a:rPr>
              <a:t> ABC </a:t>
            </a:r>
            <a:r>
              <a:rPr lang="en-US" sz="2800" b="1" dirty="0" err="1">
                <a:solidFill>
                  <a:srgbClr val="FF0000"/>
                </a:solidFill>
              </a:rPr>
              <a:t>dengan</a:t>
            </a:r>
            <a:r>
              <a:rPr lang="en-US" sz="2800" b="1" dirty="0">
                <a:solidFill>
                  <a:srgbClr val="FF0000"/>
                </a:solidFill>
              </a:rPr>
              <a:t> Panjang </a:t>
            </a:r>
            <a:r>
              <a:rPr lang="en-US" sz="2800" b="1" dirty="0" err="1">
                <a:solidFill>
                  <a:srgbClr val="FF0000"/>
                </a:solidFill>
              </a:rPr>
              <a:t>sisi</a:t>
            </a:r>
            <a:r>
              <a:rPr lang="en-US" sz="2800" b="1" dirty="0">
                <a:solidFill>
                  <a:srgbClr val="FF0000"/>
                </a:solidFill>
              </a:rPr>
              <a:t> 10 cm </a:t>
            </a:r>
            <a:r>
              <a:rPr lang="en-US" sz="2800" b="1" dirty="0" err="1">
                <a:solidFill>
                  <a:srgbClr val="FF0000"/>
                </a:solidFill>
              </a:rPr>
              <a:t>berada</a:t>
            </a:r>
            <a:r>
              <a:rPr lang="en-US" sz="2800" b="1" dirty="0">
                <a:solidFill>
                  <a:srgbClr val="FF0000"/>
                </a:solidFill>
              </a:rPr>
              <a:t> di </a:t>
            </a:r>
            <a:r>
              <a:rPr lang="en-US" sz="2800" b="1" dirty="0" err="1">
                <a:solidFill>
                  <a:srgbClr val="FF0000"/>
                </a:solidFill>
              </a:rPr>
              <a:t>udara.Pada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titik</a:t>
            </a:r>
            <a:r>
              <a:rPr lang="en-US" sz="2800" b="1" dirty="0">
                <a:solidFill>
                  <a:srgbClr val="FF0000"/>
                </a:solidFill>
              </a:rPr>
              <a:t> – </a:t>
            </a:r>
            <a:r>
              <a:rPr lang="en-US" sz="2800" b="1" dirty="0" err="1">
                <a:solidFill>
                  <a:srgbClr val="FF0000"/>
                </a:solidFill>
              </a:rPr>
              <a:t>titik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sudut</a:t>
            </a:r>
            <a:r>
              <a:rPr lang="en-US" sz="2800" b="1" dirty="0">
                <a:solidFill>
                  <a:srgbClr val="FF0000"/>
                </a:solidFill>
              </a:rPr>
              <a:t> A,B dan C </a:t>
            </a:r>
            <a:r>
              <a:rPr lang="en-US" sz="2800" b="1" dirty="0" err="1">
                <a:solidFill>
                  <a:srgbClr val="FF0000"/>
                </a:solidFill>
              </a:rPr>
              <a:t>terdapat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muatan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berturut</a:t>
            </a:r>
            <a:r>
              <a:rPr lang="en-US" sz="2800" b="1" dirty="0">
                <a:solidFill>
                  <a:srgbClr val="FF0000"/>
                </a:solidFill>
              </a:rPr>
              <a:t> – </a:t>
            </a:r>
            <a:r>
              <a:rPr lang="en-US" sz="2800" b="1" dirty="0" err="1">
                <a:solidFill>
                  <a:srgbClr val="FF0000"/>
                </a:solidFill>
              </a:rPr>
              <a:t>turut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listrik</a:t>
            </a:r>
            <a:r>
              <a:rPr lang="en-US" sz="2800" b="1" dirty="0">
                <a:solidFill>
                  <a:srgbClr val="FF0000"/>
                </a:solidFill>
              </a:rPr>
              <a:t> – 2</a:t>
            </a:r>
            <a:r>
              <a:rPr 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C,</a:t>
            </a:r>
            <a:r>
              <a:rPr lang="en-US" sz="2800" b="1" dirty="0">
                <a:solidFill>
                  <a:srgbClr val="FF0000"/>
                </a:solidFill>
              </a:rPr>
              <a:t> +2</a:t>
            </a:r>
            <a:r>
              <a:rPr 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C dan + 3C. </a:t>
            </a:r>
            <a:r>
              <a:rPr lang="en-US" sz="2800" b="1" dirty="0" err="1">
                <a:solidFill>
                  <a:srgbClr val="FF0000"/>
                </a:solidFill>
                <a:sym typeface="Symbol" panose="05050102010706020507" pitchFamily="18" charset="2"/>
              </a:rPr>
              <a:t>Tentukan</a:t>
            </a:r>
            <a:r>
              <a:rPr 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sym typeface="Symbol" panose="05050102010706020507" pitchFamily="18" charset="2"/>
              </a:rPr>
              <a:t>besar</a:t>
            </a:r>
            <a:r>
              <a:rPr 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sym typeface="Symbol" panose="05050102010706020507" pitchFamily="18" charset="2"/>
              </a:rPr>
              <a:t>gaya</a:t>
            </a:r>
            <a:r>
              <a:rPr 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 coulomb pada </a:t>
            </a:r>
            <a:r>
              <a:rPr lang="en-US" sz="2800" b="1" dirty="0" err="1">
                <a:solidFill>
                  <a:srgbClr val="FF0000"/>
                </a:solidFill>
                <a:sym typeface="Symbol" panose="05050102010706020507" pitchFamily="18" charset="2"/>
              </a:rPr>
              <a:t>titik</a:t>
            </a:r>
            <a:r>
              <a:rPr 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 C.</a:t>
            </a:r>
            <a:endParaRPr lang="en-US" sz="28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7A3C4B-EA70-4F87-9B21-98ED4AA23A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260764"/>
                <a:ext cx="12192000" cy="559723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Diketahui 	s = 10 cm = 0, 1 m = 10</a:t>
                </a:r>
                <a:r>
                  <a:rPr lang="en-US" baseline="30000" dirty="0"/>
                  <a:t>–1</a:t>
                </a:r>
                <a:r>
                  <a:rPr lang="en-US" dirty="0"/>
                  <a:t> m</a:t>
                </a:r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:r>
                  <a:rPr lang="en-US" dirty="0" err="1"/>
                  <a:t>q</a:t>
                </a:r>
                <a:r>
                  <a:rPr lang="en-US" baseline="-25000" dirty="0" err="1"/>
                  <a:t>A</a:t>
                </a:r>
                <a:r>
                  <a:rPr lang="en-US" dirty="0"/>
                  <a:t> = – 2</a:t>
                </a:r>
                <a:r>
                  <a:rPr lang="en-US" dirty="0">
                    <a:sym typeface="Symbol" panose="05050102010706020507" pitchFamily="18" charset="2"/>
                  </a:rPr>
                  <a:t>C = </a:t>
                </a:r>
                <a:r>
                  <a:rPr lang="en-US" dirty="0"/>
                  <a:t>– 2. 10</a:t>
                </a:r>
                <a:r>
                  <a:rPr lang="en-US" baseline="30000" dirty="0"/>
                  <a:t>–6</a:t>
                </a:r>
                <a:r>
                  <a:rPr lang="en-US" dirty="0"/>
                  <a:t> </a:t>
                </a:r>
                <a:r>
                  <a:rPr lang="en-US" dirty="0">
                    <a:sym typeface="Symbol" panose="05050102010706020507" pitchFamily="18" charset="2"/>
                  </a:rPr>
                  <a:t>C 		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:r>
                  <a:rPr lang="en-US" dirty="0" err="1"/>
                  <a:t>q</a:t>
                </a:r>
                <a:r>
                  <a:rPr lang="en-US" baseline="-25000" dirty="0" err="1"/>
                  <a:t>B</a:t>
                </a:r>
                <a:r>
                  <a:rPr lang="en-US" dirty="0"/>
                  <a:t> = + 2</a:t>
                </a:r>
                <a:r>
                  <a:rPr lang="en-US" dirty="0">
                    <a:sym typeface="Symbol" panose="05050102010706020507" pitchFamily="18" charset="2"/>
                  </a:rPr>
                  <a:t>C = + </a:t>
                </a:r>
                <a:r>
                  <a:rPr lang="en-US" dirty="0"/>
                  <a:t> 2. 10</a:t>
                </a:r>
                <a:r>
                  <a:rPr lang="en-US" baseline="30000" dirty="0"/>
                  <a:t>–6</a:t>
                </a:r>
                <a:r>
                  <a:rPr lang="en-US" dirty="0"/>
                  <a:t> </a:t>
                </a:r>
                <a:r>
                  <a:rPr lang="en-US" dirty="0">
                    <a:sym typeface="Symbol" panose="05050102010706020507" pitchFamily="18" charset="2"/>
                  </a:rPr>
                  <a:t>C 		</a:t>
                </a:r>
                <a:r>
                  <a:rPr lang="en-US" dirty="0"/>
                  <a:t> </a:t>
                </a:r>
                <a:r>
                  <a:rPr lang="en-US" dirty="0" err="1"/>
                  <a:t>q</a:t>
                </a:r>
                <a:r>
                  <a:rPr lang="en-US" baseline="-25000" dirty="0" err="1"/>
                  <a:t>C</a:t>
                </a:r>
                <a:r>
                  <a:rPr lang="en-US" dirty="0"/>
                  <a:t> = + 3</a:t>
                </a:r>
                <a:r>
                  <a:rPr lang="en-US" dirty="0">
                    <a:sym typeface="Symbol" panose="05050102010706020507" pitchFamily="18" charset="2"/>
                  </a:rPr>
                  <a:t>C = +3</a:t>
                </a:r>
                <a:r>
                  <a:rPr lang="en-US" dirty="0"/>
                  <a:t>. 10</a:t>
                </a:r>
                <a:r>
                  <a:rPr lang="en-US" baseline="30000" dirty="0"/>
                  <a:t>–6</a:t>
                </a:r>
                <a:r>
                  <a:rPr lang="en-US" dirty="0"/>
                  <a:t> </a:t>
                </a:r>
                <a:r>
                  <a:rPr lang="en-US" dirty="0">
                    <a:sym typeface="Symbol" panose="05050102010706020507" pitchFamily="18" charset="2"/>
                  </a:rPr>
                  <a:t>C </a:t>
                </a:r>
              </a:p>
              <a:p>
                <a:pPr marL="0" indent="0">
                  <a:buNone/>
                </a:pPr>
                <a:r>
                  <a:rPr lang="en-US" dirty="0">
                    <a:sym typeface="Symbol" panose="05050102010706020507" pitchFamily="18" charset="2"/>
                  </a:rPr>
                  <a:t>Di </a:t>
                </a:r>
                <a:r>
                  <a:rPr lang="en-US" dirty="0" err="1">
                    <a:sym typeface="Symbol" panose="05050102010706020507" pitchFamily="18" charset="2"/>
                  </a:rPr>
                  <a:t>tanya</a:t>
                </a:r>
                <a:r>
                  <a:rPr lang="en-US" dirty="0">
                    <a:sym typeface="Symbol" panose="05050102010706020507" pitchFamily="18" charset="2"/>
                  </a:rPr>
                  <a:t> F</a:t>
                </a:r>
                <a:r>
                  <a:rPr lang="en-US" baseline="-25000" dirty="0">
                    <a:sym typeface="Symbol" panose="05050102010706020507" pitchFamily="18" charset="2"/>
                  </a:rPr>
                  <a:t>C</a:t>
                </a:r>
                <a:r>
                  <a:rPr lang="en-US" dirty="0">
                    <a:sym typeface="Symbol" panose="05050102010706020507" pitchFamily="18" charset="2"/>
                  </a:rPr>
                  <a:t>……?</a:t>
                </a:r>
              </a:p>
              <a:p>
                <a:pPr marL="0" indent="0">
                  <a:buNone/>
                </a:pPr>
                <a:r>
                  <a:rPr lang="en-US" dirty="0">
                    <a:sym typeface="Symbol" panose="05050102010706020507" pitchFamily="18" charset="2"/>
                  </a:rPr>
                  <a:t>Jawab	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𝐶𝐵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k</m:t>
                    </m:r>
                    <m:f>
                      <m:f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𝐶𝐵</m:t>
                                </m:r>
                              </m:sub>
                            </m:sSub>
                          </m:e>
                          <m:sup>
                            <m:r>
                              <a:rPr 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𝐶𝐵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9.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f>
                      <m:f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 smtClean="0">
                            <a:sym typeface="Symbol" panose="05050102010706020507" pitchFamily="18" charset="2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US" dirty="0" smtClean="0"/>
                          <m:t>. 10</m:t>
                        </m:r>
                        <m:r>
                          <m:rPr>
                            <m:nor/>
                          </m:rPr>
                          <a:rPr lang="en-US" baseline="30000" dirty="0" smtClean="0"/>
                          <m:t>–6</m:t>
                        </m:r>
                        <m:r>
                          <m:rPr>
                            <m:nor/>
                          </m:rPr>
                          <a:rPr 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en-US" dirty="0" smtClean="0"/>
                          <m:t>2. 10</m:t>
                        </m:r>
                        <m:r>
                          <m:rPr>
                            <m:nor/>
                          </m:rPr>
                          <a:rPr lang="en-US" baseline="30000" dirty="0" smtClean="0"/>
                          <m:t>–6</m:t>
                        </m:r>
                      </m:num>
                      <m:den>
                        <m:sSup>
                          <m:sSupPr>
                            <m:ctrlPr>
                              <a:rPr 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dirty="0" smtClean="0"/>
                                  <m:t>10</m:t>
                                </m:r>
                                <m:r>
                                  <m:rPr>
                                    <m:nor/>
                                  </m:rPr>
                                  <a:rPr lang="en-US" baseline="30000" dirty="0" smtClean="0"/>
                                  <m:t>–1</m:t>
                                </m:r>
                              </m:e>
                            </m:d>
                          </m:e>
                          <m:sup>
                            <m:r>
                              <a:rPr 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𝐶𝐵</m:t>
                        </m:r>
                      </m:sub>
                    </m:sSub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5,4 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7A3C4B-EA70-4F87-9B21-98ED4AA23A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60764"/>
                <a:ext cx="12192000" cy="5597235"/>
              </a:xfrm>
              <a:blipFill>
                <a:blip r:embed="rId3"/>
                <a:stretch>
                  <a:fillRect l="-400" t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B7AC8CC-521A-41D0-9C5D-93883A068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132" y="3089150"/>
            <a:ext cx="3676207" cy="314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59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0" descr="D:\handout\IMG-20200326-WA0039.jpg">
            <a:extLst>
              <a:ext uri="{FF2B5EF4-FFF2-40B4-BE49-F238E27FC236}">
                <a16:creationId xmlns:a16="http://schemas.microsoft.com/office/drawing/2014/main" id="{87439403-BDFC-4EA6-B068-B21415DC5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2361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7294972-2FC4-4C67-81E7-2494BD1CAC9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92000" cy="2646217"/>
              </a:xfrm>
            </p:spPr>
            <p:txBody>
              <a:bodyPr>
                <a:normAutofit fontScale="90000"/>
              </a:bodyPr>
              <a:lstStyle/>
              <a:p>
                <a:pPr marL="0" indent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𝐶𝐴</m:t>
                        </m:r>
                      </m:sub>
                    </m:sSub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k</m:t>
                    </m:r>
                    <m:f>
                      <m:f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8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8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𝐶𝐴</m:t>
                                </m:r>
                              </m:sub>
                            </m:sSub>
                          </m:e>
                          <m:sup>
                            <m:r>
                              <a:rPr lang="en-US" sz="2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800" dirty="0">
                    <a:solidFill>
                      <a:srgbClr val="000000"/>
                    </a:solidFill>
                  </a:rPr>
                  <a:t> </a:t>
                </a:r>
                <a:br>
                  <a:rPr lang="en-US" sz="2800" dirty="0">
                    <a:solidFill>
                      <a:srgbClr val="000000"/>
                    </a:solidFill>
                  </a:rPr>
                </a:br>
                <a:br>
                  <a:rPr lang="en-US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𝐶𝐴</m:t>
                        </m:r>
                      </m:sub>
                    </m:sSub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9.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f>
                      <m:f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 smtClean="0">
                            <a:sym typeface="Symbol" panose="05050102010706020507" pitchFamily="18" charset="2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US" sz="2800" dirty="0" smtClean="0"/>
                          <m:t>. 10</m:t>
                        </m:r>
                        <m:r>
                          <m:rPr>
                            <m:nor/>
                          </m:rPr>
                          <a:rPr lang="en-US" sz="2800" baseline="30000" dirty="0" smtClean="0"/>
                          <m:t>–6</m:t>
                        </m:r>
                        <m:r>
                          <m:rPr>
                            <m:nor/>
                          </m:rPr>
                          <a:rPr lang="en-US" sz="28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en-US" sz="2800" dirty="0" smtClean="0"/>
                          <m:t>2. 10</m:t>
                        </m:r>
                        <m:r>
                          <m:rPr>
                            <m:nor/>
                          </m:rPr>
                          <a:rPr lang="en-US" sz="2800" baseline="30000" dirty="0" smtClean="0"/>
                          <m:t>–6</m:t>
                        </m:r>
                      </m:num>
                      <m:den>
                        <m:sSup>
                          <m:sSupPr>
                            <m:ctrlPr>
                              <a:rPr lang="en-US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8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sz="2800" dirty="0" smtClean="0"/>
                                  <m:t>10</m:t>
                                </m:r>
                                <m:r>
                                  <m:rPr>
                                    <m:nor/>
                                  </m:rPr>
                                  <a:rPr lang="en-US" sz="2800" baseline="30000" dirty="0" smtClean="0"/>
                                  <m:t>–1</m:t>
                                </m:r>
                              </m:e>
                            </m:d>
                          </m:e>
                          <m:sup>
                            <m:r>
                              <a:rPr lang="en-US" sz="2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800" dirty="0">
                    <a:solidFill>
                      <a:srgbClr val="000000"/>
                    </a:solidFill>
                  </a:rPr>
                  <a:t> </a:t>
                </a:r>
                <a:br>
                  <a:rPr lang="en-US" sz="2800" dirty="0">
                    <a:solidFill>
                      <a:srgbClr val="000000"/>
                    </a:solidFill>
                  </a:rPr>
                </a:br>
                <a:br>
                  <a:rPr lang="en-US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𝐶𝐴</m:t>
                        </m:r>
                      </m:sub>
                    </m:sSub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5,4 N</a:t>
                </a:r>
                <a:br>
                  <a:rPr lang="en-US" sz="2800" dirty="0"/>
                </a:br>
                <a:endParaRPr lang="en-US" sz="28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7294972-2FC4-4C67-81E7-2494BD1CAC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92000" cy="2646217"/>
              </a:xfrm>
              <a:blipFill>
                <a:blip r:embed="rId3"/>
                <a:stretch>
                  <a:fillRect b="-3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D3DE67A-4DF5-4E7D-A796-A24E2471BF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" y="2452254"/>
                <a:ext cx="12192000" cy="440574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𝐶𝐴</m:t>
                                </m:r>
                              </m:sub>
                            </m:sSub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𝐶𝐵</m:t>
                                </m:r>
                              </m:sub>
                            </m:sSub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+2.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𝐶𝐴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𝐶𝐵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.</m:t>
                        </m:r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120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</m:e>
                        </m:func>
                      </m:e>
                    </m:rad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5,4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5,4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+2.5,4.5,4.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rad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5,4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5,4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5,4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5,4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5,4 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D3DE67A-4DF5-4E7D-A796-A24E2471BF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2452254"/>
                <a:ext cx="12192000" cy="4405745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6382C62-A306-4CE8-BEF4-BF42F4C88AFB}"/>
              </a:ext>
            </a:extLst>
          </p:cNvPr>
          <p:cNvCxnSpPr/>
          <p:nvPr/>
        </p:nvCxnSpPr>
        <p:spPr>
          <a:xfrm flipV="1">
            <a:off x="5308476" y="3948361"/>
            <a:ext cx="886691" cy="3325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278C2F1-AAAA-45A1-9885-4CA654B59644}"/>
              </a:ext>
            </a:extLst>
          </p:cNvPr>
          <p:cNvCxnSpPr/>
          <p:nvPr/>
        </p:nvCxnSpPr>
        <p:spPr>
          <a:xfrm flipV="1">
            <a:off x="3644836" y="3716480"/>
            <a:ext cx="429491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94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8BCDF-705D-4864-9A34-7EC2F6D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28600"/>
            <a:ext cx="8229600" cy="3810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b="1" dirty="0"/>
              <a:t>2.	Medan </a:t>
            </a:r>
            <a:r>
              <a:rPr lang="en-US" b="1" dirty="0" err="1"/>
              <a:t>Listrik</a:t>
            </a:r>
            <a:endParaRPr lang="en-US" dirty="0"/>
          </a:p>
        </p:txBody>
      </p:sp>
      <p:sp>
        <p:nvSpPr>
          <p:cNvPr id="3077" name="Content Placeholder 2">
            <a:extLst>
              <a:ext uri="{FF2B5EF4-FFF2-40B4-BE49-F238E27FC236}">
                <a16:creationId xmlns:a16="http://schemas.microsoft.com/office/drawing/2014/main" id="{015E7259-6E7A-4D57-997C-34D348C25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609600"/>
            <a:ext cx="8458200" cy="594360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endParaRPr lang="en-US" altLang="en-US" b="1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b="1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b="1" dirty="0"/>
          </a:p>
          <a:p>
            <a:pPr eaLnBrk="1" hangingPunct="1">
              <a:buFont typeface="Arial" panose="020B0604020202020204" pitchFamily="34" charset="0"/>
              <a:buNone/>
            </a:pPr>
            <a:endParaRPr lang="id-ID" altLang="en-US" b="1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b="1" dirty="0" err="1"/>
              <a:t>Hubungan</a:t>
            </a:r>
            <a:r>
              <a:rPr lang="en-US" altLang="en-US" b="1" dirty="0"/>
              <a:t> </a:t>
            </a:r>
            <a:r>
              <a:rPr lang="en-US" altLang="en-US" b="1" dirty="0" err="1"/>
              <a:t>kuat</a:t>
            </a:r>
            <a:r>
              <a:rPr lang="en-US" altLang="en-US" b="1" dirty="0"/>
              <a:t> </a:t>
            </a:r>
            <a:r>
              <a:rPr lang="en-US" altLang="en-US" b="1" dirty="0" err="1"/>
              <a:t>medan</a:t>
            </a:r>
            <a:r>
              <a:rPr lang="en-US" altLang="en-US" b="1" dirty="0"/>
              <a:t> </a:t>
            </a:r>
            <a:r>
              <a:rPr lang="en-US" altLang="en-US" b="1" dirty="0" err="1"/>
              <a:t>dengan</a:t>
            </a:r>
            <a:r>
              <a:rPr lang="en-US" altLang="en-US" b="1" dirty="0"/>
              <a:t> </a:t>
            </a:r>
            <a:r>
              <a:rPr lang="en-US" altLang="en-US" b="1" dirty="0" err="1"/>
              <a:t>gaya</a:t>
            </a:r>
            <a:r>
              <a:rPr lang="en-US" altLang="en-US" b="1" dirty="0"/>
              <a:t> </a:t>
            </a:r>
            <a:r>
              <a:rPr lang="en-US" altLang="en-US" b="1" dirty="0" err="1"/>
              <a:t>gravitasi</a:t>
            </a:r>
            <a:endParaRPr lang="en-US" altLang="en-US" dirty="0"/>
          </a:p>
          <a:p>
            <a:pPr eaLnBrk="1" hangingPunct="1"/>
            <a:r>
              <a:rPr lang="en-US" altLang="en-US" dirty="0" err="1"/>
              <a:t>F</a:t>
            </a:r>
            <a:r>
              <a:rPr lang="en-US" altLang="en-US" baseline="-25000" dirty="0" err="1"/>
              <a:t>Listrik</a:t>
            </a:r>
            <a:r>
              <a:rPr lang="en-US" altLang="en-US" baseline="-25000" dirty="0"/>
              <a:t> </a:t>
            </a:r>
            <a:r>
              <a:rPr lang="en-US" altLang="en-US" dirty="0"/>
              <a:t> 	= w</a:t>
            </a:r>
          </a:p>
          <a:p>
            <a:pPr eaLnBrk="1" hangingPunct="1"/>
            <a:r>
              <a:rPr lang="en-US" altLang="en-US" dirty="0"/>
              <a:t>E. q 	= m .g </a:t>
            </a:r>
          </a:p>
          <a:p>
            <a:pPr eaLnBrk="1" hangingPunct="1"/>
            <a:endParaRPr lang="en-US" altLang="en-US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/>
          </a:p>
        </p:txBody>
      </p:sp>
      <p:graphicFrame>
        <p:nvGraphicFramePr>
          <p:cNvPr id="3074" name="Object 2">
            <a:extLst>
              <a:ext uri="{FF2B5EF4-FFF2-40B4-BE49-F238E27FC236}">
                <a16:creationId xmlns:a16="http://schemas.microsoft.com/office/drawing/2014/main" id="{C283CF58-49DC-4E5B-AD61-5DDB3735AE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685800"/>
          <a:ext cx="39624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Equation" r:id="rId3" imgW="1896547" imgH="839314" progId="Equation.3">
                  <p:embed/>
                </p:oleObj>
              </mc:Choice>
              <mc:Fallback>
                <p:oleObj name="Equation" r:id="rId3" imgW="1896547" imgH="839314" progId="Equation.3">
                  <p:embed/>
                  <p:pic>
                    <p:nvPicPr>
                      <p:cNvPr id="3074" name="Object 2">
                        <a:extLst>
                          <a:ext uri="{FF2B5EF4-FFF2-40B4-BE49-F238E27FC236}">
                            <a16:creationId xmlns:a16="http://schemas.microsoft.com/office/drawing/2014/main" id="{C283CF58-49DC-4E5B-AD61-5DDB3735AE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685800"/>
                        <a:ext cx="39624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>
            <a:extLst>
              <a:ext uri="{FF2B5EF4-FFF2-40B4-BE49-F238E27FC236}">
                <a16:creationId xmlns:a16="http://schemas.microsoft.com/office/drawing/2014/main" id="{533DED4F-42E1-4A70-9BD1-3A045DA6BC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4038600"/>
          <a:ext cx="18288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Equation" r:id="rId5" imgW="610080" imgH="419657" progId="Equation.3">
                  <p:embed/>
                </p:oleObj>
              </mc:Choice>
              <mc:Fallback>
                <p:oleObj name="Equation" r:id="rId5" imgW="610080" imgH="419657" progId="Equation.3">
                  <p:embed/>
                  <p:pic>
                    <p:nvPicPr>
                      <p:cNvPr id="3075" name="Object 3">
                        <a:extLst>
                          <a:ext uri="{FF2B5EF4-FFF2-40B4-BE49-F238E27FC236}">
                            <a16:creationId xmlns:a16="http://schemas.microsoft.com/office/drawing/2014/main" id="{533DED4F-42E1-4A70-9BD1-3A045DA6BC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038600"/>
                        <a:ext cx="18288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Rectangle 4">
            <a:extLst>
              <a:ext uri="{FF2B5EF4-FFF2-40B4-BE49-F238E27FC236}">
                <a16:creationId xmlns:a16="http://schemas.microsoft.com/office/drawing/2014/main" id="{D04F6BD3-1D92-42EB-8F6B-8D13565F9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200400"/>
            <a:ext cx="36576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Hukum Gauss</a:t>
            </a:r>
            <a:endParaRPr lang="en-US" altLang="en-US" sz="24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en-US" sz="2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E . A</a:t>
            </a:r>
            <a:endParaRPr lang="en-US" altLang="en-US" sz="2400">
              <a:ea typeface="Calibri" panose="020F050202020403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en-US" sz="2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en-US" sz="2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E . A cos </a:t>
            </a:r>
            <a:r>
              <a:rPr lang="en-US" altLang="en-US" sz="2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</a:p>
          <a:p>
            <a:r>
              <a:rPr lang="en-US" altLang="en-US" sz="2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en-US" sz="2400">
                <a:ea typeface="Calibri" panose="020F0502020204030204" pitchFamily="34" charset="0"/>
                <a:cs typeface="Times New Roman" panose="02020603050405020304" pitchFamily="18" charset="0"/>
              </a:rPr>
              <a:t> = E . A cos </a:t>
            </a:r>
            <a:r>
              <a:rPr lang="en-US" altLang="en-US" sz="2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 = </a:t>
            </a:r>
            <a:r>
              <a:rPr lang="en-US" altLang="en-US" sz="110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altLang="en-US" sz="11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3076" name="Object 5">
            <a:extLst>
              <a:ext uri="{FF2B5EF4-FFF2-40B4-BE49-F238E27FC236}">
                <a16:creationId xmlns:a16="http://schemas.microsoft.com/office/drawing/2014/main" id="{AE09C6AD-E407-4DE7-8C23-29AE296420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9600" y="3886200"/>
          <a:ext cx="8382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Equation" r:id="rId7" imgW="218735" imgH="429752" progId="Equation.3">
                  <p:embed/>
                </p:oleObj>
              </mc:Choice>
              <mc:Fallback>
                <p:oleObj name="Equation" r:id="rId7" imgW="218735" imgH="429752" progId="Equation.3">
                  <p:embed/>
                  <p:pic>
                    <p:nvPicPr>
                      <p:cNvPr id="3076" name="Object 5">
                        <a:extLst>
                          <a:ext uri="{FF2B5EF4-FFF2-40B4-BE49-F238E27FC236}">
                            <a16:creationId xmlns:a16="http://schemas.microsoft.com/office/drawing/2014/main" id="{AE09C6AD-E407-4DE7-8C23-29AE296420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3886200"/>
                        <a:ext cx="8382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DC5A99B-F4C6-4D8B-A028-192895419BD1}"/>
                  </a:ext>
                </a:extLst>
              </p14:cNvPr>
              <p14:cNvContentPartPr/>
              <p14:nvPr/>
            </p14:nvContentPartPr>
            <p14:xfrm>
              <a:off x="6115680" y="2066760"/>
              <a:ext cx="2423160" cy="1829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DC5A99B-F4C6-4D8B-A028-192895419BD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06320" y="2057400"/>
                <a:ext cx="2441880" cy="1847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30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30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30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30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0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1" dur="80"/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2" dur="80"/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80"/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8" dur="80"/>
                                        <p:tgtEl>
                                          <p:spTgt spid="30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9" dur="80"/>
                                        <p:tgtEl>
                                          <p:spTgt spid="30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80"/>
                                        <p:tgtEl>
                                          <p:spTgt spid="30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5" dur="80"/>
                                        <p:tgtEl>
                                          <p:spTgt spid="30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6" dur="80"/>
                                        <p:tgtEl>
                                          <p:spTgt spid="30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80"/>
                                        <p:tgtEl>
                                          <p:spTgt spid="30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2" dur="80"/>
                                        <p:tgtEl>
                                          <p:spTgt spid="30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3" dur="80"/>
                                        <p:tgtEl>
                                          <p:spTgt spid="30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80"/>
                                        <p:tgtEl>
                                          <p:spTgt spid="30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11" descr="D:\handout\IMG-20200326-WA0039.jpg">
            <a:extLst>
              <a:ext uri="{FF2B5EF4-FFF2-40B4-BE49-F238E27FC236}">
                <a16:creationId xmlns:a16="http://schemas.microsoft.com/office/drawing/2014/main" id="{10B9EB05-ABBA-474C-A342-4419D435D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76" y="40482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Content Placeholder 2">
            <a:extLst>
              <a:ext uri="{FF2B5EF4-FFF2-40B4-BE49-F238E27FC236}">
                <a16:creationId xmlns:a16="http://schemas.microsoft.com/office/drawing/2014/main" id="{F03FEC3E-F59D-44DA-A115-7FC96845E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0482"/>
            <a:ext cx="12192000" cy="658891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d-ID" altLang="en-US" sz="2400" dirty="0"/>
              <a:t>Dua  buah muatan terpisah 60 cm di udara. Besar muatan q</a:t>
            </a:r>
            <a:r>
              <a:rPr lang="id-ID" altLang="en-US" sz="2400" baseline="-25000" dirty="0"/>
              <a:t>1</a:t>
            </a:r>
            <a:r>
              <a:rPr lang="id-ID" altLang="en-US" sz="2400" dirty="0"/>
              <a:t> adalah + 1,8 x 10</a:t>
            </a:r>
            <a:r>
              <a:rPr lang="id-ID" altLang="en-US" sz="2400" baseline="30000" dirty="0"/>
              <a:t>-7</a:t>
            </a:r>
            <a:r>
              <a:rPr lang="id-ID" altLang="en-US" sz="2400" dirty="0"/>
              <a:t> C, dan q</a:t>
            </a:r>
            <a:r>
              <a:rPr lang="id-ID" altLang="en-US" sz="2400" baseline="-25000" dirty="0"/>
              <a:t>2</a:t>
            </a:r>
            <a:r>
              <a:rPr lang="id-ID" altLang="en-US" sz="2400" dirty="0"/>
              <a:t> = –1,8 x 10</a:t>
            </a:r>
            <a:r>
              <a:rPr lang="id-ID" altLang="en-US" sz="2400" baseline="30000" dirty="0"/>
              <a:t>-7</a:t>
            </a:r>
            <a:r>
              <a:rPr lang="id-ID" altLang="en-US" sz="2400" dirty="0"/>
              <a:t> C. Berapakah kuat medan listrik ditengah tengah antara kedua muatan ini ( k = 9 x 10</a:t>
            </a:r>
            <a:r>
              <a:rPr lang="id-ID" altLang="en-US" sz="2400" baseline="30000" dirty="0"/>
              <a:t>  9 </a:t>
            </a:r>
            <a:r>
              <a:rPr lang="id-ID" altLang="en-US" sz="2400" dirty="0"/>
              <a:t>Nm</a:t>
            </a:r>
            <a:r>
              <a:rPr lang="id-ID" altLang="en-US" sz="2400" baseline="30000" dirty="0"/>
              <a:t>2</a:t>
            </a:r>
            <a:r>
              <a:rPr lang="id-ID" altLang="en-US" sz="2400" dirty="0"/>
              <a:t>/C</a:t>
            </a:r>
            <a:r>
              <a:rPr lang="id-ID" altLang="en-US" sz="2400" baseline="30000" dirty="0"/>
              <a:t>2 </a:t>
            </a:r>
            <a:r>
              <a:rPr lang="id-ID" altLang="en-US" sz="2400" dirty="0"/>
              <a:t>)</a:t>
            </a:r>
            <a:endParaRPr lang="en-US" altLang="en-US" sz="2400" dirty="0"/>
          </a:p>
          <a:p>
            <a:pPr marL="0" indent="0" algn="just">
              <a:buNone/>
            </a:pPr>
            <a:r>
              <a:rPr lang="en-US" altLang="en-US" sz="2400" dirty="0"/>
              <a:t>	q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				   													q</a:t>
            </a:r>
            <a:r>
              <a:rPr lang="en-US" altLang="en-US" sz="2400" baseline="-25000" dirty="0"/>
              <a:t>2  </a:t>
            </a:r>
          </a:p>
          <a:p>
            <a:pPr marL="0" indent="0" algn="just">
              <a:buNone/>
            </a:pPr>
            <a:r>
              <a:rPr lang="en-US" altLang="en-US" sz="2400" baseline="-25000" dirty="0"/>
              <a:t>  </a:t>
            </a:r>
          </a:p>
          <a:p>
            <a:pPr marL="0" indent="0" algn="just">
              <a:buNone/>
            </a:pPr>
            <a:r>
              <a:rPr lang="en-US" altLang="en-US" sz="2400" baseline="-25000" dirty="0"/>
              <a:t>	   				</a:t>
            </a:r>
            <a:r>
              <a:rPr lang="en-US" altLang="en-US" sz="2400" dirty="0">
                <a:solidFill>
                  <a:schemeClr val="accent1"/>
                </a:solidFill>
              </a:rPr>
              <a:t> 						E</a:t>
            </a:r>
            <a:r>
              <a:rPr lang="en-US" altLang="en-US" sz="2400" baseline="-25000" dirty="0">
                <a:solidFill>
                  <a:schemeClr val="accent1"/>
                </a:solidFill>
              </a:rPr>
              <a:t>1</a:t>
            </a:r>
            <a:r>
              <a:rPr lang="en-US" altLang="en-US" sz="2400" baseline="-25000" dirty="0"/>
              <a:t>		</a:t>
            </a:r>
            <a:r>
              <a:rPr lang="en-US" altLang="en-US" sz="2400" dirty="0">
                <a:solidFill>
                  <a:srgbClr val="FF0000"/>
                </a:solidFill>
              </a:rPr>
              <a:t>E</a:t>
            </a:r>
            <a:r>
              <a:rPr lang="en-US" altLang="en-US" sz="2400" baseline="-25000" dirty="0">
                <a:solidFill>
                  <a:srgbClr val="FF0000"/>
                </a:solidFill>
              </a:rPr>
              <a:t>2</a:t>
            </a:r>
          </a:p>
        </p:txBody>
      </p:sp>
      <p:graphicFrame>
        <p:nvGraphicFramePr>
          <p:cNvPr id="4098" name="Object 2">
            <a:extLst>
              <a:ext uri="{FF2B5EF4-FFF2-40B4-BE49-F238E27FC236}">
                <a16:creationId xmlns:a16="http://schemas.microsoft.com/office/drawing/2014/main" id="{4181C2A4-B9FD-40DA-8AC1-EBDA62FC5C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328237"/>
              </p:ext>
            </p:extLst>
          </p:nvPr>
        </p:nvGraphicFramePr>
        <p:xfrm>
          <a:off x="4401340" y="4019935"/>
          <a:ext cx="2506663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9" name="Equation" r:id="rId4" imgW="952087" imgH="431613" progId="Equation.3">
                  <p:embed/>
                </p:oleObj>
              </mc:Choice>
              <mc:Fallback>
                <p:oleObj name="Equation" r:id="rId4" imgW="952087" imgH="431613" progId="Equation.3">
                  <p:embed/>
                  <p:pic>
                    <p:nvPicPr>
                      <p:cNvPr id="4098" name="Object 2">
                        <a:extLst>
                          <a:ext uri="{FF2B5EF4-FFF2-40B4-BE49-F238E27FC236}">
                            <a16:creationId xmlns:a16="http://schemas.microsoft.com/office/drawing/2014/main" id="{4181C2A4-B9FD-40DA-8AC1-EBDA62FC5C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1340" y="4019935"/>
                        <a:ext cx="2506663" cy="114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3" name="Rectangle 3">
            <a:extLst>
              <a:ext uri="{FF2B5EF4-FFF2-40B4-BE49-F238E27FC236}">
                <a16:creationId xmlns:a16="http://schemas.microsoft.com/office/drawing/2014/main" id="{B391EB70-C955-4B1C-BA0C-E5CBDFF7D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9" y="2976964"/>
            <a:ext cx="4343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id-ID" altLang="en-US" sz="2400" dirty="0">
                <a:ea typeface="Times New Roman" panose="02020603050405020304" pitchFamily="18" charset="0"/>
                <a:cs typeface="Arial" panose="020B0604020202020204" pitchFamily="34" charset="0"/>
              </a:rPr>
              <a:t>q</a:t>
            </a:r>
            <a:r>
              <a:rPr lang="id-ID" altLang="en-US" sz="2400" baseline="-30000" dirty="0"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id-ID" altLang="en-US" sz="2400" dirty="0">
                <a:ea typeface="Times New Roman" panose="02020603050405020304" pitchFamily="18" charset="0"/>
                <a:cs typeface="Arial" panose="020B0604020202020204" pitchFamily="34" charset="0"/>
              </a:rPr>
              <a:t> = q</a:t>
            </a:r>
            <a:r>
              <a:rPr lang="id-ID" altLang="en-US" sz="2400" baseline="-30000" dirty="0">
                <a:ea typeface="Times New Roman" panose="02020603050405020304" pitchFamily="18" charset="0"/>
                <a:cs typeface="Arial" panose="020B0604020202020204" pitchFamily="34" charset="0"/>
              </a:rPr>
              <a:t>2 </a:t>
            </a:r>
            <a:r>
              <a:rPr lang="id-ID" altLang="en-US" sz="2400" dirty="0">
                <a:ea typeface="Times New Roman" panose="02020603050405020304" pitchFamily="18" charset="0"/>
                <a:cs typeface="Arial" panose="020B0604020202020204" pitchFamily="34" charset="0"/>
              </a:rPr>
              <a:t>= q</a:t>
            </a:r>
            <a:r>
              <a:rPr lang="en-US" altLang="en-US" sz="2400" dirty="0">
                <a:ea typeface="Times New Roman" panose="02020603050405020304" pitchFamily="18" charset="0"/>
                <a:cs typeface="Arial" panose="020B0604020202020204" pitchFamily="34" charset="0"/>
              </a:rPr>
              <a:t> ,				</a:t>
            </a:r>
            <a:r>
              <a:rPr lang="id-ID" altLang="en-US" sz="2400" dirty="0">
                <a:ea typeface="Times New Roman" panose="02020603050405020304" pitchFamily="18" charset="0"/>
                <a:cs typeface="Arial" panose="020B0604020202020204" pitchFamily="34" charset="0"/>
              </a:rPr>
              <a:t>r</a:t>
            </a:r>
            <a:r>
              <a:rPr lang="id-ID" altLang="en-US" sz="2400" baseline="-30000" dirty="0"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id-ID" altLang="en-US" sz="2400" dirty="0">
                <a:ea typeface="Times New Roman" panose="02020603050405020304" pitchFamily="18" charset="0"/>
                <a:cs typeface="Arial" panose="020B0604020202020204" pitchFamily="34" charset="0"/>
              </a:rPr>
              <a:t> = r</a:t>
            </a:r>
            <a:r>
              <a:rPr lang="id-ID" altLang="en-US" sz="2400" baseline="-30000" dirty="0"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id-ID" altLang="en-US" sz="2400" dirty="0">
                <a:ea typeface="Times New Roman" panose="02020603050405020304" pitchFamily="18" charset="0"/>
                <a:cs typeface="Arial" panose="020B0604020202020204" pitchFamily="34" charset="0"/>
              </a:rPr>
              <a:t> = r</a:t>
            </a:r>
          </a:p>
        </p:txBody>
      </p:sp>
      <p:graphicFrame>
        <p:nvGraphicFramePr>
          <p:cNvPr id="4099" name="Object 4">
            <a:extLst>
              <a:ext uri="{FF2B5EF4-FFF2-40B4-BE49-F238E27FC236}">
                <a16:creationId xmlns:a16="http://schemas.microsoft.com/office/drawing/2014/main" id="{EE773E7B-BE77-405D-AFEF-C31427C7FD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2164708"/>
              </p:ext>
            </p:extLst>
          </p:nvPr>
        </p:nvGraphicFramePr>
        <p:xfrm>
          <a:off x="102394" y="5366543"/>
          <a:ext cx="1785938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0" name="Equation" r:id="rId6" imgW="660113" imgH="393529" progId="Equation.3">
                  <p:embed/>
                </p:oleObj>
              </mc:Choice>
              <mc:Fallback>
                <p:oleObj name="Equation" r:id="rId6" imgW="660113" imgH="393529" progId="Equation.3">
                  <p:embed/>
                  <p:pic>
                    <p:nvPicPr>
                      <p:cNvPr id="4099" name="Object 4">
                        <a:extLst>
                          <a:ext uri="{FF2B5EF4-FFF2-40B4-BE49-F238E27FC236}">
                            <a16:creationId xmlns:a16="http://schemas.microsoft.com/office/drawing/2014/main" id="{EE773E7B-BE77-405D-AFEF-C31427C7FD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394" y="5366543"/>
                        <a:ext cx="1785938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5">
            <a:extLst>
              <a:ext uri="{FF2B5EF4-FFF2-40B4-BE49-F238E27FC236}">
                <a16:creationId xmlns:a16="http://schemas.microsoft.com/office/drawing/2014/main" id="{C84FE64D-F72A-4730-B8C0-CBB66F26B4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563602"/>
              </p:ext>
            </p:extLst>
          </p:nvPr>
        </p:nvGraphicFramePr>
        <p:xfrm>
          <a:off x="3517900" y="5345905"/>
          <a:ext cx="368617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1" name="Equation" r:id="rId8" imgW="1384300" imgH="419100" progId="Equation.3">
                  <p:embed/>
                </p:oleObj>
              </mc:Choice>
              <mc:Fallback>
                <p:oleObj name="Equation" r:id="rId8" imgW="1384300" imgH="419100" progId="Equation.3">
                  <p:embed/>
                  <p:pic>
                    <p:nvPicPr>
                      <p:cNvPr id="4100" name="Object 5">
                        <a:extLst>
                          <a:ext uri="{FF2B5EF4-FFF2-40B4-BE49-F238E27FC236}">
                            <a16:creationId xmlns:a16="http://schemas.microsoft.com/office/drawing/2014/main" id="{C84FE64D-F72A-4730-B8C0-CBB66F26B4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5345905"/>
                        <a:ext cx="3686175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ight Arrow 7">
            <a:extLst>
              <a:ext uri="{FF2B5EF4-FFF2-40B4-BE49-F238E27FC236}">
                <a16:creationId xmlns:a16="http://schemas.microsoft.com/office/drawing/2014/main" id="{12813DEA-1529-4EFA-BB8D-8EF1E9F7F603}"/>
              </a:ext>
            </a:extLst>
          </p:cNvPr>
          <p:cNvSpPr/>
          <p:nvPr/>
        </p:nvSpPr>
        <p:spPr>
          <a:xfrm>
            <a:off x="2311402" y="5726911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05" name="Rectangle 6">
            <a:extLst>
              <a:ext uri="{FF2B5EF4-FFF2-40B4-BE49-F238E27FC236}">
                <a16:creationId xmlns:a16="http://schemas.microsoft.com/office/drawing/2014/main" id="{F6882A4A-49D0-4063-AC2F-07E71692D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6099" y="5664999"/>
            <a:ext cx="2273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id-ID" altLang="en-US" sz="2400" dirty="0">
                <a:ea typeface="Times New Roman" panose="02020603050405020304" pitchFamily="18" charset="0"/>
                <a:cs typeface="Arial" panose="020B0604020202020204" pitchFamily="34" charset="0"/>
              </a:rPr>
              <a:t>= 3,6 x 10</a:t>
            </a:r>
            <a:r>
              <a:rPr lang="id-ID" altLang="en-US" sz="2400" baseline="30000" dirty="0">
                <a:ea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id-ID" altLang="en-US" sz="2400" dirty="0">
                <a:ea typeface="Times New Roman" panose="02020603050405020304" pitchFamily="18" charset="0"/>
                <a:cs typeface="Arial" panose="020B0604020202020204" pitchFamily="34" charset="0"/>
              </a:rPr>
              <a:t> N/C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290C53E7-46EB-4B3D-8868-2D4C3EF74868}"/>
              </a:ext>
            </a:extLst>
          </p:cNvPr>
          <p:cNvSpPr/>
          <p:nvPr/>
        </p:nvSpPr>
        <p:spPr>
          <a:xfrm>
            <a:off x="2805904" y="4301319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ight Arrow 7">
            <a:extLst>
              <a:ext uri="{FF2B5EF4-FFF2-40B4-BE49-F238E27FC236}">
                <a16:creationId xmlns:a16="http://schemas.microsoft.com/office/drawing/2014/main" id="{225D4669-8BDB-43B1-A4B3-16437AEDCAB7}"/>
              </a:ext>
            </a:extLst>
          </p:cNvPr>
          <p:cNvSpPr/>
          <p:nvPr/>
        </p:nvSpPr>
        <p:spPr>
          <a:xfrm>
            <a:off x="7227492" y="5762635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5945C08-261F-4162-B7DC-1C2845DA4DEA}"/>
              </a:ext>
            </a:extLst>
          </p:cNvPr>
          <p:cNvSpPr/>
          <p:nvPr/>
        </p:nvSpPr>
        <p:spPr>
          <a:xfrm>
            <a:off x="957263" y="1743075"/>
            <a:ext cx="628650" cy="61436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546941F-1B6C-40EC-A6D1-32D48F4CF06F}"/>
              </a:ext>
            </a:extLst>
          </p:cNvPr>
          <p:cNvSpPr/>
          <p:nvPr/>
        </p:nvSpPr>
        <p:spPr>
          <a:xfrm>
            <a:off x="8233573" y="1743074"/>
            <a:ext cx="628650" cy="61436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FBB33E3-8DFE-476D-A000-C624BB2518F5}"/>
              </a:ext>
            </a:extLst>
          </p:cNvPr>
          <p:cNvSpPr/>
          <p:nvPr/>
        </p:nvSpPr>
        <p:spPr>
          <a:xfrm>
            <a:off x="4872833" y="1885950"/>
            <a:ext cx="70642" cy="1643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lus Sign 13">
            <a:extLst>
              <a:ext uri="{FF2B5EF4-FFF2-40B4-BE49-F238E27FC236}">
                <a16:creationId xmlns:a16="http://schemas.microsoft.com/office/drawing/2014/main" id="{BB235121-9668-484B-9ABB-B93587FF2E2A}"/>
              </a:ext>
            </a:extLst>
          </p:cNvPr>
          <p:cNvSpPr/>
          <p:nvPr/>
        </p:nvSpPr>
        <p:spPr>
          <a:xfrm>
            <a:off x="1142998" y="1885950"/>
            <a:ext cx="228600" cy="300038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inus Sign 14">
            <a:extLst>
              <a:ext uri="{FF2B5EF4-FFF2-40B4-BE49-F238E27FC236}">
                <a16:creationId xmlns:a16="http://schemas.microsoft.com/office/drawing/2014/main" id="{006F72CE-5D0A-4E42-A68B-7371B7E3A51C}"/>
              </a:ext>
            </a:extLst>
          </p:cNvPr>
          <p:cNvSpPr/>
          <p:nvPr/>
        </p:nvSpPr>
        <p:spPr>
          <a:xfrm>
            <a:off x="8433594" y="2035967"/>
            <a:ext cx="314325" cy="45719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56912468-FC90-4C02-A073-6731E520B18E}"/>
              </a:ext>
            </a:extLst>
          </p:cNvPr>
          <p:cNvSpPr/>
          <p:nvPr/>
        </p:nvSpPr>
        <p:spPr>
          <a:xfrm>
            <a:off x="4943475" y="1885950"/>
            <a:ext cx="829474" cy="1643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EA42FA3E-294A-443D-AFC1-D3E5BD19A3E6}"/>
              </a:ext>
            </a:extLst>
          </p:cNvPr>
          <p:cNvSpPr/>
          <p:nvPr/>
        </p:nvSpPr>
        <p:spPr>
          <a:xfrm>
            <a:off x="4895851" y="1930402"/>
            <a:ext cx="1671638" cy="15001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2">
                <a:extLst>
                  <a:ext uri="{FF2B5EF4-FFF2-40B4-BE49-F238E27FC236}">
                    <a16:creationId xmlns:a16="http://schemas.microsoft.com/office/drawing/2014/main" id="{5A02E91A-2C28-4F26-97C0-9243B1890035}"/>
                  </a:ext>
                </a:extLst>
              </p:cNvPr>
              <p:cNvSpPr txBox="1"/>
              <p:nvPr/>
            </p:nvSpPr>
            <p:spPr bwMode="auto">
              <a:xfrm>
                <a:off x="452436" y="4156662"/>
                <a:ext cx="2506662" cy="5850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sz="2800" b="0" i="0" baseline="-250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sz="2800" b="0" i="0" baseline="-250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27" name="Object 2">
                <a:extLst>
                  <a:ext uri="{FF2B5EF4-FFF2-40B4-BE49-F238E27FC236}">
                    <a16:creationId xmlns:a16="http://schemas.microsoft.com/office/drawing/2014/main" id="{5A02E91A-2C28-4F26-97C0-9243B1890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2436" y="4156662"/>
                <a:ext cx="2506662" cy="58500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3" grpId="0"/>
      <p:bldP spid="8" grpId="0" animBg="1"/>
      <p:bldP spid="4105" grpId="0"/>
      <p:bldP spid="10" grpId="0" animBg="1"/>
      <p:bldP spid="12" grpId="0" animBg="1"/>
      <p:bldP spid="5" grpId="0" animBg="1"/>
      <p:bldP spid="16" grpId="0" animBg="1"/>
      <p:bldP spid="17" grpId="0" animBg="1"/>
      <p:bldP spid="14" grpId="0" animBg="1"/>
      <p:bldP spid="15" grpId="0" animBg="1"/>
      <p:bldP spid="18" grpId="0" animBg="1"/>
      <p:bldP spid="19" grpId="0" animBg="1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7" name="Picture 11" descr="D:\handout\IMG-20200326-WA0039.jpg">
            <a:extLst>
              <a:ext uri="{FF2B5EF4-FFF2-40B4-BE49-F238E27FC236}">
                <a16:creationId xmlns:a16="http://schemas.microsoft.com/office/drawing/2014/main" id="{D3359D7C-DE3D-466B-8E4F-B8134E4B5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5883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C0CA124-DECF-47B7-A234-92641CD35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636" y="-1"/>
            <a:ext cx="9337964" cy="6857999"/>
          </a:xfrm>
        </p:spPr>
        <p:txBody>
          <a:bodyPr/>
          <a:lstStyle/>
          <a:p>
            <a:pPr marL="0" indent="0" algn="just" eaLnBrk="1" hangingPunct="1">
              <a:buFont typeface="Arial" panose="020B0604020202020204" pitchFamily="34" charset="0"/>
              <a:buNone/>
            </a:pPr>
            <a:r>
              <a:rPr lang="id-ID" altLang="en-US" sz="2400" dirty="0"/>
              <a:t>Segitiga ABC, siku-siku di A dengan panjang AB = 6 cm dan AC = 8 cm. Pada titik B dan C berturut-turut terdapat muatan sebesar 9 x 10</a:t>
            </a:r>
            <a:r>
              <a:rPr lang="id-ID" altLang="en-US" sz="2400" baseline="30000" dirty="0"/>
              <a:t>–9</a:t>
            </a:r>
            <a:r>
              <a:rPr lang="id-ID" altLang="en-US" sz="2400" dirty="0"/>
              <a:t> C dan – 1,6 x 10</a:t>
            </a:r>
            <a:r>
              <a:rPr lang="id-ID" altLang="en-US" sz="2400" baseline="30000" dirty="0"/>
              <a:t>–9</a:t>
            </a:r>
            <a:r>
              <a:rPr lang="id-ID" altLang="en-US" sz="2400" dirty="0"/>
              <a:t> C. Berapa kuat medan listrik di titik A yang disebabkan oleh kedua muatan tersebut.</a:t>
            </a:r>
            <a:endParaRPr lang="en-US" altLang="en-US" sz="2400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2" name="Object 2">
                <a:extLst>
                  <a:ext uri="{FF2B5EF4-FFF2-40B4-BE49-F238E27FC236}">
                    <a16:creationId xmlns:a16="http://schemas.microsoft.com/office/drawing/2014/main" id="{EC5B3D65-30CF-42A4-9B79-C971D87D52D4}"/>
                  </a:ext>
                </a:extLst>
              </p:cNvPr>
              <p:cNvSpPr txBox="1"/>
              <p:nvPr/>
            </p:nvSpPr>
            <p:spPr bwMode="auto">
              <a:xfrm>
                <a:off x="1676399" y="1906588"/>
                <a:ext cx="2046133" cy="8366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m:rPr>
                          <m:sty m:val="p"/>
                        </m:rPr>
                        <a:rPr lang="en-US" sz="2800" b="0" i="0" baseline="-250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22" name="Object 2">
                <a:extLst>
                  <a:ext uri="{FF2B5EF4-FFF2-40B4-BE49-F238E27FC236}">
                    <a16:creationId xmlns:a16="http://schemas.microsoft.com/office/drawing/2014/main" id="{EC5B3D65-30CF-42A4-9B79-C971D87D5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6399" y="1906588"/>
                <a:ext cx="2046133" cy="8366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3" name="Object 3">
                <a:extLst>
                  <a:ext uri="{FF2B5EF4-FFF2-40B4-BE49-F238E27FC236}">
                    <a16:creationId xmlns:a16="http://schemas.microsoft.com/office/drawing/2014/main" id="{D5CC3A66-9BE8-4A06-915C-4B557A65688D}"/>
                  </a:ext>
                </a:extLst>
              </p:cNvPr>
              <p:cNvSpPr txBox="1"/>
              <p:nvPr/>
            </p:nvSpPr>
            <p:spPr bwMode="auto">
              <a:xfrm>
                <a:off x="1643063" y="2508251"/>
                <a:ext cx="3087687" cy="8651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1,6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23" name="Object 3">
                <a:extLst>
                  <a:ext uri="{FF2B5EF4-FFF2-40B4-BE49-F238E27FC236}">
                    <a16:creationId xmlns:a16="http://schemas.microsoft.com/office/drawing/2014/main" id="{D5CC3A66-9BE8-4A06-915C-4B557A656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3063" y="2508251"/>
                <a:ext cx="3087687" cy="8651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8" name="Rectangle 4">
            <a:extLst>
              <a:ext uri="{FF2B5EF4-FFF2-40B4-BE49-F238E27FC236}">
                <a16:creationId xmlns:a16="http://schemas.microsoft.com/office/drawing/2014/main" id="{864B53AF-4EBF-4D77-82FE-889DBC0BB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244" y="3299896"/>
            <a:ext cx="20072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id-ID" altLang="en-US" dirty="0">
                <a:ea typeface="Times New Roman" panose="02020603050405020304" pitchFamily="18" charset="0"/>
                <a:cs typeface="Arial" panose="020B0604020202020204" pitchFamily="34" charset="0"/>
              </a:rPr>
              <a:t>= 0,225 x 10</a:t>
            </a:r>
            <a:r>
              <a:rPr lang="id-ID" altLang="en-US" baseline="30000" dirty="0">
                <a:ea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id-ID" altLang="en-US" dirty="0">
                <a:ea typeface="Times New Roman" panose="02020603050405020304" pitchFamily="18" charset="0"/>
                <a:cs typeface="Arial" panose="020B0604020202020204" pitchFamily="34" charset="0"/>
              </a:rPr>
              <a:t> N/C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4" name="Object 5">
                <a:extLst>
                  <a:ext uri="{FF2B5EF4-FFF2-40B4-BE49-F238E27FC236}">
                    <a16:creationId xmlns:a16="http://schemas.microsoft.com/office/drawing/2014/main" id="{26940EE1-D629-4F3E-BEC9-694DC230191D}"/>
                  </a:ext>
                </a:extLst>
              </p:cNvPr>
              <p:cNvSpPr txBox="1"/>
              <p:nvPr/>
            </p:nvSpPr>
            <p:spPr bwMode="auto">
              <a:xfrm>
                <a:off x="1797050" y="4122739"/>
                <a:ext cx="2153475" cy="6519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m:rPr>
                              <m:sty m:val="p"/>
                            </m:rPr>
                            <a:rPr 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b="0" i="1" baseline="-250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124" name="Object 5">
                <a:extLst>
                  <a:ext uri="{FF2B5EF4-FFF2-40B4-BE49-F238E27FC236}">
                    <a16:creationId xmlns:a16="http://schemas.microsoft.com/office/drawing/2014/main" id="{26940EE1-D629-4F3E-BEC9-694DC2301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7050" y="4122739"/>
                <a:ext cx="2153475" cy="6519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5" name="Object 6">
                <a:extLst>
                  <a:ext uri="{FF2B5EF4-FFF2-40B4-BE49-F238E27FC236}">
                    <a16:creationId xmlns:a16="http://schemas.microsoft.com/office/drawing/2014/main" id="{AA50E1BA-EA75-44F2-AF85-6C53DDD026F3}"/>
                  </a:ext>
                </a:extLst>
              </p:cNvPr>
              <p:cNvSpPr txBox="1"/>
              <p:nvPr/>
            </p:nvSpPr>
            <p:spPr bwMode="auto">
              <a:xfrm>
                <a:off x="1811338" y="4829836"/>
                <a:ext cx="2954337" cy="8651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m:rPr>
                              <m:nor/>
                            </m:rPr>
                            <a:rPr 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20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20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0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125" name="Object 6">
                <a:extLst>
                  <a:ext uri="{FF2B5EF4-FFF2-40B4-BE49-F238E27FC236}">
                    <a16:creationId xmlns:a16="http://schemas.microsoft.com/office/drawing/2014/main" id="{AA50E1BA-EA75-44F2-AF85-6C53DDD02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11338" y="4829836"/>
                <a:ext cx="2954337" cy="8651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9" name="Rectangle 7">
            <a:extLst>
              <a:ext uri="{FF2B5EF4-FFF2-40B4-BE49-F238E27FC236}">
                <a16:creationId xmlns:a16="http://schemas.microsoft.com/office/drawing/2014/main" id="{CE135BA0-EAAC-4E07-864B-91E4A7B6F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5223" y="5061223"/>
            <a:ext cx="24395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id-ID" altLang="en-US" dirty="0">
                <a:ea typeface="Times New Roman" panose="02020603050405020304" pitchFamily="18" charset="0"/>
                <a:cs typeface="Arial" panose="020B0604020202020204" pitchFamily="34" charset="0"/>
              </a:rPr>
              <a:t>= 2,25 x 10</a:t>
            </a:r>
            <a:r>
              <a:rPr lang="id-ID" altLang="en-US" baseline="30000" dirty="0">
                <a:ea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id-ID" altLang="en-US" dirty="0">
                <a:ea typeface="Times New Roman" panose="02020603050405020304" pitchFamily="18" charset="0"/>
                <a:cs typeface="Arial" panose="020B0604020202020204" pitchFamily="34" charset="0"/>
              </a:rPr>
              <a:t> N/</a:t>
            </a:r>
            <a:r>
              <a:rPr lang="en-US" altLang="en-US" dirty="0"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endParaRPr lang="id-ID" altLang="en-US" dirty="0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6" name="Object 8">
                <a:extLst>
                  <a:ext uri="{FF2B5EF4-FFF2-40B4-BE49-F238E27FC236}">
                    <a16:creationId xmlns:a16="http://schemas.microsoft.com/office/drawing/2014/main" id="{5DC392FB-FA64-4972-9B11-A4B2F2FFABFC}"/>
                  </a:ext>
                </a:extLst>
              </p:cNvPr>
              <p:cNvSpPr txBox="1"/>
              <p:nvPr/>
            </p:nvSpPr>
            <p:spPr bwMode="auto">
              <a:xfrm>
                <a:off x="1850871" y="5750173"/>
                <a:ext cx="1871662" cy="6778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b>
                            <m:sup>
                              <m: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  <m:sup>
                              <m: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26" name="Object 8">
                <a:extLst>
                  <a:ext uri="{FF2B5EF4-FFF2-40B4-BE49-F238E27FC236}">
                    <a16:creationId xmlns:a16="http://schemas.microsoft.com/office/drawing/2014/main" id="{5DC392FB-FA64-4972-9B11-A4B2F2FFA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50871" y="5750173"/>
                <a:ext cx="1871662" cy="6778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30" name="Rectangle 9">
            <a:extLst>
              <a:ext uri="{FF2B5EF4-FFF2-40B4-BE49-F238E27FC236}">
                <a16:creationId xmlns:a16="http://schemas.microsoft.com/office/drawing/2014/main" id="{F2581204-90BD-460C-97C4-F06956BE8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5172" y="5913295"/>
            <a:ext cx="2444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id-ID" altLang="en-US" sz="2400" dirty="0">
                <a:ea typeface="Times New Roman" panose="02020603050405020304" pitchFamily="18" charset="0"/>
                <a:cs typeface="Arial" panose="020B0604020202020204" pitchFamily="34" charset="0"/>
              </a:rPr>
              <a:t>= 2,26 x 10</a:t>
            </a:r>
            <a:r>
              <a:rPr lang="id-ID" altLang="en-US" sz="2400" baseline="30000" dirty="0">
                <a:ea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id-ID" altLang="en-US" sz="2400" dirty="0">
                <a:ea typeface="Times New Roman" panose="02020603050405020304" pitchFamily="18" charset="0"/>
                <a:cs typeface="Arial" panose="020B0604020202020204" pitchFamily="34" charset="0"/>
              </a:rPr>
              <a:t> N/C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B698A9-0542-4E63-8063-91EF1941C5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581" y="1954567"/>
            <a:ext cx="3238952" cy="26673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1" dur="80"/>
                                        <p:tgtEl>
                                          <p:spTgt spid="5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2" dur="80"/>
                                        <p:tgtEl>
                                          <p:spTgt spid="5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80"/>
                                        <p:tgtEl>
                                          <p:spTgt spid="5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0" dur="80"/>
                                        <p:tgtEl>
                                          <p:spTgt spid="5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1" dur="80"/>
                                        <p:tgtEl>
                                          <p:spTgt spid="5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80"/>
                                        <p:tgtEl>
                                          <p:spTgt spid="5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20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3" grpId="0"/>
      <p:bldP spid="5124" grpId="0"/>
      <p:bldP spid="5125" grpId="0"/>
      <p:bldP spid="5126" grpId="0"/>
      <p:bldP spid="51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DB110-25BA-4182-A2BA-2B9546079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228600"/>
            <a:ext cx="8229600" cy="1219200"/>
          </a:xfrm>
        </p:spPr>
        <p:txBody>
          <a:bodyPr rtlCol="0" anchor="t">
            <a:normAutofit fontScale="90000"/>
          </a:bodyPr>
          <a:lstStyle/>
          <a:p>
            <a:pPr>
              <a:defRPr/>
            </a:pPr>
            <a:r>
              <a:rPr lang="en-US" dirty="0"/>
              <a:t>Medan </a:t>
            </a:r>
            <a:r>
              <a:rPr lang="en-US" dirty="0" err="1"/>
              <a:t>Listrik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Keping</a:t>
            </a:r>
            <a:r>
              <a:rPr lang="en-US" dirty="0"/>
              <a:t> </a:t>
            </a:r>
            <a:r>
              <a:rPr lang="en-US" dirty="0" err="1"/>
              <a:t>Konduktor</a:t>
            </a:r>
            <a:r>
              <a:rPr lang="en-US" dirty="0"/>
              <a:t> </a:t>
            </a:r>
            <a:r>
              <a:rPr lang="en-US" dirty="0" err="1"/>
              <a:t>Sejajar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6148" name="Content Placeholder 9">
            <a:extLst>
              <a:ext uri="{FF2B5EF4-FFF2-40B4-BE49-F238E27FC236}">
                <a16:creationId xmlns:a16="http://schemas.microsoft.com/office/drawing/2014/main" id="{021AEBA3-1DF1-497A-A63C-D8E54C48F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95300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/>
              <a:t> 							</a:t>
            </a:r>
          </a:p>
        </p:txBody>
      </p:sp>
      <p:graphicFrame>
        <p:nvGraphicFramePr>
          <p:cNvPr id="6146" name="Object 2">
            <a:extLst>
              <a:ext uri="{FF2B5EF4-FFF2-40B4-BE49-F238E27FC236}">
                <a16:creationId xmlns:a16="http://schemas.microsoft.com/office/drawing/2014/main" id="{5CD5555F-CE72-4502-8EF1-365D66BEC3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1" y="1524000"/>
          <a:ext cx="2640013" cy="483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" name="Equation" r:id="rId3" imgW="952500" imgH="1955800" progId="Equation.3">
                  <p:embed/>
                </p:oleObj>
              </mc:Choice>
              <mc:Fallback>
                <p:oleObj name="Equation" r:id="rId3" imgW="952500" imgH="1955800" progId="Equation.3">
                  <p:embed/>
                  <p:pic>
                    <p:nvPicPr>
                      <p:cNvPr id="6146" name="Object 2">
                        <a:extLst>
                          <a:ext uri="{FF2B5EF4-FFF2-40B4-BE49-F238E27FC236}">
                            <a16:creationId xmlns:a16="http://schemas.microsoft.com/office/drawing/2014/main" id="{5CD5555F-CE72-4502-8EF1-365D66BEC3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1" y="1524000"/>
                        <a:ext cx="2640013" cy="483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14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27E7-7A1B-48B6-9B20-3F2F64EB8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 rtlCol="0" anchor="t">
            <a:normAutofit fontScale="90000"/>
          </a:bodyPr>
          <a:lstStyle/>
          <a:p>
            <a:pPr>
              <a:defRPr/>
            </a:pPr>
            <a:r>
              <a:rPr lang="en-US" b="1" dirty="0"/>
              <a:t>Medan </a:t>
            </a:r>
            <a:r>
              <a:rPr lang="en-US" b="1" dirty="0" err="1"/>
              <a:t>listrik</a:t>
            </a:r>
            <a:r>
              <a:rPr lang="en-US" b="1" dirty="0"/>
              <a:t> </a:t>
            </a:r>
            <a:r>
              <a:rPr lang="en-US" b="1" dirty="0" err="1"/>
              <a:t>pada</a:t>
            </a:r>
            <a:r>
              <a:rPr lang="en-US" b="1" dirty="0"/>
              <a:t> bola </a:t>
            </a:r>
            <a:r>
              <a:rPr lang="en-US" b="1" dirty="0" err="1"/>
              <a:t>konduktor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29C46-6377-42C4-A976-02FB5D037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274320" indent="-274320" algn="just">
              <a:lnSpc>
                <a:spcPct val="115000"/>
              </a:lnSpc>
              <a:spcBef>
                <a:spcPts val="0"/>
              </a:spcBef>
              <a:buClr>
                <a:schemeClr val="accent3"/>
              </a:buClr>
              <a:buFont typeface="Symbol"/>
              <a:buChar char=""/>
              <a:defRPr/>
            </a:pPr>
            <a:r>
              <a:rPr lang="en-US" dirty="0" err="1">
                <a:ea typeface="Calibri"/>
                <a:cs typeface="Times New Roman"/>
              </a:rPr>
              <a:t>Kuat</a:t>
            </a:r>
            <a:r>
              <a:rPr lang="en-US" dirty="0">
                <a:ea typeface="Calibri"/>
                <a:cs typeface="Times New Roman"/>
              </a:rPr>
              <a:t> </a:t>
            </a:r>
            <a:r>
              <a:rPr lang="en-US" dirty="0" err="1">
                <a:ea typeface="Calibri"/>
                <a:cs typeface="Times New Roman"/>
              </a:rPr>
              <a:t>medan</a:t>
            </a:r>
            <a:r>
              <a:rPr lang="en-US" dirty="0">
                <a:ea typeface="Calibri"/>
                <a:cs typeface="Times New Roman"/>
              </a:rPr>
              <a:t> </a:t>
            </a:r>
            <a:r>
              <a:rPr lang="en-US" dirty="0" err="1">
                <a:ea typeface="Calibri"/>
                <a:cs typeface="Times New Roman"/>
              </a:rPr>
              <a:t>listrik</a:t>
            </a:r>
            <a:r>
              <a:rPr lang="en-US" dirty="0">
                <a:ea typeface="Calibri"/>
                <a:cs typeface="Times New Roman"/>
              </a:rPr>
              <a:t> </a:t>
            </a:r>
            <a:r>
              <a:rPr lang="en-US" dirty="0" err="1">
                <a:ea typeface="Calibri"/>
                <a:cs typeface="Times New Roman"/>
              </a:rPr>
              <a:t>di</a:t>
            </a:r>
            <a:r>
              <a:rPr lang="en-US" dirty="0">
                <a:ea typeface="Calibri"/>
                <a:cs typeface="Times New Roman"/>
              </a:rPr>
              <a:t> </a:t>
            </a:r>
            <a:r>
              <a:rPr lang="en-US" dirty="0" err="1">
                <a:ea typeface="Calibri"/>
                <a:cs typeface="Times New Roman"/>
              </a:rPr>
              <a:t>dalam</a:t>
            </a:r>
            <a:r>
              <a:rPr lang="en-US" dirty="0">
                <a:ea typeface="Calibri"/>
                <a:cs typeface="Times New Roman"/>
              </a:rPr>
              <a:t> bola (r &lt; R)</a:t>
            </a:r>
          </a:p>
          <a:p>
            <a:pPr marL="685800" indent="-274320" algn="just">
              <a:lnSpc>
                <a:spcPct val="115000"/>
              </a:lnSpc>
              <a:spcBef>
                <a:spcPts val="0"/>
              </a:spcBef>
              <a:buClr>
                <a:schemeClr val="accent3"/>
              </a:buClr>
              <a:buNone/>
              <a:defRPr/>
            </a:pPr>
            <a:r>
              <a:rPr lang="en-US" b="1" dirty="0">
                <a:ea typeface="Calibri"/>
                <a:cs typeface="Times New Roman"/>
              </a:rPr>
              <a:t>E = 0</a:t>
            </a:r>
            <a:endParaRPr lang="en-US" dirty="0">
              <a:ea typeface="Calibri"/>
              <a:cs typeface="Times New Roman"/>
            </a:endParaRPr>
          </a:p>
          <a:p>
            <a:pPr marL="274320" indent="-274320" algn="just">
              <a:lnSpc>
                <a:spcPct val="115000"/>
              </a:lnSpc>
              <a:spcBef>
                <a:spcPts val="0"/>
              </a:spcBef>
              <a:buClr>
                <a:schemeClr val="accent3"/>
              </a:buClr>
              <a:buFont typeface="Symbol"/>
              <a:buChar char=""/>
              <a:defRPr/>
            </a:pPr>
            <a:r>
              <a:rPr lang="en-US" dirty="0" err="1">
                <a:ea typeface="Calibri"/>
                <a:cs typeface="Times New Roman"/>
              </a:rPr>
              <a:t>Kuat</a:t>
            </a:r>
            <a:r>
              <a:rPr lang="en-US" dirty="0">
                <a:ea typeface="Calibri"/>
                <a:cs typeface="Times New Roman"/>
              </a:rPr>
              <a:t> </a:t>
            </a:r>
            <a:r>
              <a:rPr lang="en-US" dirty="0" err="1">
                <a:ea typeface="Calibri"/>
                <a:cs typeface="Times New Roman"/>
              </a:rPr>
              <a:t>medan</a:t>
            </a:r>
            <a:r>
              <a:rPr lang="en-US" dirty="0">
                <a:ea typeface="Calibri"/>
                <a:cs typeface="Times New Roman"/>
              </a:rPr>
              <a:t> </a:t>
            </a:r>
            <a:r>
              <a:rPr lang="en-US" dirty="0" err="1">
                <a:ea typeface="Calibri"/>
                <a:cs typeface="Times New Roman"/>
              </a:rPr>
              <a:t>listrik</a:t>
            </a:r>
            <a:r>
              <a:rPr lang="en-US" dirty="0">
                <a:ea typeface="Calibri"/>
                <a:cs typeface="Times New Roman"/>
              </a:rPr>
              <a:t> </a:t>
            </a:r>
            <a:r>
              <a:rPr lang="en-US" dirty="0" err="1">
                <a:ea typeface="Calibri"/>
                <a:cs typeface="Times New Roman"/>
              </a:rPr>
              <a:t>di</a:t>
            </a:r>
            <a:r>
              <a:rPr lang="en-US" dirty="0">
                <a:ea typeface="Calibri"/>
                <a:cs typeface="Times New Roman"/>
              </a:rPr>
              <a:t> </a:t>
            </a:r>
            <a:r>
              <a:rPr lang="en-US" dirty="0" err="1">
                <a:ea typeface="Calibri"/>
                <a:cs typeface="Times New Roman"/>
              </a:rPr>
              <a:t>luar</a:t>
            </a:r>
            <a:r>
              <a:rPr lang="en-US" dirty="0">
                <a:ea typeface="Calibri"/>
                <a:cs typeface="Times New Roman"/>
              </a:rPr>
              <a:t> bola (r </a:t>
            </a:r>
            <a:r>
              <a:rPr lang="en-US" dirty="0">
                <a:ea typeface="Calibri"/>
                <a:cs typeface="Times New Roman"/>
                <a:sym typeface="Symbol"/>
              </a:rPr>
              <a:t></a:t>
            </a:r>
            <a:r>
              <a:rPr lang="en-US" dirty="0">
                <a:ea typeface="Calibri"/>
                <a:cs typeface="Times New Roman"/>
              </a:rPr>
              <a:t> R)</a:t>
            </a:r>
          </a:p>
          <a:p>
            <a:pPr marL="274320" indent="-274320">
              <a:buClr>
                <a:schemeClr val="accent3"/>
              </a:buClr>
              <a:buNone/>
              <a:defRPr/>
            </a:pPr>
            <a:endParaRPr lang="en-US" dirty="0"/>
          </a:p>
        </p:txBody>
      </p:sp>
      <p:graphicFrame>
        <p:nvGraphicFramePr>
          <p:cNvPr id="7170" name="Object 2">
            <a:extLst>
              <a:ext uri="{FF2B5EF4-FFF2-40B4-BE49-F238E27FC236}">
                <a16:creationId xmlns:a16="http://schemas.microsoft.com/office/drawing/2014/main" id="{4DCB8D69-F637-4715-B569-C01D45C6B0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3352800"/>
          <a:ext cx="12954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Equation" r:id="rId3" imgW="572243" imgH="391896" progId="Equation.3">
                  <p:embed/>
                </p:oleObj>
              </mc:Choice>
              <mc:Fallback>
                <p:oleObj name="Equation" r:id="rId3" imgW="572243" imgH="391896" progId="Equation.3">
                  <p:embed/>
                  <p:pic>
                    <p:nvPicPr>
                      <p:cNvPr id="7170" name="Object 2">
                        <a:extLst>
                          <a:ext uri="{FF2B5EF4-FFF2-40B4-BE49-F238E27FC236}">
                            <a16:creationId xmlns:a16="http://schemas.microsoft.com/office/drawing/2014/main" id="{4DCB8D69-F637-4715-B569-C01D45C6B0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352800"/>
                        <a:ext cx="12954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30C049-AD29-480F-8E3E-CDC1096AC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533400"/>
            <a:ext cx="4040188" cy="369888"/>
          </a:xfrm>
        </p:spPr>
        <p:txBody>
          <a:bodyPr rtlCol="0" anchor="t">
            <a:normAutofit fontScale="85000" lnSpcReduction="20000"/>
          </a:bodyPr>
          <a:lstStyle/>
          <a:p>
            <a:pPr>
              <a:buClr>
                <a:schemeClr val="accent3"/>
              </a:buClr>
              <a:defRPr/>
            </a:pPr>
            <a:r>
              <a:rPr lang="en-US" sz="2600" dirty="0"/>
              <a:t>3.	</a:t>
            </a:r>
            <a:r>
              <a:rPr lang="en-US" sz="2600" dirty="0" err="1"/>
              <a:t>Energi</a:t>
            </a:r>
            <a:r>
              <a:rPr lang="en-US" sz="2600" dirty="0"/>
              <a:t> </a:t>
            </a:r>
            <a:r>
              <a:rPr lang="en-US" sz="2600" dirty="0" err="1"/>
              <a:t>Potensial</a:t>
            </a:r>
            <a:endParaRPr lang="en-US" sz="2600" dirty="0"/>
          </a:p>
          <a:p>
            <a:pPr>
              <a:buClr>
                <a:schemeClr val="accent3"/>
              </a:buClr>
              <a:defRPr/>
            </a:pPr>
            <a:endParaRPr lang="en-US" dirty="0"/>
          </a:p>
        </p:txBody>
      </p:sp>
      <p:sp>
        <p:nvSpPr>
          <p:cNvPr id="8199" name="Text Placeholder 6">
            <a:extLst>
              <a:ext uri="{FF2B5EF4-FFF2-40B4-BE49-F238E27FC236}">
                <a16:creationId xmlns:a16="http://schemas.microsoft.com/office/drawing/2014/main" id="{B829AA35-D780-480E-AD56-DF36AF92AF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524000" y="3620510"/>
            <a:ext cx="4041775" cy="639763"/>
          </a:xfrm>
        </p:spPr>
        <p:txBody>
          <a:bodyPr anchor="t">
            <a:normAutofit fontScale="85000" lnSpcReduction="20000"/>
          </a:bodyPr>
          <a:lstStyle/>
          <a:p>
            <a:pPr eaLnBrk="1" hangingPunct="1"/>
            <a:r>
              <a:rPr lang="en-US" altLang="en-US" dirty="0"/>
              <a:t>4.	</a:t>
            </a:r>
            <a:r>
              <a:rPr lang="en-US" altLang="en-US" dirty="0" err="1"/>
              <a:t>Potensial</a:t>
            </a:r>
            <a:endParaRPr lang="en-US" altLang="en-US" dirty="0"/>
          </a:p>
          <a:p>
            <a:pPr eaLnBrk="1" hangingPunct="1"/>
            <a:endParaRPr lang="en-US" altLang="en-US" dirty="0"/>
          </a:p>
        </p:txBody>
      </p:sp>
      <p:graphicFrame>
        <p:nvGraphicFramePr>
          <p:cNvPr id="8194" name="Object 2">
            <a:extLst>
              <a:ext uri="{FF2B5EF4-FFF2-40B4-BE49-F238E27FC236}">
                <a16:creationId xmlns:a16="http://schemas.microsoft.com/office/drawing/2014/main" id="{AB90A0BD-3C51-4C10-874D-C6073D4EAC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7099246"/>
              </p:ext>
            </p:extLst>
          </p:nvPr>
        </p:nvGraphicFramePr>
        <p:xfrm>
          <a:off x="2502628" y="897080"/>
          <a:ext cx="38100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5" name="Equation" r:id="rId3" imgW="2451133" imgH="1383714" progId="Equation.3">
                  <p:embed/>
                </p:oleObj>
              </mc:Choice>
              <mc:Fallback>
                <p:oleObj name="Equation" r:id="rId3" imgW="2451133" imgH="1383714" progId="Equation.3">
                  <p:embed/>
                  <p:pic>
                    <p:nvPicPr>
                      <p:cNvPr id="8194" name="Object 2">
                        <a:extLst>
                          <a:ext uri="{FF2B5EF4-FFF2-40B4-BE49-F238E27FC236}">
                            <a16:creationId xmlns:a16="http://schemas.microsoft.com/office/drawing/2014/main" id="{AB90A0BD-3C51-4C10-874D-C6073D4EAC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2628" y="897080"/>
                        <a:ext cx="3810000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4">
            <a:extLst>
              <a:ext uri="{FF2B5EF4-FFF2-40B4-BE49-F238E27FC236}">
                <a16:creationId xmlns:a16="http://schemas.microsoft.com/office/drawing/2014/main" id="{6B1BEE6A-9A69-4AA0-B465-5BCA1048A2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119963"/>
              </p:ext>
            </p:extLst>
          </p:nvPr>
        </p:nvGraphicFramePr>
        <p:xfrm>
          <a:off x="2493820" y="4190999"/>
          <a:ext cx="32004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6" name="Equation" r:id="rId5" imgW="1726459" imgH="1345498" progId="Equation.3">
                  <p:embed/>
                </p:oleObj>
              </mc:Choice>
              <mc:Fallback>
                <p:oleObj name="Equation" r:id="rId5" imgW="1726459" imgH="1345498" progId="Equation.3">
                  <p:embed/>
                  <p:pic>
                    <p:nvPicPr>
                      <p:cNvPr id="8195" name="Object 4">
                        <a:extLst>
                          <a:ext uri="{FF2B5EF4-FFF2-40B4-BE49-F238E27FC236}">
                            <a16:creationId xmlns:a16="http://schemas.microsoft.com/office/drawing/2014/main" id="{6B1BEE6A-9A69-4AA0-B465-5BCA1048A2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820" y="4190999"/>
                        <a:ext cx="3200400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FB9E308-1400-49B0-8DCA-9148C8A1A206}"/>
                  </a:ext>
                </a:extLst>
              </p14:cNvPr>
              <p14:cNvContentPartPr/>
              <p14:nvPr/>
            </p14:nvContentPartPr>
            <p14:xfrm>
              <a:off x="1996560" y="269640"/>
              <a:ext cx="8516880" cy="4164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FB9E308-1400-49B0-8DCA-9148C8A1A20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87200" y="260280"/>
                <a:ext cx="8535600" cy="4182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8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8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8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1" descr="D:\handout\IMG-20200326-WA0039.jpg">
            <a:extLst>
              <a:ext uri="{FF2B5EF4-FFF2-40B4-BE49-F238E27FC236}">
                <a16:creationId xmlns:a16="http://schemas.microsoft.com/office/drawing/2014/main" id="{8870C586-EE57-402A-B735-22F94CB9A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435" y="-23892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A2A9A-33C7-4AA7-95C2-4969EB2C8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0" y="0"/>
            <a:ext cx="12192000" cy="1544436"/>
          </a:xfrm>
        </p:spPr>
        <p:txBody>
          <a:bodyPr>
            <a:normAutofit fontScale="90000"/>
          </a:bodyPr>
          <a:lstStyle/>
          <a:p>
            <a:pPr algn="just"/>
            <a:r>
              <a:rPr lang="en-US" sz="3100" dirty="0" err="1">
                <a:solidFill>
                  <a:srgbClr val="FF0000"/>
                </a:solidFill>
              </a:rPr>
              <a:t>Perhatikan</a:t>
            </a:r>
            <a:r>
              <a:rPr lang="en-US" sz="3100" dirty="0">
                <a:solidFill>
                  <a:srgbClr val="FF0000"/>
                </a:solidFill>
              </a:rPr>
              <a:t> </a:t>
            </a:r>
            <a:r>
              <a:rPr lang="en-US" sz="3100" dirty="0" err="1">
                <a:solidFill>
                  <a:srgbClr val="FF0000"/>
                </a:solidFill>
              </a:rPr>
              <a:t>gambar</a:t>
            </a:r>
            <a:r>
              <a:rPr lang="en-US" sz="3100" dirty="0">
                <a:solidFill>
                  <a:srgbClr val="FF0000"/>
                </a:solidFill>
              </a:rPr>
              <a:t> </a:t>
            </a:r>
            <a:r>
              <a:rPr lang="en-US" sz="3100" dirty="0" err="1">
                <a:solidFill>
                  <a:srgbClr val="FF0000"/>
                </a:solidFill>
              </a:rPr>
              <a:t>tiga</a:t>
            </a:r>
            <a:r>
              <a:rPr lang="en-US" sz="3100" dirty="0">
                <a:solidFill>
                  <a:srgbClr val="FF0000"/>
                </a:solidFill>
              </a:rPr>
              <a:t> </a:t>
            </a:r>
            <a:r>
              <a:rPr lang="en-US" sz="3100" dirty="0" err="1">
                <a:solidFill>
                  <a:srgbClr val="FF0000"/>
                </a:solidFill>
              </a:rPr>
              <a:t>buah</a:t>
            </a:r>
            <a:r>
              <a:rPr lang="en-US" sz="3100" dirty="0">
                <a:solidFill>
                  <a:srgbClr val="FF0000"/>
                </a:solidFill>
              </a:rPr>
              <a:t> </a:t>
            </a:r>
            <a:r>
              <a:rPr lang="en-US" sz="3100" dirty="0" err="1">
                <a:solidFill>
                  <a:srgbClr val="FF0000"/>
                </a:solidFill>
              </a:rPr>
              <a:t>muatan</a:t>
            </a:r>
            <a:r>
              <a:rPr lang="en-US" sz="3100" dirty="0">
                <a:solidFill>
                  <a:srgbClr val="FF0000"/>
                </a:solidFill>
              </a:rPr>
              <a:t> yang </a:t>
            </a:r>
            <a:r>
              <a:rPr lang="en-US" sz="3100" dirty="0" err="1">
                <a:solidFill>
                  <a:srgbClr val="FF0000"/>
                </a:solidFill>
              </a:rPr>
              <a:t>berada</a:t>
            </a:r>
            <a:r>
              <a:rPr lang="en-US" sz="3100" dirty="0">
                <a:solidFill>
                  <a:srgbClr val="FF0000"/>
                </a:solidFill>
              </a:rPr>
              <a:t> di </a:t>
            </a:r>
            <a:r>
              <a:rPr lang="en-US" sz="3100" dirty="0" err="1">
                <a:solidFill>
                  <a:srgbClr val="FF0000"/>
                </a:solidFill>
              </a:rPr>
              <a:t>sekitar</a:t>
            </a:r>
            <a:r>
              <a:rPr lang="en-US" sz="3100" dirty="0">
                <a:solidFill>
                  <a:srgbClr val="FF0000"/>
                </a:solidFill>
              </a:rPr>
              <a:t> </a:t>
            </a:r>
            <a:r>
              <a:rPr lang="en-US" sz="3100" dirty="0" err="1">
                <a:solidFill>
                  <a:srgbClr val="FF0000"/>
                </a:solidFill>
              </a:rPr>
              <a:t>titik</a:t>
            </a:r>
            <a:r>
              <a:rPr lang="en-US" sz="3100" dirty="0">
                <a:solidFill>
                  <a:srgbClr val="FF0000"/>
                </a:solidFill>
              </a:rPr>
              <a:t> P </a:t>
            </a:r>
            <a:r>
              <a:rPr lang="en-US" sz="3100" dirty="0" err="1">
                <a:solidFill>
                  <a:srgbClr val="FF0000"/>
                </a:solidFill>
              </a:rPr>
              <a:t>berikut!Jika</a:t>
            </a:r>
            <a:r>
              <a:rPr lang="en-US" sz="3100" dirty="0">
                <a:solidFill>
                  <a:srgbClr val="FF0000"/>
                </a:solidFill>
              </a:rPr>
              <a:t> k = 9 x 10</a:t>
            </a:r>
            <a:r>
              <a:rPr lang="en-US" sz="3100" baseline="30000" dirty="0">
                <a:solidFill>
                  <a:srgbClr val="FF0000"/>
                </a:solidFill>
              </a:rPr>
              <a:t>9</a:t>
            </a:r>
            <a:r>
              <a:rPr lang="en-US" sz="3100" dirty="0">
                <a:solidFill>
                  <a:srgbClr val="FF0000"/>
                </a:solidFill>
              </a:rPr>
              <a:t> N m</a:t>
            </a:r>
            <a:r>
              <a:rPr lang="en-US" sz="3100" baseline="30000" dirty="0">
                <a:solidFill>
                  <a:srgbClr val="FF0000"/>
                </a:solidFill>
              </a:rPr>
              <a:t>2</a:t>
            </a:r>
            <a:r>
              <a:rPr lang="en-US" sz="3100" dirty="0">
                <a:solidFill>
                  <a:srgbClr val="FF0000"/>
                </a:solidFill>
              </a:rPr>
              <a:t> C</a:t>
            </a:r>
            <a:r>
              <a:rPr lang="en-US" sz="3100" baseline="30000" dirty="0">
                <a:solidFill>
                  <a:srgbClr val="FF0000"/>
                </a:solidFill>
              </a:rPr>
              <a:t>− 2</a:t>
            </a:r>
            <a:r>
              <a:rPr lang="en-US" sz="3100" dirty="0">
                <a:solidFill>
                  <a:srgbClr val="FF0000"/>
                </a:solidFill>
              </a:rPr>
              <a:t> , q</a:t>
            </a:r>
            <a:r>
              <a:rPr lang="en-US" sz="3100" baseline="-25000" dirty="0">
                <a:solidFill>
                  <a:srgbClr val="FF0000"/>
                </a:solidFill>
              </a:rPr>
              <a:t>1</a:t>
            </a:r>
            <a:r>
              <a:rPr lang="en-US" sz="3100" dirty="0">
                <a:solidFill>
                  <a:srgbClr val="FF0000"/>
                </a:solidFill>
              </a:rPr>
              <a:t> = + 10</a:t>
            </a:r>
            <a:r>
              <a:rPr lang="en-US" sz="3100" baseline="30000" dirty="0">
                <a:solidFill>
                  <a:srgbClr val="FF0000"/>
                </a:solidFill>
              </a:rPr>
              <a:t>−12</a:t>
            </a:r>
            <a:r>
              <a:rPr lang="en-US" sz="3100" dirty="0">
                <a:solidFill>
                  <a:srgbClr val="FF0000"/>
                </a:solidFill>
              </a:rPr>
              <a:t> C, q</a:t>
            </a:r>
            <a:r>
              <a:rPr lang="en-US" sz="3100" baseline="-25000" dirty="0">
                <a:solidFill>
                  <a:srgbClr val="FF0000"/>
                </a:solidFill>
              </a:rPr>
              <a:t>2</a:t>
            </a:r>
            <a:r>
              <a:rPr lang="en-US" sz="3100" dirty="0">
                <a:solidFill>
                  <a:srgbClr val="FF0000"/>
                </a:solidFill>
              </a:rPr>
              <a:t> = + 2 x 10</a:t>
            </a:r>
            <a:r>
              <a:rPr lang="en-US" sz="3100" baseline="30000" dirty="0">
                <a:solidFill>
                  <a:srgbClr val="FF0000"/>
                </a:solidFill>
              </a:rPr>
              <a:t>−12</a:t>
            </a:r>
            <a:r>
              <a:rPr lang="en-US" sz="3100" dirty="0">
                <a:solidFill>
                  <a:srgbClr val="FF0000"/>
                </a:solidFill>
              </a:rPr>
              <a:t> C  dan q</a:t>
            </a:r>
            <a:r>
              <a:rPr lang="en-US" sz="3100" baseline="-25000" dirty="0">
                <a:solidFill>
                  <a:srgbClr val="FF0000"/>
                </a:solidFill>
              </a:rPr>
              <a:t>3</a:t>
            </a:r>
            <a:r>
              <a:rPr lang="en-US" sz="3100" dirty="0">
                <a:solidFill>
                  <a:srgbClr val="FF0000"/>
                </a:solidFill>
              </a:rPr>
              <a:t> = - 10</a:t>
            </a:r>
            <a:r>
              <a:rPr lang="en-US" sz="3100" baseline="30000" dirty="0">
                <a:solidFill>
                  <a:srgbClr val="FF0000"/>
                </a:solidFill>
              </a:rPr>
              <a:t>−12</a:t>
            </a:r>
            <a:r>
              <a:rPr lang="en-US" sz="3100" dirty="0">
                <a:solidFill>
                  <a:srgbClr val="FF0000"/>
                </a:solidFill>
              </a:rPr>
              <a:t> C, </a:t>
            </a:r>
            <a:r>
              <a:rPr lang="en-US" sz="3100" dirty="0" err="1">
                <a:solidFill>
                  <a:srgbClr val="FF0000"/>
                </a:solidFill>
              </a:rPr>
              <a:t>tentukan</a:t>
            </a:r>
            <a:r>
              <a:rPr lang="en-US" sz="3100" dirty="0">
                <a:solidFill>
                  <a:srgbClr val="FF0000"/>
                </a:solidFill>
              </a:rPr>
              <a:t> </a:t>
            </a:r>
            <a:r>
              <a:rPr lang="en-US" sz="3100" dirty="0" err="1">
                <a:solidFill>
                  <a:srgbClr val="FF0000"/>
                </a:solidFill>
              </a:rPr>
              <a:t>besar</a:t>
            </a:r>
            <a:r>
              <a:rPr lang="en-US" sz="3100" dirty="0">
                <a:solidFill>
                  <a:srgbClr val="FF0000"/>
                </a:solidFill>
              </a:rPr>
              <a:t>  </a:t>
            </a:r>
            <a:r>
              <a:rPr lang="en-US" sz="3100" dirty="0" err="1">
                <a:solidFill>
                  <a:srgbClr val="FF0000"/>
                </a:solidFill>
              </a:rPr>
              <a:t>potensial</a:t>
            </a:r>
            <a:r>
              <a:rPr lang="en-US" sz="3100" dirty="0">
                <a:solidFill>
                  <a:srgbClr val="FF0000"/>
                </a:solidFill>
              </a:rPr>
              <a:t> </a:t>
            </a:r>
            <a:r>
              <a:rPr lang="en-US" sz="3100" dirty="0" err="1">
                <a:solidFill>
                  <a:srgbClr val="FF0000"/>
                </a:solidFill>
              </a:rPr>
              <a:t>listrik</a:t>
            </a:r>
            <a:r>
              <a:rPr lang="en-US" sz="3100" dirty="0">
                <a:solidFill>
                  <a:srgbClr val="FF0000"/>
                </a:solidFill>
              </a:rPr>
              <a:t> pada </a:t>
            </a:r>
            <a:r>
              <a:rPr lang="en-US" sz="3100" dirty="0" err="1">
                <a:solidFill>
                  <a:srgbClr val="FF0000"/>
                </a:solidFill>
              </a:rPr>
              <a:t>titik</a:t>
            </a:r>
            <a:r>
              <a:rPr lang="en-US" sz="3100" dirty="0">
                <a:solidFill>
                  <a:srgbClr val="FF0000"/>
                </a:solidFill>
              </a:rPr>
              <a:t> P </a:t>
            </a:r>
            <a:r>
              <a:rPr lang="en-US" sz="3100" dirty="0"/>
              <a:t>!</a:t>
            </a:r>
            <a:br>
              <a:rPr lang="en-US" dirty="0"/>
            </a:b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E278D-3C5F-4B55-87EF-DEEBC562B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780" y="3538936"/>
            <a:ext cx="5217193" cy="2671546"/>
          </a:xfrm>
        </p:spPr>
        <p:txBody>
          <a:bodyPr>
            <a:noAutofit/>
          </a:bodyPr>
          <a:lstStyle/>
          <a:p>
            <a:r>
              <a:rPr lang="en-US" sz="2800" dirty="0" err="1"/>
              <a:t>Diketahui</a:t>
            </a:r>
            <a:r>
              <a:rPr lang="en-US" sz="2800" dirty="0"/>
              <a:t> : k = 9 x 10</a:t>
            </a:r>
            <a:r>
              <a:rPr lang="en-US" sz="2800" baseline="30000" dirty="0"/>
              <a:t>9</a:t>
            </a:r>
            <a:r>
              <a:rPr lang="en-US" sz="2800" dirty="0"/>
              <a:t> N m</a:t>
            </a:r>
            <a:r>
              <a:rPr lang="en-US" sz="2800" baseline="30000" dirty="0"/>
              <a:t>2</a:t>
            </a:r>
            <a:r>
              <a:rPr lang="en-US" sz="2800" dirty="0"/>
              <a:t> C</a:t>
            </a:r>
            <a:r>
              <a:rPr lang="en-US" sz="2800" baseline="30000" dirty="0"/>
              <a:t>− 2</a:t>
            </a:r>
            <a:r>
              <a:rPr lang="en-US" sz="2800" dirty="0"/>
              <a:t> </a:t>
            </a:r>
          </a:p>
          <a:p>
            <a:pPr marL="0" indent="0">
              <a:buNone/>
            </a:pPr>
            <a:r>
              <a:rPr lang="en-US" sz="2800" dirty="0"/>
              <a:t>		q</a:t>
            </a:r>
            <a:r>
              <a:rPr lang="en-US" sz="2800" baseline="-25000" dirty="0"/>
              <a:t>1</a:t>
            </a:r>
            <a:r>
              <a:rPr lang="en-US" sz="2800" dirty="0"/>
              <a:t> = + 10</a:t>
            </a:r>
            <a:r>
              <a:rPr lang="en-US" sz="2800" baseline="30000" dirty="0"/>
              <a:t>−12</a:t>
            </a:r>
            <a:r>
              <a:rPr lang="en-US" sz="2800" dirty="0"/>
              <a:t> C</a:t>
            </a:r>
          </a:p>
          <a:p>
            <a:pPr marL="0" indent="0">
              <a:buNone/>
            </a:pPr>
            <a:r>
              <a:rPr lang="en-US" sz="2800" dirty="0"/>
              <a:t>		q</a:t>
            </a:r>
            <a:r>
              <a:rPr lang="en-US" sz="2800" baseline="-25000" dirty="0"/>
              <a:t>2</a:t>
            </a:r>
            <a:r>
              <a:rPr lang="en-US" sz="2800" dirty="0"/>
              <a:t> = + 2 x 10</a:t>
            </a:r>
            <a:r>
              <a:rPr lang="en-US" sz="2800" baseline="30000" dirty="0"/>
              <a:t>−12</a:t>
            </a:r>
            <a:r>
              <a:rPr lang="en-US" sz="2800" dirty="0"/>
              <a:t> C  </a:t>
            </a:r>
          </a:p>
          <a:p>
            <a:pPr marL="0" indent="0">
              <a:buNone/>
            </a:pPr>
            <a:r>
              <a:rPr lang="en-US" sz="2800" dirty="0"/>
              <a:t>		q</a:t>
            </a:r>
            <a:r>
              <a:rPr lang="en-US" sz="2800" baseline="-25000" dirty="0"/>
              <a:t>3</a:t>
            </a:r>
            <a:r>
              <a:rPr lang="en-US" sz="2800" dirty="0"/>
              <a:t> = - 10</a:t>
            </a:r>
            <a:r>
              <a:rPr lang="en-US" sz="2800" baseline="30000" dirty="0"/>
              <a:t>−12</a:t>
            </a:r>
            <a:r>
              <a:rPr lang="en-US" sz="2800" dirty="0"/>
              <a:t> C</a:t>
            </a:r>
          </a:p>
          <a:p>
            <a:pPr marL="0" indent="0">
              <a:buNone/>
            </a:pPr>
            <a:r>
              <a:rPr lang="en-US" sz="2800" dirty="0" err="1"/>
              <a:t>Ditanya</a:t>
            </a:r>
            <a:r>
              <a:rPr lang="en-US" sz="2800" dirty="0"/>
              <a:t> V</a:t>
            </a:r>
            <a:r>
              <a:rPr lang="en-US" sz="2800" baseline="-25000" dirty="0"/>
              <a:t>P</a:t>
            </a:r>
            <a:r>
              <a:rPr lang="en-US" sz="2800" dirty="0"/>
              <a:t>…..?</a:t>
            </a:r>
            <a:endParaRPr lang="en-US" sz="2800" baseline="-25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FA2147-0BDA-4695-A74B-0E56352A5D6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96" y="1492087"/>
            <a:ext cx="3665408" cy="190579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3">
                <a:extLst>
                  <a:ext uri="{FF2B5EF4-FFF2-40B4-BE49-F238E27FC236}">
                    <a16:creationId xmlns:a16="http://schemas.microsoft.com/office/drawing/2014/main" id="{FE09BDA2-61DD-4066-BFD0-4D98B2F1F4E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37973" y="1383632"/>
                <a:ext cx="6707563" cy="54539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/>
                  <a:t>Dijawab : </a:t>
                </a:r>
              </a:p>
              <a:p>
                <a:r>
                  <a:rPr lang="en-US" sz="2800" dirty="0"/>
                  <a:t>V</a:t>
                </a:r>
                <a:r>
                  <a:rPr lang="en-US" sz="2800" baseline="-25000" dirty="0"/>
                  <a:t>P</a:t>
                </a:r>
                <a:r>
                  <a:rPr lang="en-US" sz="2800" dirty="0"/>
                  <a:t> = V</a:t>
                </a:r>
                <a:r>
                  <a:rPr lang="en-US" sz="2800" baseline="-25000" dirty="0"/>
                  <a:t>1</a:t>
                </a:r>
                <a:r>
                  <a:rPr lang="en-US" sz="2800" dirty="0"/>
                  <a:t> + V</a:t>
                </a:r>
                <a:r>
                  <a:rPr lang="en-US" sz="2800" baseline="-25000" dirty="0"/>
                  <a:t>2</a:t>
                </a:r>
                <a:r>
                  <a:rPr lang="en-US" sz="2800" dirty="0"/>
                  <a:t> + V</a:t>
                </a:r>
                <a:r>
                  <a:rPr lang="en-US" sz="2800" baseline="-25000" dirty="0"/>
                  <a:t>3</a:t>
                </a:r>
              </a:p>
              <a:p>
                <a:r>
                  <a:rPr lang="en-US" sz="2800" dirty="0"/>
                  <a:t>V</a:t>
                </a:r>
                <a:r>
                  <a:rPr lang="en-US" sz="2800" baseline="-25000" dirty="0"/>
                  <a:t>P</a:t>
                </a:r>
                <a:r>
                  <a:rPr lang="en-US" sz="2800" dirty="0"/>
                  <a:t> =k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sz="280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800" dirty="0"/>
                  <a:t> 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800" dirty="0"/>
                  <a:t> 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2800" baseline="-25000" dirty="0"/>
              </a:p>
              <a:p>
                <a:r>
                  <a:rPr lang="en-US" sz="2800" dirty="0"/>
                  <a:t>V</a:t>
                </a:r>
                <a:r>
                  <a:rPr lang="en-US" sz="2800" baseline="-25000" dirty="0"/>
                  <a:t>P</a:t>
                </a:r>
                <a:r>
                  <a:rPr lang="en-US" sz="2800" dirty="0"/>
                  <a:t> =k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800" b="0" i="1" baseline="-2500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2800" b="0" i="1" baseline="-2500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f>
                          <m:f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800" b="0" i="1" baseline="-25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2800" b="0" i="1" baseline="-25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f>
                          <m:f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800" b="0" i="1" baseline="-2500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2800" b="0" i="1" baseline="-2500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800" baseline="-25000" dirty="0"/>
              </a:p>
              <a:p>
                <a:r>
                  <a:rPr lang="en-US" sz="2800" dirty="0"/>
                  <a:t>V</a:t>
                </a:r>
                <a:r>
                  <a:rPr lang="en-US" sz="2800" baseline="-25000" dirty="0"/>
                  <a:t>P</a:t>
                </a:r>
                <a:r>
                  <a:rPr lang="en-US" sz="2800" dirty="0"/>
                  <a:t> =9.10</a:t>
                </a:r>
                <a:r>
                  <a:rPr lang="en-US" sz="2800" baseline="30000" dirty="0"/>
                  <a:t>9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800" dirty="0" smtClean="0"/>
                              <m:t>10</m:t>
                            </m:r>
                            <m:r>
                              <m:rPr>
                                <m:nor/>
                              </m:rPr>
                              <a:rPr lang="en-US" sz="2800" baseline="30000" dirty="0" smtClean="0"/>
                              <m:t>−12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5.</m:t>
                            </m:r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p>
                            </m:sSup>
                          </m:den>
                        </m:f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f>
                          <m:f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800" dirty="0" smtClean="0"/>
                              <m:t>2 </m:t>
                            </m:r>
                            <m:r>
                              <m:rPr>
                                <m:nor/>
                              </m:rPr>
                              <a:rPr lang="en-US" sz="2800" dirty="0" smtClean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sz="2800" dirty="0" smtClean="0"/>
                              <m:t> 10−12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3.</m:t>
                            </m:r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f>
                          <m:f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800" dirty="0" smtClean="0"/>
                              <m:t>− 10</m:t>
                            </m:r>
                            <m:r>
                              <m:rPr>
                                <m:nor/>
                              </m:rPr>
                              <a:rPr lang="en-US" sz="2800" baseline="30000" dirty="0" smtClean="0"/>
                              <m:t>−12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5.</m:t>
                            </m:r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sz="2800" baseline="-25000" dirty="0"/>
              </a:p>
              <a:p>
                <a:r>
                  <a:rPr lang="en-US" sz="2800" dirty="0"/>
                  <a:t>V</a:t>
                </a:r>
                <a:r>
                  <a:rPr lang="en-US" sz="2800" baseline="-25000" dirty="0"/>
                  <a:t>P</a:t>
                </a:r>
                <a:r>
                  <a:rPr lang="en-US" sz="2800" dirty="0"/>
                  <a:t> =9.10</a:t>
                </a:r>
                <a:r>
                  <a:rPr lang="en-US" sz="2800" baseline="30000" dirty="0"/>
                  <a:t>9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f>
                          <m:f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800" dirty="0" smtClean="0"/>
                              <m:t>2 </m:t>
                            </m:r>
                            <m:r>
                              <m:rPr>
                                <m:nor/>
                              </m:rPr>
                              <a:rPr lang="en-US" sz="2800" dirty="0" smtClean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sz="2800" dirty="0" smtClean="0"/>
                              <m:t> 10−12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3.</m:t>
                            </m:r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</m:e>
                    </m:d>
                  </m:oMath>
                </a14:m>
                <a:endParaRPr lang="en-US" sz="2800" baseline="-25000" dirty="0"/>
              </a:p>
              <a:p>
                <a:r>
                  <a:rPr lang="en-US" sz="2800" dirty="0"/>
                  <a:t>V</a:t>
                </a:r>
                <a:r>
                  <a:rPr lang="en-US" sz="2800" baseline="-25000" dirty="0"/>
                  <a:t>P</a:t>
                </a:r>
                <a:r>
                  <a:rPr lang="en-US" sz="2800" dirty="0"/>
                  <a:t> =3.10</a:t>
                </a:r>
                <a:r>
                  <a:rPr lang="en-US" sz="2800" baseline="30000" dirty="0"/>
                  <a:t>9</a:t>
                </a:r>
                <a:r>
                  <a:rPr lang="en-US" sz="2800" baseline="-25000" dirty="0"/>
                  <a:t>.</a:t>
                </a:r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2.</m:t>
                    </m:r>
                    <m:r>
                      <m:rPr>
                        <m:nor/>
                      </m:rPr>
                      <a:rPr lang="en-US" sz="2800" dirty="0" smtClean="0"/>
                      <m:t>10</m:t>
                    </m:r>
                    <m:r>
                      <m:rPr>
                        <m:nor/>
                      </m:rPr>
                      <a:rPr lang="en-US" sz="2800" baseline="30000" dirty="0" smtClean="0"/>
                      <m:t>−1</m:t>
                    </m:r>
                    <m:r>
                      <m:rPr>
                        <m:nor/>
                      </m:rPr>
                      <a:rPr lang="en-US" sz="2800" b="0" i="0" baseline="30000" dirty="0" smtClean="0"/>
                      <m:t>0</m:t>
                    </m:r>
                  </m:oMath>
                </a14:m>
                <a:r>
                  <a:rPr lang="en-US" sz="2800" dirty="0"/>
                  <a:t>= 0,6 volt</a:t>
                </a:r>
              </a:p>
              <a:p>
                <a:endParaRPr lang="en-US" sz="2800" baseline="-25000" dirty="0"/>
              </a:p>
              <a:p>
                <a:endParaRPr lang="en-US" sz="2800" baseline="-25000" dirty="0"/>
              </a:p>
              <a:p>
                <a:endParaRPr lang="en-US" sz="2800" baseline="-25000" dirty="0"/>
              </a:p>
            </p:txBody>
          </p:sp>
        </mc:Choice>
        <mc:Fallback xmlns="">
          <p:sp>
            <p:nvSpPr>
              <p:cNvPr id="9" name="Content Placeholder 3">
                <a:extLst>
                  <a:ext uri="{FF2B5EF4-FFF2-40B4-BE49-F238E27FC236}">
                    <a16:creationId xmlns:a16="http://schemas.microsoft.com/office/drawing/2014/main" id="{FE09BDA2-61DD-4066-BFD0-4D98B2F1F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973" y="1383632"/>
                <a:ext cx="6707563" cy="5453929"/>
              </a:xfrm>
              <a:prstGeom prst="rect">
                <a:avLst/>
              </a:prstGeom>
              <a:blipFill>
                <a:blip r:embed="rId4"/>
                <a:stretch>
                  <a:fillRect l="-1817" t="-1899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3D13666-3FC9-4FA4-A8C0-F9623069445A}"/>
              </a:ext>
            </a:extLst>
          </p:cNvPr>
          <p:cNvCxnSpPr/>
          <p:nvPr/>
        </p:nvCxnSpPr>
        <p:spPr>
          <a:xfrm flipV="1">
            <a:off x="6927284" y="4384170"/>
            <a:ext cx="401779" cy="3613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1810C2-5EAF-4776-B269-2E2BE5A550AE}"/>
              </a:ext>
            </a:extLst>
          </p:cNvPr>
          <p:cNvCxnSpPr/>
          <p:nvPr/>
        </p:nvCxnSpPr>
        <p:spPr>
          <a:xfrm flipV="1">
            <a:off x="5763490" y="3948545"/>
            <a:ext cx="290945" cy="692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FF27BF1-6CEF-4974-8630-D82AB3D00377}"/>
                  </a:ext>
                </a:extLst>
              </p14:cNvPr>
              <p14:cNvContentPartPr/>
              <p14:nvPr/>
            </p14:nvContentPartPr>
            <p14:xfrm>
              <a:off x="3268440" y="1222200"/>
              <a:ext cx="7625520" cy="2965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FF27BF1-6CEF-4974-8630-D82AB3D0037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59080" y="1212840"/>
                <a:ext cx="7644240" cy="29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47B1916-DF5B-4283-843C-A083D9EE9A22}"/>
                  </a:ext>
                </a:extLst>
              </p14:cNvPr>
              <p14:cNvContentPartPr/>
              <p14:nvPr/>
            </p14:nvContentPartPr>
            <p14:xfrm>
              <a:off x="7129800" y="3451320"/>
              <a:ext cx="4661280" cy="1230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47B1916-DF5B-4283-843C-A083D9EE9A2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20440" y="3441960"/>
                <a:ext cx="4680000" cy="124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88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1" name="Rectangle 6">
            <a:extLst>
              <a:ext uri="{FF2B5EF4-FFF2-40B4-BE49-F238E27FC236}">
                <a16:creationId xmlns:a16="http://schemas.microsoft.com/office/drawing/2014/main" id="{63B6C824-2BA0-43D7-A3E2-9246BC60C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960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24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  Hukum Kekekalan Energi Mekanik</a:t>
            </a:r>
            <a:endParaRPr lang="en-US" altLang="en-US" sz="240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196" name="Object 5">
            <a:extLst>
              <a:ext uri="{FF2B5EF4-FFF2-40B4-BE49-F238E27FC236}">
                <a16:creationId xmlns:a16="http://schemas.microsoft.com/office/drawing/2014/main" id="{426E3E7C-BC84-4879-B7CA-093A72EAFB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025219"/>
              </p:ext>
            </p:extLst>
          </p:nvPr>
        </p:nvGraphicFramePr>
        <p:xfrm>
          <a:off x="508819" y="461963"/>
          <a:ext cx="42672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7" name="Equation" r:id="rId3" imgW="2120900" imgH="762000" progId="Equation.3">
                  <p:embed/>
                </p:oleObj>
              </mc:Choice>
              <mc:Fallback>
                <p:oleObj name="Equation" r:id="rId3" imgW="2120900" imgH="762000" progId="Equation.3">
                  <p:embed/>
                  <p:pic>
                    <p:nvPicPr>
                      <p:cNvPr id="8196" name="Object 5">
                        <a:extLst>
                          <a:ext uri="{FF2B5EF4-FFF2-40B4-BE49-F238E27FC236}">
                            <a16:creationId xmlns:a16="http://schemas.microsoft.com/office/drawing/2014/main" id="{426E3E7C-BC84-4879-B7CA-093A72EAFB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819" y="461963"/>
                        <a:ext cx="42672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6">
            <a:extLst>
              <a:ext uri="{FF2B5EF4-FFF2-40B4-BE49-F238E27FC236}">
                <a16:creationId xmlns:a16="http://schemas.microsoft.com/office/drawing/2014/main" id="{624DFBB1-0913-40BF-B3CA-CB38FA51B818}"/>
              </a:ext>
            </a:extLst>
          </p:cNvPr>
          <p:cNvSpPr txBox="1">
            <a:spLocks/>
          </p:cNvSpPr>
          <p:nvPr/>
        </p:nvSpPr>
        <p:spPr>
          <a:xfrm>
            <a:off x="201561" y="2138363"/>
            <a:ext cx="12142839" cy="1524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1EF0B5F-ED77-46BB-9853-4D76D88D2DED}"/>
                  </a:ext>
                </a:extLst>
              </p14:cNvPr>
              <p14:cNvContentPartPr/>
              <p14:nvPr/>
            </p14:nvContentPartPr>
            <p14:xfrm>
              <a:off x="762840" y="1158840"/>
              <a:ext cx="3356640" cy="1374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1EF0B5F-ED77-46BB-9853-4D76D88D2DE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3480" y="1149480"/>
                <a:ext cx="3375360" cy="139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84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8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8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8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7B9F002-A3FB-4411-B25C-049B4C7B3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04800"/>
            <a:ext cx="8229600" cy="4572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sz="2800" b="1" dirty="0"/>
              <a:t>6. </a:t>
            </a:r>
            <a:r>
              <a:rPr lang="en-US" sz="2800" b="1" dirty="0" err="1"/>
              <a:t>Hubungan</a:t>
            </a:r>
            <a:r>
              <a:rPr lang="en-US" sz="2800" b="1" dirty="0"/>
              <a:t> </a:t>
            </a:r>
            <a:r>
              <a:rPr lang="en-US" sz="2800" b="1" dirty="0" err="1"/>
              <a:t>Potensial</a:t>
            </a:r>
            <a:r>
              <a:rPr lang="en-US" sz="2800" b="1" dirty="0"/>
              <a:t> </a:t>
            </a:r>
            <a:r>
              <a:rPr lang="en-US" sz="2800" b="1" dirty="0" err="1"/>
              <a:t>dan</a:t>
            </a:r>
            <a:r>
              <a:rPr lang="en-US" sz="2800" b="1" dirty="0"/>
              <a:t> </a:t>
            </a:r>
            <a:r>
              <a:rPr lang="en-US" sz="2800" b="1" dirty="0" err="1"/>
              <a:t>medan</a:t>
            </a:r>
            <a:r>
              <a:rPr lang="en-US" sz="2800" b="1" dirty="0"/>
              <a:t> </a:t>
            </a:r>
            <a:r>
              <a:rPr lang="en-US" sz="2800" b="1" dirty="0" err="1"/>
              <a:t>Listrik</a:t>
            </a:r>
            <a:endParaRPr lang="en-US" sz="28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C19929A-3FFC-4596-8DAC-5532B5093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400" y="838201"/>
            <a:ext cx="8229600" cy="5287963"/>
          </a:xfrm>
          <a:ln>
            <a:miter lim="800000"/>
            <a:headEnd/>
            <a:tailEnd/>
          </a:ln>
        </p:spPr>
        <p:txBody>
          <a:bodyPr rtlCol="0">
            <a:normAutofit/>
          </a:bodyPr>
          <a:lstStyle/>
          <a:p>
            <a:pPr marL="457200" indent="-274320" algn="just">
              <a:lnSpc>
                <a:spcPct val="115000"/>
              </a:lnSpc>
              <a:spcBef>
                <a:spcPts val="0"/>
              </a:spcBef>
              <a:buClr>
                <a:schemeClr val="accent3"/>
              </a:buClr>
              <a:defRPr/>
            </a:pPr>
            <a:r>
              <a:rPr lang="en-US" sz="2400" dirty="0">
                <a:ea typeface="Calibri"/>
                <a:cs typeface="Times New Roman"/>
              </a:rPr>
              <a:t>W = q .v</a:t>
            </a:r>
          </a:p>
          <a:p>
            <a:pPr marL="457200" indent="-274320" algn="just">
              <a:lnSpc>
                <a:spcPct val="115000"/>
              </a:lnSpc>
              <a:spcBef>
                <a:spcPts val="0"/>
              </a:spcBef>
              <a:buClr>
                <a:schemeClr val="accent3"/>
              </a:buClr>
              <a:defRPr/>
            </a:pPr>
            <a:r>
              <a:rPr lang="en-US" sz="2400" dirty="0">
                <a:ea typeface="Calibri"/>
                <a:cs typeface="Times New Roman"/>
              </a:rPr>
              <a:t>F. ∆x = q. v</a:t>
            </a:r>
          </a:p>
          <a:p>
            <a:pPr marL="457200" indent="-27432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defRPr/>
            </a:pPr>
            <a:r>
              <a:rPr lang="en-US" sz="2400" strike="sngStrike" dirty="0">
                <a:ea typeface="Calibri"/>
                <a:cs typeface="Times New Roman"/>
              </a:rPr>
              <a:t>q</a:t>
            </a:r>
            <a:r>
              <a:rPr lang="en-US" sz="2400" dirty="0">
                <a:ea typeface="Calibri"/>
                <a:cs typeface="Times New Roman"/>
              </a:rPr>
              <a:t> . E . ∆x = </a:t>
            </a:r>
            <a:r>
              <a:rPr lang="en-US" sz="2400" strike="sngStrike" dirty="0">
                <a:ea typeface="Calibri"/>
                <a:cs typeface="Times New Roman"/>
              </a:rPr>
              <a:t>q</a:t>
            </a:r>
            <a:r>
              <a:rPr lang="en-US" sz="2400" dirty="0">
                <a:ea typeface="Calibri"/>
                <a:cs typeface="Times New Roman"/>
              </a:rPr>
              <a:t> . v</a:t>
            </a:r>
          </a:p>
          <a:p>
            <a:pPr marL="274320" indent="-274320">
              <a:buClr>
                <a:schemeClr val="accent3"/>
              </a:buClr>
              <a:defRPr/>
            </a:pPr>
            <a:r>
              <a:rPr lang="en-US" sz="2400" dirty="0">
                <a:ea typeface="Calibri"/>
                <a:cs typeface="Times New Roman"/>
              </a:rPr>
              <a:t>v = E . ∆x     </a:t>
            </a:r>
            <a:r>
              <a:rPr lang="en-US" sz="2400" dirty="0" err="1">
                <a:ea typeface="Calibri"/>
                <a:cs typeface="Times New Roman"/>
              </a:rPr>
              <a:t>atau</a:t>
            </a:r>
            <a:r>
              <a:rPr lang="en-US" sz="2400" dirty="0">
                <a:ea typeface="Calibri"/>
                <a:cs typeface="Times New Roman"/>
              </a:rPr>
              <a:t> </a:t>
            </a:r>
            <a:endParaRPr lang="en-US" sz="2400" dirty="0"/>
          </a:p>
        </p:txBody>
      </p:sp>
      <p:graphicFrame>
        <p:nvGraphicFramePr>
          <p:cNvPr id="9218" name="Object 2">
            <a:extLst>
              <a:ext uri="{FF2B5EF4-FFF2-40B4-BE49-F238E27FC236}">
                <a16:creationId xmlns:a16="http://schemas.microsoft.com/office/drawing/2014/main" id="{060C75B0-65E7-44F8-ADB1-6769667312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2286000"/>
          <a:ext cx="8636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8" name="Equation" r:id="rId3" imgW="505938" imgH="391896" progId="Equation.3">
                  <p:embed/>
                </p:oleObj>
              </mc:Choice>
              <mc:Fallback>
                <p:oleObj name="Equation" r:id="rId3" imgW="505938" imgH="391896" progId="Equation.3">
                  <p:embed/>
                  <p:pic>
                    <p:nvPicPr>
                      <p:cNvPr id="9218" name="Object 2">
                        <a:extLst>
                          <a:ext uri="{FF2B5EF4-FFF2-40B4-BE49-F238E27FC236}">
                            <a16:creationId xmlns:a16="http://schemas.microsoft.com/office/drawing/2014/main" id="{060C75B0-65E7-44F8-ADB1-6769667312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286000"/>
                        <a:ext cx="86360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7" name="Rectangle 3">
            <a:extLst>
              <a:ext uri="{FF2B5EF4-FFF2-40B4-BE49-F238E27FC236}">
                <a16:creationId xmlns:a16="http://schemas.microsoft.com/office/drawing/2014/main" id="{71C1110B-4AAB-407A-864A-39E550EE9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971801"/>
            <a:ext cx="5334000" cy="3230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400" b="1" dirty="0" err="1">
                <a:latin typeface="Calibri" pitchFamily="34" charset="0"/>
                <a:ea typeface="Calibri" pitchFamily="34" charset="0"/>
                <a:cs typeface="Times New Roman" pitchFamily="18" charset="0"/>
              </a:rPr>
              <a:t>Dua</a:t>
            </a:r>
            <a:r>
              <a:rPr lang="en-US" sz="24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0"/>
                <a:cs typeface="Times New Roman" pitchFamily="18" charset="0"/>
              </a:rPr>
              <a:t>keping</a:t>
            </a:r>
            <a:r>
              <a:rPr lang="en-US" sz="24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0"/>
                <a:cs typeface="Times New Roman" pitchFamily="18" charset="0"/>
              </a:rPr>
              <a:t>sejajar</a:t>
            </a:r>
            <a:r>
              <a:rPr lang="en-US" sz="24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endParaRPr lang="en-US" sz="2400" dirty="0"/>
          </a:p>
          <a:p>
            <a:pPr eaLnBrk="0" hangingPunct="0">
              <a:buFontTx/>
              <a:buChar char="•"/>
              <a:defRPr/>
            </a:pPr>
            <a:r>
              <a:rPr lang="en-US" sz="24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  </a:t>
            </a:r>
            <a:r>
              <a:rPr lang="en-US" sz="2400" dirty="0" err="1">
                <a:latin typeface="Calibri" pitchFamily="34" charset="0"/>
                <a:ea typeface="Calibri" pitchFamily="34" charset="0"/>
                <a:cs typeface="Times New Roman" pitchFamily="18" charset="0"/>
              </a:rPr>
              <a:t>Diantara</a:t>
            </a:r>
            <a:r>
              <a:rPr lang="en-US" sz="24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Calibri" pitchFamily="34" charset="0"/>
                <a:ea typeface="Calibri" pitchFamily="34" charset="0"/>
                <a:cs typeface="Times New Roman" pitchFamily="18" charset="0"/>
              </a:rPr>
              <a:t>dua</a:t>
            </a:r>
            <a:r>
              <a:rPr lang="en-US" sz="24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Calibri" pitchFamily="34" charset="0"/>
                <a:ea typeface="Calibri" pitchFamily="34" charset="0"/>
                <a:cs typeface="Times New Roman" pitchFamily="18" charset="0"/>
              </a:rPr>
              <a:t>keping</a:t>
            </a:r>
            <a:r>
              <a:rPr lang="en-US" sz="24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 (r  </a:t>
            </a:r>
            <a:r>
              <a:rPr lang="en-US" sz="2400" dirty="0">
                <a:latin typeface="Calibri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</a:t>
            </a:r>
            <a:r>
              <a:rPr lang="en-US" sz="24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 d)</a:t>
            </a:r>
            <a:endParaRPr lang="en-US" sz="2400" dirty="0">
              <a:ea typeface="Calibri" pitchFamily="34" charset="0"/>
              <a:cs typeface="Times New Roman" pitchFamily="18" charset="0"/>
              <a:sym typeface="Symbol" pitchFamily="18" charset="2"/>
            </a:endParaRPr>
          </a:p>
          <a:p>
            <a:pPr eaLnBrk="0" hangingPunct="0">
              <a:defRPr/>
            </a:pPr>
            <a:r>
              <a:rPr lang="en-US" sz="2400" dirty="0">
                <a:latin typeface="Calibri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  </a:t>
            </a:r>
          </a:p>
          <a:p>
            <a:pPr eaLnBrk="0" hangingPunct="0">
              <a:defRPr/>
            </a:pPr>
            <a:r>
              <a:rPr lang="en-US" sz="2400" dirty="0">
                <a:latin typeface="Calibri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   v = E . r =</a:t>
            </a:r>
          </a:p>
          <a:p>
            <a:pPr eaLnBrk="0" hangingPunct="0">
              <a:defRPr/>
            </a:pPr>
            <a:r>
              <a:rPr lang="en-US" sz="2400" dirty="0">
                <a:latin typeface="Calibri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Font typeface="Symbol"/>
              <a:buChar char=""/>
              <a:defRPr/>
            </a:pPr>
            <a:r>
              <a:rPr lang="en-US" sz="2400" dirty="0">
                <a:ea typeface="Calibri"/>
                <a:cs typeface="Times New Roman"/>
              </a:rPr>
              <a:t>Di </a:t>
            </a:r>
            <a:r>
              <a:rPr lang="en-US" sz="2400" dirty="0" err="1">
                <a:ea typeface="Calibri"/>
                <a:cs typeface="Times New Roman"/>
              </a:rPr>
              <a:t>luar</a:t>
            </a:r>
            <a:r>
              <a:rPr lang="en-US" sz="2400" dirty="0">
                <a:ea typeface="Calibri"/>
                <a:cs typeface="Times New Roman"/>
              </a:rPr>
              <a:t> </a:t>
            </a:r>
            <a:r>
              <a:rPr lang="en-US" sz="2400" dirty="0" err="1">
                <a:ea typeface="Calibri"/>
                <a:cs typeface="Times New Roman"/>
              </a:rPr>
              <a:t>keping</a:t>
            </a:r>
            <a:r>
              <a:rPr lang="en-US" sz="2400" dirty="0">
                <a:ea typeface="Calibri"/>
                <a:cs typeface="Times New Roman"/>
              </a:rPr>
              <a:t> (r &gt; d) </a:t>
            </a:r>
          </a:p>
          <a:p>
            <a:pPr>
              <a:defRPr/>
            </a:pPr>
            <a:endParaRPr lang="en-US" sz="2400" dirty="0">
              <a:ea typeface="Calibri"/>
              <a:cs typeface="Times New Roman"/>
            </a:endParaRPr>
          </a:p>
          <a:p>
            <a:pPr>
              <a:defRPr/>
            </a:pPr>
            <a:r>
              <a:rPr lang="en-US" sz="2400" dirty="0">
                <a:ea typeface="Calibri"/>
                <a:cs typeface="Times New Roman"/>
              </a:rPr>
              <a:t>     v = E . d = </a:t>
            </a:r>
            <a:endParaRPr lang="en-US" sz="2400" dirty="0">
              <a:latin typeface="Calibri" pitchFamily="34" charset="0"/>
              <a:ea typeface="Calibri" pitchFamily="34" charset="0"/>
              <a:cs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9219" name="Object 4">
            <a:extLst>
              <a:ext uri="{FF2B5EF4-FFF2-40B4-BE49-F238E27FC236}">
                <a16:creationId xmlns:a16="http://schemas.microsoft.com/office/drawing/2014/main" id="{4B78E5BF-4A0A-4FF1-B307-3E32B26F31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3886200"/>
          <a:ext cx="7683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9" name="Equation" r:id="rId5" imgW="315310" imgH="429752" progId="Equation.3">
                  <p:embed/>
                </p:oleObj>
              </mc:Choice>
              <mc:Fallback>
                <p:oleObj name="Equation" r:id="rId5" imgW="315310" imgH="429752" progId="Equation.3">
                  <p:embed/>
                  <p:pic>
                    <p:nvPicPr>
                      <p:cNvPr id="9219" name="Object 4">
                        <a:extLst>
                          <a:ext uri="{FF2B5EF4-FFF2-40B4-BE49-F238E27FC236}">
                            <a16:creationId xmlns:a16="http://schemas.microsoft.com/office/drawing/2014/main" id="{4B78E5BF-4A0A-4FF1-B307-3E32B26F31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886200"/>
                        <a:ext cx="7683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5">
            <a:extLst>
              <a:ext uri="{FF2B5EF4-FFF2-40B4-BE49-F238E27FC236}">
                <a16:creationId xmlns:a16="http://schemas.microsoft.com/office/drawing/2014/main" id="{A02DCFE5-4D3B-48DD-9D4F-3D6F1A422F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5562600"/>
          <a:ext cx="93345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0" name="Equation" r:id="rId7" imgW="343418" imgH="429752" progId="Equation.3">
                  <p:embed/>
                </p:oleObj>
              </mc:Choice>
              <mc:Fallback>
                <p:oleObj name="Equation" r:id="rId7" imgW="343418" imgH="429752" progId="Equation.3">
                  <p:embed/>
                  <p:pic>
                    <p:nvPicPr>
                      <p:cNvPr id="9220" name="Object 5">
                        <a:extLst>
                          <a:ext uri="{FF2B5EF4-FFF2-40B4-BE49-F238E27FC236}">
                            <a16:creationId xmlns:a16="http://schemas.microsoft.com/office/drawing/2014/main" id="{A02DCFE5-4D3B-48DD-9D4F-3D6F1A422F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562600"/>
                        <a:ext cx="93345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" name="Rectangle 7">
            <a:extLst>
              <a:ext uri="{FF2B5EF4-FFF2-40B4-BE49-F238E27FC236}">
                <a16:creationId xmlns:a16="http://schemas.microsoft.com/office/drawing/2014/main" id="{93485573-114D-4F7A-B50A-6A016DC51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971801"/>
            <a:ext cx="4343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24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Bola konduktor bermuatan</a:t>
            </a:r>
            <a:r>
              <a:rPr lang="en-US" altLang="en-US" sz="11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altLang="en-US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227" name="Rectangle 15">
            <a:extLst>
              <a:ext uri="{FF2B5EF4-FFF2-40B4-BE49-F238E27FC236}">
                <a16:creationId xmlns:a16="http://schemas.microsoft.com/office/drawing/2014/main" id="{805DED23-9E65-4646-A83B-3A695C466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429001"/>
            <a:ext cx="44973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" panose="020F0502020204030204" pitchFamily="34" charset="0"/>
              </a:rPr>
              <a:t>  Di </a:t>
            </a:r>
            <a:r>
              <a:rPr lang="en-US" altLang="en-US" sz="2400" dirty="0" err="1">
                <a:latin typeface="Calibri" panose="020F0502020204030204" pitchFamily="34" charset="0"/>
              </a:rPr>
              <a:t>dalam</a:t>
            </a:r>
            <a:r>
              <a:rPr lang="en-US" altLang="en-US" sz="2400" dirty="0">
                <a:latin typeface="Calibri" panose="020F0502020204030204" pitchFamily="34" charset="0"/>
              </a:rPr>
              <a:t> dan di </a:t>
            </a:r>
            <a:r>
              <a:rPr lang="en-US" altLang="en-US" sz="2400" dirty="0" err="1">
                <a:latin typeface="Calibri" panose="020F0502020204030204" pitchFamily="34" charset="0"/>
              </a:rPr>
              <a:t>kulit</a:t>
            </a:r>
            <a:r>
              <a:rPr lang="en-US" altLang="en-US" sz="2400" dirty="0">
                <a:latin typeface="Calibri" panose="020F0502020204030204" pitchFamily="34" charset="0"/>
              </a:rPr>
              <a:t> bola (r </a:t>
            </a:r>
            <a:r>
              <a:rPr lang="en-US" altLang="en-US" sz="2400" dirty="0">
                <a:latin typeface="Calibri" panose="020F0502020204030204" pitchFamily="34" charset="0"/>
                <a:sym typeface="Symbol" panose="05050102010706020507" pitchFamily="18" charset="2"/>
              </a:rPr>
              <a:t></a:t>
            </a:r>
            <a:r>
              <a:rPr lang="en-US" altLang="en-US" sz="2400" dirty="0">
                <a:latin typeface="Calibri" panose="020F0502020204030204" pitchFamily="34" charset="0"/>
              </a:rPr>
              <a:t> R)</a:t>
            </a:r>
            <a:endParaRPr lang="en-US" altLang="en-US" dirty="0">
              <a:latin typeface="Calibri" panose="020F0502020204030204" pitchFamily="34" charset="0"/>
            </a:endParaRPr>
          </a:p>
        </p:txBody>
      </p:sp>
      <p:graphicFrame>
        <p:nvGraphicFramePr>
          <p:cNvPr id="9221" name="Object 9">
            <a:extLst>
              <a:ext uri="{FF2B5EF4-FFF2-40B4-BE49-F238E27FC236}">
                <a16:creationId xmlns:a16="http://schemas.microsoft.com/office/drawing/2014/main" id="{7ADD348A-9BA3-455A-8BF7-8499682F5D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4200" y="3886200"/>
          <a:ext cx="914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1" name="Equation" r:id="rId9" imgW="534046" imgH="391896" progId="Equation.3">
                  <p:embed/>
                </p:oleObj>
              </mc:Choice>
              <mc:Fallback>
                <p:oleObj name="Equation" r:id="rId9" imgW="534046" imgH="391896" progId="Equation.3">
                  <p:embed/>
                  <p:pic>
                    <p:nvPicPr>
                      <p:cNvPr id="9221" name="Object 9">
                        <a:extLst>
                          <a:ext uri="{FF2B5EF4-FFF2-40B4-BE49-F238E27FC236}">
                            <a16:creationId xmlns:a16="http://schemas.microsoft.com/office/drawing/2014/main" id="{7ADD348A-9BA3-455A-8BF7-8499682F5D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3886200"/>
                        <a:ext cx="9144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8" name="Rectangle 17">
            <a:extLst>
              <a:ext uri="{FF2B5EF4-FFF2-40B4-BE49-F238E27FC236}">
                <a16:creationId xmlns:a16="http://schemas.microsoft.com/office/drawing/2014/main" id="{3B9D4E51-EABA-4E4A-9B4B-664B2F3B2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1" y="4800601"/>
            <a:ext cx="2608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</a:rPr>
              <a:t>Di luar bola (r &gt; R) </a:t>
            </a:r>
          </a:p>
        </p:txBody>
      </p:sp>
      <p:graphicFrame>
        <p:nvGraphicFramePr>
          <p:cNvPr id="9222" name="Object 10">
            <a:extLst>
              <a:ext uri="{FF2B5EF4-FFF2-40B4-BE49-F238E27FC236}">
                <a16:creationId xmlns:a16="http://schemas.microsoft.com/office/drawing/2014/main" id="{7476514D-CDA5-4FA8-8B1C-B5142A06F9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4200" y="5410200"/>
          <a:ext cx="8382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2" name="Equation" r:id="rId11" imgW="495848" imgH="391896" progId="Equation.3">
                  <p:embed/>
                </p:oleObj>
              </mc:Choice>
              <mc:Fallback>
                <p:oleObj name="Equation" r:id="rId11" imgW="495848" imgH="391896" progId="Equation.3">
                  <p:embed/>
                  <p:pic>
                    <p:nvPicPr>
                      <p:cNvPr id="9222" name="Object 10">
                        <a:extLst>
                          <a:ext uri="{FF2B5EF4-FFF2-40B4-BE49-F238E27FC236}">
                            <a16:creationId xmlns:a16="http://schemas.microsoft.com/office/drawing/2014/main" id="{7476514D-CDA5-4FA8-8B1C-B5142A06F9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5410200"/>
                        <a:ext cx="8382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BF49F6B-C91C-4510-89A1-26DE811EAEDE}"/>
                  </a:ext>
                </a:extLst>
              </p14:cNvPr>
              <p14:cNvContentPartPr/>
              <p14:nvPr/>
            </p14:nvContentPartPr>
            <p14:xfrm>
              <a:off x="5528520" y="1929600"/>
              <a:ext cx="5020920" cy="5751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BF49F6B-C91C-4510-89A1-26DE811EAED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519160" y="1920240"/>
                <a:ext cx="5039640" cy="5769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8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8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8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3" dur="8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4" dur="8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8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5" dur="8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6" dur="8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8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2" dur="80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3" dur="80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80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4" dur="80"/>
                                        <p:tgtEl>
                                          <p:spTgt spid="9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5" dur="80"/>
                                        <p:tgtEl>
                                          <p:spTgt spid="9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80"/>
                                        <p:tgtEl>
                                          <p:spTgt spid="9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1" dur="80"/>
                                        <p:tgtEl>
                                          <p:spTgt spid="9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2" dur="80"/>
                                        <p:tgtEl>
                                          <p:spTgt spid="9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80"/>
                                        <p:tgtEl>
                                          <p:spTgt spid="9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3" dur="80"/>
                                        <p:tgtEl>
                                          <p:spTgt spid="9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4" dur="80"/>
                                        <p:tgtEl>
                                          <p:spTgt spid="9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80"/>
                                        <p:tgtEl>
                                          <p:spTgt spid="9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81CC6-468C-47F5-A25F-DF1980088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487362"/>
          </a:xfrm>
        </p:spPr>
        <p:txBody>
          <a:bodyPr rtlCol="0" anchor="t">
            <a:normAutofit fontScale="90000"/>
          </a:bodyPr>
          <a:lstStyle/>
          <a:p>
            <a:pPr>
              <a:defRPr/>
            </a:pPr>
            <a:r>
              <a:rPr lang="en-US" sz="3100" b="1" dirty="0"/>
              <a:t>7. </a:t>
            </a:r>
            <a:r>
              <a:rPr lang="en-US" sz="3100" b="1" dirty="0" err="1"/>
              <a:t>Kapasitor</a:t>
            </a:r>
            <a:br>
              <a:rPr lang="en-US" dirty="0"/>
            </a:br>
            <a:endParaRPr lang="en-US" dirty="0"/>
          </a:p>
        </p:txBody>
      </p:sp>
      <p:sp>
        <p:nvSpPr>
          <p:cNvPr id="10246" name="Content Placeholder 2">
            <a:extLst>
              <a:ext uri="{FF2B5EF4-FFF2-40B4-BE49-F238E27FC236}">
                <a16:creationId xmlns:a16="http://schemas.microsoft.com/office/drawing/2014/main" id="{05E95DCF-3EA1-494C-9979-76754966E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7236" y="914401"/>
            <a:ext cx="8423564" cy="5943599"/>
          </a:xfrm>
        </p:spPr>
        <p:txBody>
          <a:bodyPr/>
          <a:lstStyle/>
          <a:p>
            <a:pPr eaLnBrk="1" hangingPunct="1"/>
            <a:endParaRPr lang="en-US" altLang="en-US" b="1" dirty="0"/>
          </a:p>
          <a:p>
            <a:pPr eaLnBrk="1" hangingPunct="1"/>
            <a:endParaRPr lang="en-US" altLang="en-US" b="1" dirty="0"/>
          </a:p>
          <a:p>
            <a:pPr eaLnBrk="1" hangingPunct="1"/>
            <a:endParaRPr lang="en-US" altLang="en-US" b="1" dirty="0"/>
          </a:p>
          <a:p>
            <a:pPr eaLnBrk="1" hangingPunct="1"/>
            <a:endParaRPr lang="id-ID" altLang="en-US" sz="2400" b="1" dirty="0"/>
          </a:p>
          <a:p>
            <a:pPr eaLnBrk="1" hangingPunct="1"/>
            <a:r>
              <a:rPr lang="en-US" altLang="en-US" sz="2400" b="1" dirty="0" err="1"/>
              <a:t>Energi</a:t>
            </a:r>
            <a:r>
              <a:rPr lang="en-US" altLang="en-US" sz="2400" b="1" dirty="0"/>
              <a:t> yang </a:t>
            </a:r>
            <a:r>
              <a:rPr lang="en-US" altLang="en-US" sz="2400" b="1" dirty="0" err="1"/>
              <a:t>tersimpan</a:t>
            </a:r>
            <a:r>
              <a:rPr lang="en-US" altLang="en-US" sz="2400" b="1" dirty="0"/>
              <a:t> di </a:t>
            </a:r>
            <a:r>
              <a:rPr lang="en-US" altLang="en-US" sz="2400" b="1" dirty="0" err="1"/>
              <a:t>dalam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kapasitor</a:t>
            </a:r>
            <a:r>
              <a:rPr lang="en-US" altLang="en-US" sz="2400" b="1" dirty="0"/>
              <a:t> </a:t>
            </a:r>
            <a:endParaRPr lang="en-US" altLang="en-US" sz="2400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400" b="1" dirty="0"/>
              <a:t>	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400" b="1" dirty="0"/>
              <a:t>	Ep = ½ </a:t>
            </a:r>
            <a:r>
              <a:rPr lang="en-US" altLang="en-US" sz="2400" b="1" dirty="0" err="1"/>
              <a:t>q.v</a:t>
            </a:r>
            <a:r>
              <a:rPr lang="en-US" altLang="en-US" sz="2400" b="1" dirty="0"/>
              <a:t> = ½ C . v</a:t>
            </a:r>
            <a:r>
              <a:rPr lang="en-US" altLang="en-US" sz="2400" b="1" baseline="30000" dirty="0"/>
              <a:t>2</a:t>
            </a:r>
            <a:r>
              <a:rPr lang="en-US" altLang="en-US" sz="2400" b="1" dirty="0"/>
              <a:t> =</a:t>
            </a:r>
            <a:endParaRPr lang="en-US" altLang="en-US" sz="2400" dirty="0"/>
          </a:p>
        </p:txBody>
      </p:sp>
      <p:graphicFrame>
        <p:nvGraphicFramePr>
          <p:cNvPr id="10242" name="Object 2">
            <a:extLst>
              <a:ext uri="{FF2B5EF4-FFF2-40B4-BE49-F238E27FC236}">
                <a16:creationId xmlns:a16="http://schemas.microsoft.com/office/drawing/2014/main" id="{6CF23F63-0210-4C79-B608-81519517E1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914400"/>
          <a:ext cx="34290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" name="Equation" r:id="rId3" imgW="1705919" imgH="811553" progId="Equation.3">
                  <p:embed/>
                </p:oleObj>
              </mc:Choice>
              <mc:Fallback>
                <p:oleObj name="Equation" r:id="rId3" imgW="1705919" imgH="811553" progId="Equation.3">
                  <p:embed/>
                  <p:pic>
                    <p:nvPicPr>
                      <p:cNvPr id="10242" name="Object 2">
                        <a:extLst>
                          <a:ext uri="{FF2B5EF4-FFF2-40B4-BE49-F238E27FC236}">
                            <a16:creationId xmlns:a16="http://schemas.microsoft.com/office/drawing/2014/main" id="{6CF23F63-0210-4C79-B608-81519517E1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914400"/>
                        <a:ext cx="34290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3">
            <a:extLst>
              <a:ext uri="{FF2B5EF4-FFF2-40B4-BE49-F238E27FC236}">
                <a16:creationId xmlns:a16="http://schemas.microsoft.com/office/drawing/2014/main" id="{B4192C1C-6775-4266-8190-62EE1BFF4E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07611"/>
              </p:ext>
            </p:extLst>
          </p:nvPr>
        </p:nvGraphicFramePr>
        <p:xfrm>
          <a:off x="5698522" y="3375456"/>
          <a:ext cx="1066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2" name="Equation" r:id="rId5" imgW="343418" imgH="419657" progId="Equation.3">
                  <p:embed/>
                </p:oleObj>
              </mc:Choice>
              <mc:Fallback>
                <p:oleObj name="Equation" r:id="rId5" imgW="343418" imgH="419657" progId="Equation.3">
                  <p:embed/>
                  <p:pic>
                    <p:nvPicPr>
                      <p:cNvPr id="10243" name="Object 3">
                        <a:extLst>
                          <a:ext uri="{FF2B5EF4-FFF2-40B4-BE49-F238E27FC236}">
                            <a16:creationId xmlns:a16="http://schemas.microsoft.com/office/drawing/2014/main" id="{B4192C1C-6775-4266-8190-62EE1BFF4E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8522" y="3375456"/>
                        <a:ext cx="1066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Rectangle 4">
            <a:extLst>
              <a:ext uri="{FF2B5EF4-FFF2-40B4-BE49-F238E27FC236}">
                <a16:creationId xmlns:a16="http://schemas.microsoft.com/office/drawing/2014/main" id="{21BB80E2-1B1A-4011-9D56-9E64D551C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1" y="4191001"/>
            <a:ext cx="3667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Kapasitas kapasitor bola</a:t>
            </a:r>
            <a:endParaRPr lang="en-US" altLang="en-US" sz="240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244" name="Object 5">
            <a:extLst>
              <a:ext uri="{FF2B5EF4-FFF2-40B4-BE49-F238E27FC236}">
                <a16:creationId xmlns:a16="http://schemas.microsoft.com/office/drawing/2014/main" id="{8D5EE54E-605A-490B-987B-D715A59FD0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4648200"/>
          <a:ext cx="20574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3" name="Equation" r:id="rId7" imgW="1210071" imgH="943868" progId="Equation.3">
                  <p:embed/>
                </p:oleObj>
              </mc:Choice>
              <mc:Fallback>
                <p:oleObj name="Equation" r:id="rId7" imgW="1210071" imgH="943868" progId="Equation.3">
                  <p:embed/>
                  <p:pic>
                    <p:nvPicPr>
                      <p:cNvPr id="10244" name="Object 5">
                        <a:extLst>
                          <a:ext uri="{FF2B5EF4-FFF2-40B4-BE49-F238E27FC236}">
                            <a16:creationId xmlns:a16="http://schemas.microsoft.com/office/drawing/2014/main" id="{8D5EE54E-605A-490B-987B-D715A59FD0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648200"/>
                        <a:ext cx="20574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26DCD67-3A7E-47B7-A1FE-3B4BE7FD5C9D}"/>
                  </a:ext>
                </a:extLst>
              </p14:cNvPr>
              <p14:cNvContentPartPr/>
              <p14:nvPr/>
            </p14:nvContentPartPr>
            <p14:xfrm>
              <a:off x="1360440" y="627840"/>
              <a:ext cx="3087720" cy="1440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26DCD67-3A7E-47B7-A1FE-3B4BE7FD5C9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51080" y="618480"/>
                <a:ext cx="3106440" cy="1459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102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102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102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80"/>
                                        <p:tgtEl>
                                          <p:spTgt spid="102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80"/>
                                        <p:tgtEl>
                                          <p:spTgt spid="102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80"/>
                                        <p:tgtEl>
                                          <p:spTgt spid="102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0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itle 1">
            <a:extLst>
              <a:ext uri="{FF2B5EF4-FFF2-40B4-BE49-F238E27FC236}">
                <a16:creationId xmlns:a16="http://schemas.microsoft.com/office/drawing/2014/main" id="{A6452D17-C308-4CBB-ABC1-F29E0B9D9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487362"/>
          </a:xfr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sz="2800" b="1" dirty="0" err="1">
                <a:solidFill>
                  <a:srgbClr val="FF0000"/>
                </a:solidFill>
              </a:rPr>
              <a:t>Rangkaian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Kapasitor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1268" name="Content Placeholder 2">
            <a:extLst>
              <a:ext uri="{FF2B5EF4-FFF2-40B4-BE49-F238E27FC236}">
                <a16:creationId xmlns:a16="http://schemas.microsoft.com/office/drawing/2014/main" id="{0FE14CE5-3280-4FAE-8764-2619989A0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990600"/>
            <a:ext cx="8610600" cy="563880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b="1">
                <a:solidFill>
                  <a:srgbClr val="FF0000"/>
                </a:solidFill>
              </a:rPr>
              <a:t>1.	 Seri </a:t>
            </a:r>
            <a:endParaRPr lang="en-US" altLang="en-US">
              <a:solidFill>
                <a:srgbClr val="FF0000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graphicFrame>
        <p:nvGraphicFramePr>
          <p:cNvPr id="11266" name="Object 2">
            <a:extLst>
              <a:ext uri="{FF2B5EF4-FFF2-40B4-BE49-F238E27FC236}">
                <a16:creationId xmlns:a16="http://schemas.microsoft.com/office/drawing/2014/main" id="{2691C997-0C7C-4A20-B6A7-969A4F8BE4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1524000"/>
          <a:ext cx="3435350" cy="157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Equation" r:id="rId3" imgW="1840692" imgH="714931" progId="Equation.3">
                  <p:embed/>
                </p:oleObj>
              </mc:Choice>
              <mc:Fallback>
                <p:oleObj name="Equation" r:id="rId3" imgW="1840692" imgH="714931" progId="Equation.3">
                  <p:embed/>
                  <p:pic>
                    <p:nvPicPr>
                      <p:cNvPr id="11266" name="Object 2">
                        <a:extLst>
                          <a:ext uri="{FF2B5EF4-FFF2-40B4-BE49-F238E27FC236}">
                            <a16:creationId xmlns:a16="http://schemas.microsoft.com/office/drawing/2014/main" id="{2691C997-0C7C-4A20-B6A7-969A4F8BE4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524000"/>
                        <a:ext cx="3435350" cy="157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Rectangle 3">
            <a:extLst>
              <a:ext uri="{FF2B5EF4-FFF2-40B4-BE49-F238E27FC236}">
                <a16:creationId xmlns:a16="http://schemas.microsoft.com/office/drawing/2014/main" id="{2332219F-6149-4B3A-9264-DEA3D42C0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505200"/>
            <a:ext cx="5105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24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 Paralel</a:t>
            </a:r>
            <a:endParaRPr lang="en-US" altLang="en-US" sz="24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C</a:t>
            </a:r>
            <a:r>
              <a:rPr lang="en-US" altLang="en-US" sz="2400" b="1" baseline="-300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gab </a:t>
            </a:r>
            <a:r>
              <a:rPr lang="en-US" altLang="en-US" sz="24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C</a:t>
            </a:r>
            <a:r>
              <a:rPr lang="en-US" altLang="en-US" sz="2400" b="1" baseline="-300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altLang="en-US" sz="24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C</a:t>
            </a:r>
            <a:r>
              <a:rPr lang="en-US" altLang="en-US" sz="2400" b="1" baseline="-300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en-US" sz="24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C</a:t>
            </a:r>
            <a:r>
              <a:rPr lang="en-US" altLang="en-US" sz="2400" b="1" baseline="-300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altLang="en-US" sz="24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……</a:t>
            </a:r>
            <a:endParaRPr lang="en-US" altLang="en-US" sz="24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V</a:t>
            </a:r>
            <a:r>
              <a:rPr lang="en-US" altLang="en-US" sz="2400" b="1" baseline="-300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gab</a:t>
            </a:r>
            <a:r>
              <a:rPr lang="en-US" altLang="en-US" sz="24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v</a:t>
            </a:r>
            <a:r>
              <a:rPr lang="en-US" altLang="en-US" sz="2400" b="1" baseline="-300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altLang="en-US" sz="24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v</a:t>
            </a:r>
            <a:r>
              <a:rPr lang="en-US" altLang="en-US" sz="2400" b="1" baseline="-300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en-US" sz="24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=v</a:t>
            </a:r>
            <a:r>
              <a:rPr lang="en-US" altLang="en-US" sz="2400" b="1" baseline="-300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altLang="en-US" sz="24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=…….</a:t>
            </a:r>
            <a:endParaRPr lang="en-US" altLang="en-US" sz="240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270" name="Picture 5" descr="gb kapstr seri.bmp">
            <a:extLst>
              <a:ext uri="{FF2B5EF4-FFF2-40B4-BE49-F238E27FC236}">
                <a16:creationId xmlns:a16="http://schemas.microsoft.com/office/drawing/2014/main" id="{A4B00F7A-482C-4CC4-B7DD-A71C9292CF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143000"/>
            <a:ext cx="3657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6" descr="gb kapstr paralel.bmp">
            <a:extLst>
              <a:ext uri="{FF2B5EF4-FFF2-40B4-BE49-F238E27FC236}">
                <a16:creationId xmlns:a16="http://schemas.microsoft.com/office/drawing/2014/main" id="{E4D9B1E3-22B7-4A7C-A280-D3DA2E2C98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733800"/>
            <a:ext cx="46482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" dur="80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" dur="80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80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1" dur="80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2" dur="80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80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8" dur="80"/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9" dur="80"/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80"/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5" dur="80"/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6" dur="80"/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80"/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70" descr="D:\handout\IMG-20200326-WA0039.jpg">
            <a:extLst>
              <a:ext uri="{FF2B5EF4-FFF2-40B4-BE49-F238E27FC236}">
                <a16:creationId xmlns:a16="http://schemas.microsoft.com/office/drawing/2014/main" id="{97C33D30-9FA0-45F5-AFD6-A0E71FBFA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561221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290" name="Object 35">
                <a:extLst>
                  <a:ext uri="{FF2B5EF4-FFF2-40B4-BE49-F238E27FC236}">
                    <a16:creationId xmlns:a16="http://schemas.microsoft.com/office/drawing/2014/main" id="{2637FA3A-B1F2-4A9B-B3FC-ED1438943F56}"/>
                  </a:ext>
                </a:extLst>
              </p:cNvPr>
              <p:cNvSpPr txBox="1"/>
              <p:nvPr/>
            </p:nvSpPr>
            <p:spPr bwMode="auto">
              <a:xfrm>
                <a:off x="5014579" y="1436012"/>
                <a:ext cx="2514600" cy="762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15+15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=7,5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290" name="Object 35">
                <a:extLst>
                  <a:ext uri="{FF2B5EF4-FFF2-40B4-BE49-F238E27FC236}">
                    <a16:creationId xmlns:a16="http://schemas.microsoft.com/office/drawing/2014/main" id="{2637FA3A-B1F2-4A9B-B3FC-ED1438943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14579" y="1436012"/>
                <a:ext cx="2514600" cy="76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4" name="Rectangle 66">
            <a:extLst>
              <a:ext uri="{FF2B5EF4-FFF2-40B4-BE49-F238E27FC236}">
                <a16:creationId xmlns:a16="http://schemas.microsoft.com/office/drawing/2014/main" id="{EA5C7BDA-F82D-41BF-9690-3A1A7CC34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d-ID" altLang="en-US">
              <a:latin typeface="Calibri" panose="020F0502020204030204" pitchFamily="34" charset="0"/>
            </a:endParaRPr>
          </a:p>
        </p:txBody>
      </p:sp>
      <p:sp>
        <p:nvSpPr>
          <p:cNvPr id="12297" name="Rectangle 74">
            <a:extLst>
              <a:ext uri="{FF2B5EF4-FFF2-40B4-BE49-F238E27FC236}">
                <a16:creationId xmlns:a16="http://schemas.microsoft.com/office/drawing/2014/main" id="{DC5F3F0D-1FE6-4AE4-8D9E-33AC8A458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364" y="4198324"/>
            <a:ext cx="35269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74663" algn="l"/>
                <a:tab pos="712788" algn="l"/>
                <a:tab pos="949325" algn="l"/>
                <a:tab pos="1187450" algn="l"/>
                <a:tab pos="1425575" algn="l"/>
                <a:tab pos="1662113" algn="l"/>
                <a:tab pos="1900238" algn="l"/>
                <a:tab pos="2136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id-ID" altLang="en-US" sz="2400" dirty="0"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r>
              <a:rPr lang="id-ID" altLang="en-US" sz="2400" baseline="-30000" dirty="0">
                <a:ea typeface="Times New Roman" panose="02020603050405020304" pitchFamily="18" charset="0"/>
                <a:cs typeface="Arial" panose="020B0604020202020204" pitchFamily="34" charset="0"/>
              </a:rPr>
              <a:t>P</a:t>
            </a:r>
            <a:r>
              <a:rPr lang="en-US" altLang="en-US" sz="2400" baseline="-30000" dirty="0"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id-ID" altLang="en-US" sz="2400" dirty="0">
                <a:ea typeface="Times New Roman" panose="02020603050405020304" pitchFamily="18" charset="0"/>
                <a:cs typeface="Arial" panose="020B0604020202020204" pitchFamily="34" charset="0"/>
              </a:rPr>
              <a:t> = 15 + 7,5 = 22,5 </a:t>
            </a:r>
            <a:r>
              <a:rPr lang="id-ID" altLang="en-US" sz="2400" dirty="0"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id-ID" altLang="en-US" sz="2400" dirty="0">
                <a:ea typeface="Times New Roman" panose="02020603050405020304" pitchFamily="18" charset="0"/>
                <a:cs typeface="Arial" panose="020B0604020202020204" pitchFamily="34" charset="0"/>
              </a:rPr>
              <a:t>F</a:t>
            </a:r>
            <a:endParaRPr lang="id-ID" altLang="en-US" sz="2400" dirty="0">
              <a:ea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" name="Rectangle 98">
            <a:extLst>
              <a:ext uri="{FF2B5EF4-FFF2-40B4-BE49-F238E27FC236}">
                <a16:creationId xmlns:a16="http://schemas.microsoft.com/office/drawing/2014/main" id="{C1AEAE5C-4D0C-4CE8-BFE9-475D46CE8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d-ID" altLang="en-US">
              <a:latin typeface="Calibri" panose="020F0502020204030204" pitchFamily="34" charset="0"/>
            </a:endParaRPr>
          </a:p>
        </p:txBody>
      </p:sp>
      <p:sp>
        <p:nvSpPr>
          <p:cNvPr id="70" name="Rectangle 15">
            <a:extLst>
              <a:ext uri="{FF2B5EF4-FFF2-40B4-BE49-F238E27FC236}">
                <a16:creationId xmlns:a16="http://schemas.microsoft.com/office/drawing/2014/main" id="{45B0D8C7-92A7-46D4-9D02-876FBB473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538" y="252633"/>
            <a:ext cx="67660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" panose="020F0502020204030204" pitchFamily="34" charset="0"/>
              </a:rPr>
              <a:t>  </a:t>
            </a:r>
            <a:r>
              <a:rPr lang="en-US" altLang="en-US" sz="2400" dirty="0" err="1">
                <a:latin typeface="Calibri" panose="020F0502020204030204" pitchFamily="34" charset="0"/>
              </a:rPr>
              <a:t>Hitunglah</a:t>
            </a:r>
            <a:r>
              <a:rPr lang="en-US" altLang="en-US" sz="2400" dirty="0">
                <a:latin typeface="Calibri" panose="020F0502020204030204" pitchFamily="34" charset="0"/>
              </a:rPr>
              <a:t> </a:t>
            </a:r>
            <a:r>
              <a:rPr lang="en-US" altLang="en-US" sz="2400" dirty="0" err="1">
                <a:latin typeface="Calibri" panose="020F0502020204030204" pitchFamily="34" charset="0"/>
              </a:rPr>
              <a:t>kapasitas</a:t>
            </a:r>
            <a:r>
              <a:rPr lang="en-US" altLang="en-US" sz="2400" dirty="0">
                <a:latin typeface="Calibri" panose="020F0502020204030204" pitchFamily="34" charset="0"/>
              </a:rPr>
              <a:t> total </a:t>
            </a:r>
            <a:r>
              <a:rPr lang="en-US" altLang="en-US" sz="2400" dirty="0" err="1">
                <a:latin typeface="Calibri" panose="020F0502020204030204" pitchFamily="34" charset="0"/>
              </a:rPr>
              <a:t>titi</a:t>
            </a:r>
            <a:r>
              <a:rPr lang="en-US" altLang="en-US" sz="2400" dirty="0">
                <a:latin typeface="Calibri" panose="020F0502020204030204" pitchFamily="34" charset="0"/>
              </a:rPr>
              <a:t> A B pada </a:t>
            </a:r>
            <a:r>
              <a:rPr lang="en-US" altLang="en-US" sz="2400" dirty="0" err="1">
                <a:latin typeface="Calibri" panose="020F0502020204030204" pitchFamily="34" charset="0"/>
              </a:rPr>
              <a:t>rangkaian</a:t>
            </a:r>
            <a:r>
              <a:rPr lang="en-US" altLang="en-US" sz="2400" dirty="0">
                <a:latin typeface="Calibri" panose="020F0502020204030204" pitchFamily="34" charset="0"/>
              </a:rPr>
              <a:t> </a:t>
            </a:r>
            <a:r>
              <a:rPr lang="en-US" altLang="en-US" sz="2400" dirty="0" err="1">
                <a:latin typeface="Calibri" panose="020F0502020204030204" pitchFamily="34" charset="0"/>
              </a:rPr>
              <a:t>ini</a:t>
            </a:r>
            <a:endParaRPr lang="en-US" altLang="en-US" dirty="0">
              <a:latin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6C9D43-F9C2-4444-92EC-1F449E8A7B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071" y="843689"/>
            <a:ext cx="3067478" cy="21148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1D4DBA-FF64-483C-9A33-69E4B5FE80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071" y="3322072"/>
            <a:ext cx="3067478" cy="21148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E35E51F-D60F-4C65-A1AF-D7D387B64A45}"/>
                  </a:ext>
                </a:extLst>
              </p14:cNvPr>
              <p14:cNvContentPartPr/>
              <p14:nvPr/>
            </p14:nvContentPartPr>
            <p14:xfrm>
              <a:off x="1933920" y="575280"/>
              <a:ext cx="10254960" cy="4430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E35E51F-D60F-4C65-A1AF-D7D387B64A4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24560" y="565920"/>
                <a:ext cx="10273680" cy="4449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50" descr="D:\handout\IMG-20200326-WA0039.jpg">
            <a:extLst>
              <a:ext uri="{FF2B5EF4-FFF2-40B4-BE49-F238E27FC236}">
                <a16:creationId xmlns:a16="http://schemas.microsoft.com/office/drawing/2014/main" id="{D63222BB-7F93-4E4D-A116-0BB6FB02C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26043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Rectangle 66">
            <a:extLst>
              <a:ext uri="{FF2B5EF4-FFF2-40B4-BE49-F238E27FC236}">
                <a16:creationId xmlns:a16="http://schemas.microsoft.com/office/drawing/2014/main" id="{1A3873D5-EEBA-4716-96CF-D36CB2EDE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d-ID" altLang="en-US">
              <a:latin typeface="Calibri" panose="020F0502020204030204" pitchFamily="34" charset="0"/>
            </a:endParaRPr>
          </a:p>
        </p:txBody>
      </p:sp>
      <p:sp>
        <p:nvSpPr>
          <p:cNvPr id="13318" name="Rectangle 98">
            <a:extLst>
              <a:ext uri="{FF2B5EF4-FFF2-40B4-BE49-F238E27FC236}">
                <a16:creationId xmlns:a16="http://schemas.microsoft.com/office/drawing/2014/main" id="{035FFB4D-173B-4C4C-946E-DD719ECF9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d-ID" altLang="en-US">
              <a:latin typeface="Calibri" panose="020F0502020204030204" pitchFamily="34" charset="0"/>
            </a:endParaRPr>
          </a:p>
        </p:txBody>
      </p:sp>
      <p:graphicFrame>
        <p:nvGraphicFramePr>
          <p:cNvPr id="12291" name="Object 105">
            <a:extLst>
              <a:ext uri="{FF2B5EF4-FFF2-40B4-BE49-F238E27FC236}">
                <a16:creationId xmlns:a16="http://schemas.microsoft.com/office/drawing/2014/main" id="{30C4F2F7-2F11-4875-8889-2A88EB73AA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188414"/>
              </p:ext>
            </p:extLst>
          </p:nvPr>
        </p:nvGraphicFramePr>
        <p:xfrm>
          <a:off x="4781845" y="1066801"/>
          <a:ext cx="2819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" name="Equation" r:id="rId4" imgW="1225566" imgH="366299" progId="Equation.3">
                  <p:embed/>
                </p:oleObj>
              </mc:Choice>
              <mc:Fallback>
                <p:oleObj name="Equation" r:id="rId4" imgW="1225566" imgH="366299" progId="Equation.3">
                  <p:embed/>
                  <p:pic>
                    <p:nvPicPr>
                      <p:cNvPr id="12291" name="Object 105">
                        <a:extLst>
                          <a:ext uri="{FF2B5EF4-FFF2-40B4-BE49-F238E27FC236}">
                            <a16:creationId xmlns:a16="http://schemas.microsoft.com/office/drawing/2014/main" id="{30C4F2F7-2F11-4875-8889-2A88EB73AA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1845" y="1066801"/>
                        <a:ext cx="28194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1" name="Rectangle 114">
            <a:extLst>
              <a:ext uri="{FF2B5EF4-FFF2-40B4-BE49-F238E27FC236}">
                <a16:creationId xmlns:a16="http://schemas.microsoft.com/office/drawing/2014/main" id="{85B72157-A6A7-431F-86F1-12D285EC4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7278" y="3429000"/>
            <a:ext cx="30139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id-ID" altLang="en-US" sz="2400" dirty="0">
                <a:cs typeface="Times New Roman" panose="02020603050405020304" pitchFamily="18" charset="0"/>
              </a:rPr>
              <a:t>C</a:t>
            </a:r>
            <a:r>
              <a:rPr lang="id-ID" altLang="en-US" sz="2400" baseline="-25000" dirty="0">
                <a:cs typeface="Times New Roman" panose="02020603050405020304" pitchFamily="18" charset="0"/>
              </a:rPr>
              <a:t>P</a:t>
            </a:r>
            <a:r>
              <a:rPr lang="en-US" altLang="en-US" sz="2400" baseline="-25000" dirty="0">
                <a:cs typeface="Times New Roman" panose="02020603050405020304" pitchFamily="18" charset="0"/>
              </a:rPr>
              <a:t>2</a:t>
            </a:r>
            <a:r>
              <a:rPr lang="id-ID" altLang="en-US" sz="2400" dirty="0">
                <a:cs typeface="Times New Roman" panose="02020603050405020304" pitchFamily="18" charset="0"/>
              </a:rPr>
              <a:t> = 9 + 15 = 24 </a:t>
            </a:r>
            <a:r>
              <a:rPr lang="id-ID" altLang="en-US" sz="2400" dirty="0"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id-ID" altLang="en-US" sz="2400" dirty="0">
                <a:cs typeface="Times New Roman" panose="02020603050405020304" pitchFamily="18" charset="0"/>
              </a:rPr>
              <a:t>F</a:t>
            </a:r>
            <a:endParaRPr lang="en-US" altLang="en-US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12292" name="Object 107">
            <a:extLst>
              <a:ext uri="{FF2B5EF4-FFF2-40B4-BE49-F238E27FC236}">
                <a16:creationId xmlns:a16="http://schemas.microsoft.com/office/drawing/2014/main" id="{A815FB06-CBFC-480A-AE02-212EC5C20E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2543368"/>
              </p:ext>
            </p:extLst>
          </p:nvPr>
        </p:nvGraphicFramePr>
        <p:xfrm>
          <a:off x="4000269" y="5044958"/>
          <a:ext cx="3276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9" name="Equation" r:id="rId6" imgW="1423761" imgH="342143" progId="Equation.3">
                  <p:embed/>
                </p:oleObj>
              </mc:Choice>
              <mc:Fallback>
                <p:oleObj name="Equation" r:id="rId6" imgW="1423761" imgH="342143" progId="Equation.3">
                  <p:embed/>
                  <p:pic>
                    <p:nvPicPr>
                      <p:cNvPr id="12292" name="Object 107">
                        <a:extLst>
                          <a:ext uri="{FF2B5EF4-FFF2-40B4-BE49-F238E27FC236}">
                            <a16:creationId xmlns:a16="http://schemas.microsoft.com/office/drawing/2014/main" id="{A815FB06-CBFC-480A-AE02-212EC5C20E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269" y="5044958"/>
                        <a:ext cx="3276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3BAD413-2F11-4D42-AADD-95F8C714B0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933" y="375626"/>
            <a:ext cx="2114845" cy="2057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C95ECD-3038-4851-8746-6FFD646ED2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932" y="2485130"/>
            <a:ext cx="2114845" cy="20576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2AE473-834C-43A7-B483-263996984FA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4425688"/>
            <a:ext cx="1267002" cy="207674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7415F14-1D74-46E0-8A13-6212167671BA}"/>
                  </a:ext>
                </a:extLst>
              </p14:cNvPr>
              <p14:cNvContentPartPr/>
              <p14:nvPr/>
            </p14:nvContentPartPr>
            <p14:xfrm>
              <a:off x="2330280" y="56880"/>
              <a:ext cx="9653760" cy="5220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7415F14-1D74-46E0-8A13-6212167671B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20920" y="47520"/>
                <a:ext cx="9672480" cy="523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4" descr="D:\handout\IMG-20200326-WA0039.jpg">
            <a:extLst>
              <a:ext uri="{FF2B5EF4-FFF2-40B4-BE49-F238E27FC236}">
                <a16:creationId xmlns:a16="http://schemas.microsoft.com/office/drawing/2014/main" id="{183669F8-51E0-4B82-8FBF-6C1BF7D00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8D754-B98D-4E23-A334-77C62B1AD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239" y="228601"/>
            <a:ext cx="12088761" cy="5897563"/>
          </a:xfrm>
        </p:spPr>
        <p:txBody>
          <a:bodyPr>
            <a:normAutofit/>
          </a:bodyPr>
          <a:lstStyle/>
          <a:p>
            <a:pPr marL="274320" indent="-274320">
              <a:buClr>
                <a:schemeClr val="accent3"/>
              </a:buClr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marL="0" indent="0" algn="just">
              <a:buClr>
                <a:schemeClr val="accent3"/>
              </a:buClr>
              <a:buNone/>
              <a:defRPr/>
            </a:pPr>
            <a:r>
              <a:rPr lang="en-US" dirty="0"/>
              <a:t>Lima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kapasitor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kapasitas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 10</a:t>
            </a:r>
            <a:r>
              <a:rPr lang="fi-FI" dirty="0">
                <a:sym typeface="Symbol"/>
              </a:rPr>
              <a:t></a:t>
            </a:r>
            <a:r>
              <a:rPr lang="en-US" dirty="0"/>
              <a:t>F.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kapasitas</a:t>
            </a:r>
            <a:r>
              <a:rPr lang="en-US" dirty="0"/>
              <a:t> </a:t>
            </a:r>
            <a:r>
              <a:rPr lang="en-US" dirty="0" err="1"/>
              <a:t>pengganti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beda</a:t>
            </a:r>
            <a:r>
              <a:rPr lang="en-US" dirty="0"/>
              <a:t> </a:t>
            </a:r>
            <a:r>
              <a:rPr lang="en-US" dirty="0" err="1"/>
              <a:t>potensial</a:t>
            </a:r>
            <a:r>
              <a:rPr lang="en-US" dirty="0"/>
              <a:t>  BC </a:t>
            </a:r>
            <a:r>
              <a:rPr lang="en-US" dirty="0" err="1"/>
              <a:t>adalah</a:t>
            </a:r>
            <a:r>
              <a:rPr lang="en-US" dirty="0"/>
              <a:t> . …</a:t>
            </a:r>
          </a:p>
          <a:p>
            <a:pPr marL="0" indent="0" algn="just">
              <a:buClr>
                <a:schemeClr val="accent3"/>
              </a:buClr>
              <a:buNone/>
              <a:defRPr/>
            </a:pPr>
            <a:endParaRPr lang="en-US" dirty="0"/>
          </a:p>
          <a:p>
            <a:pPr marL="0" indent="0" algn="just">
              <a:buClr>
                <a:schemeClr val="accent3"/>
              </a:buClr>
              <a:buNone/>
              <a:defRPr/>
            </a:pPr>
            <a:endParaRPr lang="en-US" dirty="0"/>
          </a:p>
          <a:p>
            <a:pPr marL="274320" indent="-274320">
              <a:buClr>
                <a:schemeClr val="accent3"/>
              </a:buClr>
              <a:buNone/>
              <a:defRPr/>
            </a:pPr>
            <a:endParaRPr lang="en-US" dirty="0"/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  <a:p>
            <a:pPr marL="274320" indent="-274320">
              <a:buClr>
                <a:schemeClr val="accent3"/>
              </a:buClr>
              <a:buNone/>
              <a:defRPr/>
            </a:pPr>
            <a:r>
              <a:rPr lang="nl-NL" dirty="0"/>
              <a:t>	a.	12 </a:t>
            </a:r>
            <a:r>
              <a:rPr lang="en-US" dirty="0">
                <a:sym typeface="Symbol"/>
              </a:rPr>
              <a:t></a:t>
            </a:r>
            <a:r>
              <a:rPr lang="nl-NL" dirty="0"/>
              <a:t>F dan 9 V	d.   5 </a:t>
            </a:r>
            <a:r>
              <a:rPr lang="en-US" dirty="0">
                <a:sym typeface="Symbol"/>
              </a:rPr>
              <a:t></a:t>
            </a:r>
            <a:r>
              <a:rPr lang="nl-NL" dirty="0"/>
              <a:t>F dan 5 volt</a:t>
            </a:r>
            <a:endParaRPr lang="en-US" dirty="0"/>
          </a:p>
          <a:p>
            <a:pPr marL="274320" indent="-274320">
              <a:buClr>
                <a:schemeClr val="accent3"/>
              </a:buClr>
              <a:buNone/>
              <a:defRPr/>
            </a:pPr>
            <a:r>
              <a:rPr lang="nl-NL" dirty="0"/>
              <a:t>	b.	9 </a:t>
            </a:r>
            <a:r>
              <a:rPr lang="en-US" dirty="0">
                <a:sym typeface="Symbol"/>
              </a:rPr>
              <a:t></a:t>
            </a:r>
            <a:r>
              <a:rPr lang="nl-NL" dirty="0"/>
              <a:t>F dan 6 volt	e.   5 </a:t>
            </a:r>
            <a:r>
              <a:rPr lang="en-US" dirty="0">
                <a:sym typeface="Symbol"/>
              </a:rPr>
              <a:t></a:t>
            </a:r>
            <a:r>
              <a:rPr lang="nl-NL" dirty="0"/>
              <a:t>F dan 6 volt</a:t>
            </a:r>
            <a:endParaRPr lang="en-US" dirty="0"/>
          </a:p>
          <a:p>
            <a:pPr marL="274320" indent="-274320">
              <a:buClr>
                <a:schemeClr val="accent3"/>
              </a:buClr>
              <a:buNone/>
              <a:defRPr/>
            </a:pPr>
            <a:r>
              <a:rPr lang="en-US" dirty="0"/>
              <a:t>	c.	6 </a:t>
            </a:r>
            <a:r>
              <a:rPr lang="en-US" dirty="0">
                <a:sym typeface="Symbol"/>
              </a:rPr>
              <a:t></a:t>
            </a:r>
            <a:r>
              <a:rPr lang="en-US" dirty="0"/>
              <a:t>F </a:t>
            </a:r>
            <a:r>
              <a:rPr lang="en-US" dirty="0" err="1"/>
              <a:t>dan</a:t>
            </a:r>
            <a:r>
              <a:rPr lang="en-US" dirty="0"/>
              <a:t> 9 volt</a:t>
            </a:r>
          </a:p>
          <a:p>
            <a:pPr marL="274320" indent="-274320">
              <a:buClr>
                <a:schemeClr val="accent3"/>
              </a:buClr>
              <a:buNone/>
              <a:defRPr/>
            </a:pPr>
            <a:endParaRPr lang="en-US" dirty="0"/>
          </a:p>
        </p:txBody>
      </p:sp>
      <p:pic>
        <p:nvPicPr>
          <p:cNvPr id="6" name="Picture 5" descr="GB LIST STAT.bmp">
            <a:extLst>
              <a:ext uri="{FF2B5EF4-FFF2-40B4-BE49-F238E27FC236}">
                <a16:creationId xmlns:a16="http://schemas.microsoft.com/office/drawing/2014/main" id="{8F0C8D88-5B23-41A6-B082-74856D8C45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69" y="1098878"/>
            <a:ext cx="44958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B809E72-D397-4E12-9011-29E957B9EAA8}"/>
                  </a:ext>
                </a:extLst>
              </p14:cNvPr>
              <p14:cNvContentPartPr/>
              <p14:nvPr/>
            </p14:nvContentPartPr>
            <p14:xfrm>
              <a:off x="2795400" y="345600"/>
              <a:ext cx="3268440" cy="3679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B809E72-D397-4E12-9011-29E957B9EA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86040" y="336240"/>
                <a:ext cx="3287160" cy="3697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5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Picture 5" descr="D:\handout\IMG-20200326-WA0039.jpg">
            <a:extLst>
              <a:ext uri="{FF2B5EF4-FFF2-40B4-BE49-F238E27FC236}">
                <a16:creationId xmlns:a16="http://schemas.microsoft.com/office/drawing/2014/main" id="{7D2ADEE3-5E8D-483C-A688-7B9C26548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5D6C7-F7D8-4027-AF66-5BB898C64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945" y="152400"/>
            <a:ext cx="11610110" cy="6594763"/>
          </a:xfrm>
        </p:spPr>
        <p:txBody>
          <a:bodyPr>
            <a:norm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dirty="0"/>
              <a:t>C</a:t>
            </a:r>
            <a:r>
              <a:rPr lang="en-US" altLang="en-US" baseline="-25000" dirty="0"/>
              <a:t>P1</a:t>
            </a:r>
            <a:r>
              <a:rPr lang="en-US" altLang="en-US" dirty="0"/>
              <a:t> =C</a:t>
            </a:r>
            <a:r>
              <a:rPr lang="en-US" altLang="en-US" baseline="-25000" dirty="0"/>
              <a:t>1</a:t>
            </a:r>
            <a:r>
              <a:rPr lang="en-US" altLang="en-US" dirty="0"/>
              <a:t> + C</a:t>
            </a:r>
            <a:r>
              <a:rPr lang="en-US" altLang="en-US" baseline="-25000" dirty="0"/>
              <a:t>2</a:t>
            </a:r>
            <a:r>
              <a:rPr lang="en-US" altLang="en-US" dirty="0"/>
              <a:t>	=10 +10 = 20 C</a:t>
            </a:r>
          </a:p>
          <a:p>
            <a:pPr>
              <a:buNone/>
            </a:pPr>
            <a:r>
              <a:rPr lang="en-US" altLang="en-US" dirty="0"/>
              <a:t>C</a:t>
            </a:r>
            <a:r>
              <a:rPr lang="en-US" altLang="en-US" baseline="-25000" dirty="0"/>
              <a:t>P2</a:t>
            </a:r>
            <a:r>
              <a:rPr lang="en-US" altLang="en-US" dirty="0"/>
              <a:t> =C</a:t>
            </a:r>
            <a:r>
              <a:rPr lang="en-US" altLang="en-US" baseline="-25000" dirty="0"/>
              <a:t>4</a:t>
            </a:r>
            <a:r>
              <a:rPr lang="en-US" altLang="en-US" dirty="0"/>
              <a:t> + C</a:t>
            </a:r>
            <a:r>
              <a:rPr lang="en-US" altLang="en-US" baseline="-25000" dirty="0"/>
              <a:t>5</a:t>
            </a:r>
            <a:r>
              <a:rPr lang="en-US" altLang="en-US" dirty="0"/>
              <a:t>	=10 +10 = 20 C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id-ID" altLang="en-US" dirty="0"/>
              <a:t>C</a:t>
            </a:r>
            <a:r>
              <a:rPr lang="id-ID" altLang="en-US" baseline="-25000" dirty="0"/>
              <a:t>seri</a:t>
            </a:r>
            <a:r>
              <a:rPr lang="id-ID" altLang="en-US" dirty="0"/>
              <a:t> = 5 </a:t>
            </a:r>
            <a:r>
              <a:rPr lang="id-ID" altLang="en-US" dirty="0">
                <a:sym typeface="Symbol" panose="05050102010706020507" pitchFamily="18" charset="2"/>
              </a:rPr>
              <a:t></a:t>
            </a:r>
            <a:r>
              <a:rPr lang="id-ID" altLang="en-US" dirty="0"/>
              <a:t>F</a:t>
            </a:r>
            <a:endParaRPr lang="en-US" altLang="en-US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id-ID" altLang="en-US" dirty="0"/>
              <a:t>Q = C.V</a:t>
            </a:r>
            <a:endParaRPr lang="en-US" altLang="en-US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id-ID" altLang="en-US" dirty="0"/>
              <a:t>Q = 5.12 = 60 C</a:t>
            </a:r>
            <a:endParaRPr lang="en-US" altLang="en-US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7" name="Object 3">
                <a:extLst>
                  <a:ext uri="{FF2B5EF4-FFF2-40B4-BE49-F238E27FC236}">
                    <a16:creationId xmlns:a16="http://schemas.microsoft.com/office/drawing/2014/main" id="{76D5D2DD-EA6E-44AD-A1A7-AB5FD0A08523}"/>
                  </a:ext>
                </a:extLst>
              </p:cNvPr>
              <p:cNvSpPr txBox="1"/>
              <p:nvPr/>
            </p:nvSpPr>
            <p:spPr bwMode="auto">
              <a:xfrm>
                <a:off x="290945" y="1205345"/>
                <a:ext cx="3200400" cy="8940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𝑆𝑒𝑟𝑖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en-US" sz="2000" dirty="0" smtClean="0"/>
                            <m:t>C</m:t>
                          </m:r>
                          <m:r>
                            <m:rPr>
                              <m:nor/>
                            </m:rPr>
                            <a:rPr lang="en-US" altLang="en-US" sz="2000" baseline="-25000" dirty="0" smtClean="0"/>
                            <m:t>P</m:t>
                          </m:r>
                          <m:r>
                            <m:rPr>
                              <m:nor/>
                            </m:rPr>
                            <a:rPr lang="en-US" altLang="en-US" sz="2000" baseline="-25000" dirty="0" smtClean="0"/>
                            <m:t>1</m:t>
                          </m:r>
                        </m:den>
                      </m:f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en-US" sz="2000" dirty="0" smtClean="0"/>
                            <m:t>C</m:t>
                          </m:r>
                          <m:r>
                            <m:rPr>
                              <m:nor/>
                            </m:rPr>
                            <a:rPr lang="en-US" altLang="en-US" sz="2000" baseline="-25000" dirty="0" smtClean="0"/>
                            <m:t>P</m:t>
                          </m:r>
                          <m:r>
                            <a:rPr lang="en-US" altLang="en-US" sz="2000" b="0" i="1" baseline="-2500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en-US" sz="2000" dirty="0" smtClean="0"/>
                            <m:t>C</m:t>
                          </m:r>
                          <m:r>
                            <m:rPr>
                              <m:nor/>
                            </m:rPr>
                            <a:rPr lang="en-US" altLang="en-US" sz="2000" b="0" i="1" baseline="-25000" dirty="0" smtClean="0"/>
                            <m:t>3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627" name="Object 3">
                <a:extLst>
                  <a:ext uri="{FF2B5EF4-FFF2-40B4-BE49-F238E27FC236}">
                    <a16:creationId xmlns:a16="http://schemas.microsoft.com/office/drawing/2014/main" id="{76D5D2DD-EA6E-44AD-A1A7-AB5FD0A08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945" y="1205345"/>
                <a:ext cx="3200400" cy="8940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28" name="Object 4">
                <a:extLst>
                  <a:ext uri="{FF2B5EF4-FFF2-40B4-BE49-F238E27FC236}">
                    <a16:creationId xmlns:a16="http://schemas.microsoft.com/office/drawing/2014/main" id="{5F90E5D8-4611-4346-A91E-6DC263FA6CEA}"/>
                  </a:ext>
                </a:extLst>
              </p:cNvPr>
              <p:cNvSpPr txBox="1"/>
              <p:nvPr/>
            </p:nvSpPr>
            <p:spPr bwMode="auto">
              <a:xfrm>
                <a:off x="3503432" y="4758613"/>
                <a:ext cx="4090988" cy="7277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pada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BC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60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Volt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628" name="Object 4">
                <a:extLst>
                  <a:ext uri="{FF2B5EF4-FFF2-40B4-BE49-F238E27FC236}">
                    <a16:creationId xmlns:a16="http://schemas.microsoft.com/office/drawing/2014/main" id="{5F90E5D8-4611-4346-A91E-6DC263FA6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3432" y="4758613"/>
                <a:ext cx="4090988" cy="7277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3">
                <a:extLst>
                  <a:ext uri="{FF2B5EF4-FFF2-40B4-BE49-F238E27FC236}">
                    <a16:creationId xmlns:a16="http://schemas.microsoft.com/office/drawing/2014/main" id="{096A914A-CCF0-4955-A76C-05E0FCB63518}"/>
                  </a:ext>
                </a:extLst>
              </p:cNvPr>
              <p:cNvSpPr txBox="1"/>
              <p:nvPr/>
            </p:nvSpPr>
            <p:spPr bwMode="auto">
              <a:xfrm>
                <a:off x="290945" y="3304933"/>
                <a:ext cx="2992685" cy="8117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𝑆𝑒𝑟𝑖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+1+2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Object 3">
                <a:extLst>
                  <a:ext uri="{FF2B5EF4-FFF2-40B4-BE49-F238E27FC236}">
                    <a16:creationId xmlns:a16="http://schemas.microsoft.com/office/drawing/2014/main" id="{096A914A-CCF0-4955-A76C-05E0FCB63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945" y="3304933"/>
                <a:ext cx="2992685" cy="8117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3">
                <a:extLst>
                  <a:ext uri="{FF2B5EF4-FFF2-40B4-BE49-F238E27FC236}">
                    <a16:creationId xmlns:a16="http://schemas.microsoft.com/office/drawing/2014/main" id="{2D39C1EE-565B-4A9B-9688-7E82E81BE145}"/>
                  </a:ext>
                </a:extLst>
              </p:cNvPr>
              <p:cNvSpPr txBox="1"/>
              <p:nvPr/>
            </p:nvSpPr>
            <p:spPr bwMode="auto">
              <a:xfrm>
                <a:off x="335973" y="2211835"/>
                <a:ext cx="3509656" cy="9022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𝑆𝑒𝑟𝑖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Object 3">
                <a:extLst>
                  <a:ext uri="{FF2B5EF4-FFF2-40B4-BE49-F238E27FC236}">
                    <a16:creationId xmlns:a16="http://schemas.microsoft.com/office/drawing/2014/main" id="{2D39C1EE-565B-4A9B-9688-7E82E81BE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973" y="2211835"/>
                <a:ext cx="3509656" cy="9022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3">
                <a:extLst>
                  <a:ext uri="{FF2B5EF4-FFF2-40B4-BE49-F238E27FC236}">
                    <a16:creationId xmlns:a16="http://schemas.microsoft.com/office/drawing/2014/main" id="{F1B2166F-FF8A-462D-A5FB-DFD6D510FE08}"/>
                  </a:ext>
                </a:extLst>
              </p:cNvPr>
              <p:cNvSpPr txBox="1"/>
              <p:nvPr/>
            </p:nvSpPr>
            <p:spPr bwMode="auto">
              <a:xfrm>
                <a:off x="3567786" y="3705639"/>
                <a:ext cx="1485478" cy="8117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𝑆𝑒𝑟𝑖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Object 3">
                <a:extLst>
                  <a:ext uri="{FF2B5EF4-FFF2-40B4-BE49-F238E27FC236}">
                    <a16:creationId xmlns:a16="http://schemas.microsoft.com/office/drawing/2014/main" id="{F1B2166F-FF8A-462D-A5FB-DFD6D510F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7786" y="3705639"/>
                <a:ext cx="1485478" cy="8117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3772DC5-E350-4A06-9C92-7FA4486CE75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554" y="2133772"/>
            <a:ext cx="4591691" cy="1829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26D8DE-6369-4C10-9481-D84A4749D7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7850" y="118016"/>
            <a:ext cx="4493141" cy="198137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46D67D5-03E4-4C77-8B37-FB230466D9AB}"/>
                  </a:ext>
                </a:extLst>
              </p14:cNvPr>
              <p14:cNvContentPartPr/>
              <p14:nvPr/>
            </p14:nvContentPartPr>
            <p14:xfrm>
              <a:off x="289800" y="3704760"/>
              <a:ext cx="11240280" cy="2628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46D67D5-03E4-4C77-8B37-FB230466D9A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0440" y="3695400"/>
                <a:ext cx="11259000" cy="2646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/>
      <p:bldP spid="26628" grpId="0"/>
      <p:bldP spid="8" grpId="0"/>
      <p:bldP spid="9" grpId="0"/>
      <p:bldP spid="11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915</TotalTime>
  <Words>1212</Words>
  <Application>Microsoft Office PowerPoint</Application>
  <PresentationFormat>Widescreen</PresentationFormat>
  <Paragraphs>165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Cambria Math</vt:lpstr>
      <vt:lpstr>Symbol</vt:lpstr>
      <vt:lpstr>Trebuchet MS</vt:lpstr>
      <vt:lpstr>Wingdings 2</vt:lpstr>
      <vt:lpstr>Wingdings 3</vt:lpstr>
      <vt:lpstr>Facet</vt:lpstr>
      <vt:lpstr>Equation</vt:lpstr>
      <vt:lpstr>LISTRIK STATIK</vt:lpstr>
      <vt:lpstr>PowerPoint Presentation</vt:lpstr>
      <vt:lpstr>Suatu segitiga sama sisi ABC dengan Panjang sisi 10 cm berada di udara.Pada titik – titik sudut A,B dan C terdapat muatan berturut – turut listrik – 2C, +2C dan + 3C. Tentukan besar gaya coulomb pada titik C.</vt:lpstr>
      <vt:lpstr>F_CA=k (q_C "." "q" _A)/〖r_CA〗^2    F_CA=9.10^9  "3. 10–6.2. 10–6" /("10–1" )^2    F_CA= 5,4 N </vt:lpstr>
      <vt:lpstr>2. Medan Listrik</vt:lpstr>
      <vt:lpstr>PowerPoint Presentation</vt:lpstr>
      <vt:lpstr>PowerPoint Presentation</vt:lpstr>
      <vt:lpstr>Medan Listrik Pada Dua Keping Konduktor Sejajar  </vt:lpstr>
      <vt:lpstr>Medan listrik pada bola konduktor </vt:lpstr>
      <vt:lpstr>PowerPoint Presentation</vt:lpstr>
      <vt:lpstr>Perhatikan gambar tiga buah muatan yang berada di sekitar titik P berikut!Jika k = 9 x 109 N m2 C− 2 , q1 = + 10−12 C, q2 = + 2 x 10−12 C  dan q3 = - 10−12 C, tentukan besar  potensial listrik pada titik P ! </vt:lpstr>
      <vt:lpstr>PowerPoint Presentation</vt:lpstr>
      <vt:lpstr>6. Hubungan Potensial dan medan Listrik</vt:lpstr>
      <vt:lpstr>7. Kapasitor </vt:lpstr>
      <vt:lpstr>Rangkaian Kapasitor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LISTRIK STATIK</dc:title>
  <dc:creator>User</dc:creator>
  <cp:lastModifiedBy>Sudartik</cp:lastModifiedBy>
  <cp:revision>55</cp:revision>
  <dcterms:created xsi:type="dcterms:W3CDTF">2020-07-27T23:50:39Z</dcterms:created>
  <dcterms:modified xsi:type="dcterms:W3CDTF">2025-07-30T02:07:57Z</dcterms:modified>
</cp:coreProperties>
</file>