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7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  <p:sldId id="265" r:id="rId11"/>
    <p:sldId id="272" r:id="rId12"/>
    <p:sldId id="266" r:id="rId13"/>
    <p:sldId id="276" r:id="rId14"/>
    <p:sldId id="273" r:id="rId15"/>
    <p:sldId id="267" r:id="rId16"/>
    <p:sldId id="274" r:id="rId17"/>
    <p:sldId id="268" r:id="rId18"/>
    <p:sldId id="275" r:id="rId19"/>
    <p:sldId id="277" r:id="rId20"/>
    <p:sldId id="279" r:id="rId21"/>
    <p:sldId id="280" r:id="rId22"/>
    <p:sldId id="281" r:id="rId23"/>
    <p:sldId id="269" r:id="rId24"/>
    <p:sldId id="270" r:id="rId25"/>
    <p:sldId id="27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9-02T00:10:35.1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11387 4974 210 0,'-4'-3'237'0,"0"1"-3"16,0-1-66-16,0-1-74 0,-1 1-38 16,1 1-24-16,-1-1-10 0,-1 1-5 0,2 0-1 15,2-3-3-15,-2 2 1 0,-2-1 2 0,4-1-2 16,-1 4 0-16,0 0-6 0,2 0 5 0,0-1-2 15,-1-1 0-15,1 1 3 0,0-1-1 16,-1 1 3-16,1 2-2 0,0 0-2 0,1-1-3 16,-2 0-1-16,2 1-1 0,0-3-3 0,0 3-3 15,0 0 0-15,2 0-1 0,-2 3 0 0,1-3-1 16,2 0-2-16,1 0-1 0,0 0 3 15,2 0-1-15,2-3-2 0,0 0 3 0,3-1 3 16,3-1-3-16,1 2 1 0,4 0-1 0,1-1-3 16,1-1 0-16,2 1-4 0,3-2 5 15,3 0-3-15,2 0 2 0,2-2-1 0,3 1-1 16,3-1-1-16,3 0 1 0,-1-2-2 0,3 1 1 15,0-1 3-15,-1-1 2 0,0 1 3 16,0 1-1-16,-1-2 2 0,-2 3 2 0,-4-1 1 0,-3 0-2 16,-1 1 0-16,-2 0 3 0,-4 2-3 15,-2-1-2-15,-2 2-2 0,-4 1 4 0,-2 1-2 16,-3 2-6-16,-2-1 6 0,-2 2 5 0,-2 2-1 15,-2-1-6-15,0 1 1 0,0 0 2 16,-1 1-6-16,-1 0-10 0,-2 1-4 0,2 0-4 16,-1-1-24-16,-4 1-88 0,-1-1-66 0,-2-2-33 15,-1 0-14-15,0-1-4 0</inkml:trace>
  <inkml:trace contextRef="#ctx0" brushRef="#br0" timeOffset="418.02">12255 4538 191 0,'-4'-2'231'0,"0"0"7"0,1 1-79 0,2-1-69 16,0 1-39-16,-1-1-21 0,1 2-11 0,1 0-11 15,0-1-8-15,0 0-4 0,0-1 0 16,1-1 2-16,2 2 0 0,1-1 2 0,2 0 3 16,1 0 3-16,1-1 1 0,-1-1 1 0,2 4-1 15,-1-2 0-15,1 1-4 0,3 1 1 0,2 0 1 16,0 1-2-16,0 3-1 0,0-2 1 15,7 2 5-15,-1-1 2 0,-2-1-4 0,0 1-1 16,-6-1 1-16,3 1 2 0,-2 4-2 0,0-1 2 16,-2 2 1-16,0 0 2 0,-2 2-1 15,-2 3-1-15,-2 0 4 0,-2 4 0 0,-1 1 2 16,-2 3 2-16,-2 1 2 0,-2 2-1 0,-3 2 1 15,-3 1-2-15,-1-1-2 0,0 0 0 16,-1 0-3-16,0 1 0 0,0-3-5 0,-1 1 1 16,1-2-4-16,0 2 1 0,3 0 4 0,1-1-2 15,1 1-6-15,1-3-11 0,3-2-15 0,3-3-12 16,1-1-50-16,4-8-106 0,-2-3-52 0,1-6-18 15,1-6-1-15</inkml:trace>
  <inkml:trace contextRef="#ctx0" brushRef="#br0" timeOffset="28177.61">13762 4442 142 0,'2'8'227'16,"2"-3"3"-16,-1 0-70 0,-2-2-69 0,1 1-44 15,-1-1-24-15,0-2-7 0,1-1 0 16,-1 0 8-16,2-1-3 0,-2-2 0 0,2-1-1 15,-3-1-3-15,0-2 0 0,0-1-6 0,-2 1-1 16,4-2 1-16,-2-1-6 0,0-4 1 16,1-1-2-16,0-3-1 0,1 0 1 0,-1-1-4 15,0 2 2-15,-1-3 4 0,0 3-4 0,0 0 8 16,2 3-5-16,-1 0 0 0,0 1-1 15,-1 1-2-15,0 2 6 0,0 0-5 0,0 3 9 16,0 3 0-16,-1 0 3 0,1 1-2 0,0 2-2 16,0-1-3-16,0 4-6 0,0 3 0 0,-1 2-1 15,1 4 1-15,1 3 2 0,0 3-4 0,-1 5 2 16,4 6 4-16,-1 4 2 0,-1 5 2 15,3 6 1-15,-1 5 9 0,-2 7-3 0,4 4 3 16,-2 2-4-16,1 3-2 0,0-1-7 0,0 0-1 16,-1-4 4-16,0-1-7 0,-2-4 0 15,-1-4-2-15,1-4 0 0,0-5-3 0,2-3-5 16,-3-6 2-16,1-4-3 0,-2-5-7 0,0-5-11 15,0-5-18-15,-7-6-125 0,0-4-65 16,-1-6-32-16,-2-2-9 0,-1-5 1 0</inkml:trace>
  <inkml:trace contextRef="#ctx0" brushRef="#br0" timeOffset="28529.63">13868 4264 32 0,'9'-2'219'0,"1"4"10"0,0 2-20 0,-2 4-79 15,0 3-51-15,0 4-32 0,0 1-16 0,-1 5 4 16,0-1-5-16,2 4-2 0,-1-4-2 0,0-1 0 16,-3 1 6-16,-2 1-7 0,-2 2 8 15,-1 0 2-15,-1 1 1 0,-3-1 3 0,-2 1-8 16,0-1-3-16,-2-1-4 0,-3 3-8 15,0-1-2-15,-2 0-4 0,3-2 0 0,-1 0-5 16,-1-1 1-16,1-1-1 0,1-2-4 0,-1-2-1 16,3 0-9-16,1-3-19 0,1-1-20 0,-1-2-26 15,2-2-84-15,2-4-77 0,3-4-31 16,-2-1-6-16,0-2 7 0</inkml:trace>
  <inkml:trace contextRef="#ctx0" brushRef="#br0" timeOffset="30002.71">13957 4841 172 0,'3'2'240'0,"-1"0"7"0,1-1-66 15,0-2-76-15,1-1-46 0,1 1-25 0,3-3-20 16,1 1-2-16,3-4-9 0,1 0 7 0,1-2-4 15,0-2 2-15,-2 0 4 0,3-1-3 16,-3-3 2-16,-1 1-4 0,0-1 1 0,-1-1 2 16,-1 3-1-16,3-1 3 0,-4 0 0 0,-1 2 1 15,-2 1 5-15,-4 0 1 0,2 3 5 16,-2 1 2-16,-1 2 2 0,-1-1 3 0,-3 2-3 15,-1 0-4-15,-1 0-1 0,1 2-1 0,-2 2-4 16,-2 3-3-16,-2 1-1 0,1 2-1 0,-2 3-3 16,1-1-1-16,2 4-1 0,-3 0 0 0,0 2 4 15,0 3 0-15,3 0-7 0,1 2 4 16,2-2-1-16,4 0 1 0,-1-1-6 0,1-1 2 15,2 0 2-15,2 1-1 0,2-1-3 0,0-1 0 16,-1 0-1-16,-1-3 0 0,1-1 0 0,3 1-5 16,0-3 5-16,5 0 0 0,1-2 3 15,-1 0-1-15,3-4 3 0,-1 1-1 0,2-1-6 16,0-4-9-16,0-1-14 0,0-5-11 0,1 0-15 15,-1-3-11-15,0-3-4 0,-1-2-2 16,0 1 3-16,-2-2-9 0,0 0-13 0,-4-1-18 16,-1-2-20-16,0 0-10 0,-1 0 3 0,-2 0 15 15,0 4 38-15,-1 2 54 0,0 1 60 16,1 2 44-16,-2 1 21 0,1 2 18 0,-2 1-3 15,-1 0-19-15,0 2-30 0,-1 0-21 0,2 4-13 16,1 0-12-16,-1 1-5 0,1 2 1 0,0 1-5 16,-1 4 2-16,0 1 4 0,2 1-1 0,0 3-4 15,-1 0-1-15,1 3 2 16,1 0-4-16,0 0 1 0,3 1-5 0,-2 2-1 0,2 1-3 15,-2-1 1-15,0-1-2 0,1 0-2 0,0-2 4 16,-2-1-1-16,0-2 0 0,-1-2 0 16,0-3 0-16,-1 0 0 0,1-2-3 0,-2-1 6 15,1-2-1-15,-2-1 3 0,1-1-4 0,0-2 1 16,2-3 1-16,-2-2-2 0,0-3-4 15,-1-2 0-15,0-2 0 0,-1-1-2 0,1 0-3 16,0-3-3-16,1-1 3 0,1 0 0 0,0 0 1 16,2 0-3-16,-1 0 3 0,0 2 2 0,1 1 2 15,1 1 0-15,2 3 0 0,-1-1 2 16,0 4-5-16,-1 1 0 0,0 1-3 0,2 3 0 15,-2 1 0-15,2 3 6 0,0 3 4 0,-1 4-1 16,2 0 3-16,-3 1 1 0,1 3 1 0,-1 2-5 16,-1 0 0-16,0 3 2 0,1 0 1 15,-1-1 2-15,0 0-1 0,0 0 4 0,0-2-2 16,-1-3-4-16,0 0-2 0,-1 0-3 0,0-3 4 15,-1-1-4-15,1 0 2 0,-2-4 1 16,2-2 5-16,-1 0-5 0,1 0-3 0,0-4 2 16,1-2 1-16,1-3-2 0,0-3-2 0,1 0 1 15,2-3-8-15,-2 0 1 0,3-3-4 16,0 0-1-16,1 2 1 0,1-2 3 0,-2 1 6 15,0 0-4-15,1 1-3 0,-1 1-15 0,1 3 12 16,0 0 3-16,-1 3 2 0,1 2 5 0,-3 1 5 16,3 1 19-16,-1 1-13 0,0 0-3 0,0 3-6 15,0 1 3-15,-2 0 0 0,-2 2 2 16,0 4-2-16,0 1 0 0,1 4 5 0,0 1 2 15,-1 1 2-15,0 3-2 0,0 0 3 0,0 2-1 16,2-1-5-16,1 1-4 0,-1 1 0 16,-2 0 0-16,-2-2 0 0,1 0 1 0,0-3 5 15,1 1 0-15,0-3-12 0,1-1-2 0,-1-1 2 16,1-2-1-16,2-2-2 0,-2-1 0 15,1-2 12-15,-3-1 1 0,0-1-5 0,0-1 1 16,1-1-3-16,1-4 0 0,1-1-6 0,4-2-7 16,-1-1-1-16,1-3 0 0,-1-2-3 0,-1 0 1 15,-1-1 1-15,-1 0 1 0,1 0 1 16,1 0 1-16,-3 0 2 0,1 0-1 0,-2 0 3 15,0 2 0-15,0-1 6 0,1 2 0 0,-4 0 6 16,0 2 1-16,-2 1 3 0,1 1 6 0,-1 4 2 16,1-1 1-16,0 2-2 0,-3 2-1 0,2 1-3 15,0 1-4-15,-1 3-1 0,1 2-1 16,1 4 3-16,0 3 5 0,-1 0-1 0,-1 1-2 15,1 1-2-15,0 0 2 0,1 0-14 0,1-1-1 16,0 0 4-16,3-2 0 0,0 0 0 16,5-1 1-16,1-2 7 0,-1 0-4 0,3-1-2 15,-3-3-1-15,1-1 1 0,2 1-8 0,0-4 4 16,-1-4 1-16,1 0-6 0,1-4-1 15,0 0-1-15,-3-2 1 0,4-2-7 0,-4 0-7 16,0-2 2-16,0-1-2 0,-1-1-3 0,0-3 5 16,-3 0 7-16,2-1 5 0,-4 2 4 0,-3-3-1 15,1 3 0-15,-2 2 5 0,-2 1-1 16,2 2 1-16,-1 4 0 0,0 1 10 0,-1 1 6 15,2 1 0-15,-1 0 2 0,1 2 3 0,-1 0 2 16,1 2-8-16,-2 5-3 0,-1 1 0 0,0 3-1 16,0 2-3-16,3 1-5 0,2 4-1 15,-1-1 2-15,2-1 0 0,-1 2-4 0,1 0-1 16,-1-1 4-16,1 1 5 0,1 0-3 0,0-1-3 15,1 3 1-15,1-2 2 0,2-1-4 16,-2-3-9-16,2 0-6 0,2-1-8 0,1-3-15 16,2 0-11-16,1-1-47 0,-1-5-49 0,1-1-69 15,-2-4-31-15,0-1-8 0,2-4 0 16</inkml:trace>
  <inkml:trace contextRef="#ctx0" brushRef="#br0" timeOffset="30477.74">15629 4497 201 0,'-2'-1'258'15,"0"1"12"-15,-2 1-53 0,-3 1-94 0,2 0-52 16,-2 4-29-16,0-1-12 0,-2 4-8 0,1 1-4 16,-1 2-1-16,-1 1 0 0,-1 3 1 15,0 2-1-15,0 1 0 0,2 0 1 0,0 2 7 16,1-3-5-16,0 1-1 0,3 0 0 0,-2 0-4 15,1-1-1-15,4-1-9 0,-1-2 3 16,3-1-4-16,0-2-1 0,1 0 1 0,2 0 0 16,1-1-1-16,3-1-2 0,0-2 1 0,2-4-3 15,-1-1-1-15,1-3-4 0,3-2-2 16,0-3-2-16,1-2-3 0,2-4-2 0,-2-3-6 15,0 0-6-15,-2-4-1 0,-2-1 0 0,2-1 0 16,-3-1-2-16,0-2 6 0,0 2 9 0,-4-2 1 16,-2 3 1-16,0 1 4 0,-2 2 8 0,1 3 5 15,-1 2 3-15,0 3 6 0,0 2 9 16,0 0 6-16,0 3 3 0,0 0-8 0,-1 3-4 15,1 2 1-15,0 3-10 0,0 4-4 0,0 2-3 16,-3 1 10-16,-2 0 0 0,-2 4-6 0,3-2 4 16,2 2-4-16,0 0-1 0,4 0-7 15,-1 0-1-15,2 2 5 0,1 0-1 0,1 0-1 16,0-1 0-16,0-4 1 0,2-1-2 0,0 0-3 15,2 0 3-15,-1 0-6 0,0-4-4 16,3-1-7-16,-3-2-10 0,0-2-13 0,0-4-15 16,1-3-40-16,-3-4-98 0,1-2-48 0,-1-3-18 15,-1-1-4-15</inkml:trace>
  <inkml:trace contextRef="#ctx0" brushRef="#br0" timeOffset="30686.75">15937 4504 208 0,'3'3'242'0,"-2"-1"6"0,2 5-83 15,-2 1-69-15,2-1-39 0,-1 3-19 0,1 2-10 16,-1 0-5-16,0 2-6 0,0 0-10 0,1 4 1 16,0 1-2-16,2 1 2 0,1 0 0 15,-1 1 6-15,3-2 1 0,-3 0-1 0,0-3-1 16,1 0-6-16,-2-2-3 0,-2-3-1 0,4 0 1 15,-1-1-4-15,0-5-5 0,3 0-3 16,1-3-10-16,-2-4-36 0,-3-1-106 0,-1-4-57 16,-2-4-28-16,1 0-13 0,0-4 2 0</inkml:trace>
  <inkml:trace contextRef="#ctx0" brushRef="#br0" timeOffset="31187.78">16484 4396 5 0,'0'0'241'0,"-1"2"14"16,-3-1 11-16,0 0-82 0,-4 4-77 0,0 0-50 16,-1 2-20-16,-2 1-8 0,-2 3-11 0,1 2-3 15,-3 1-1-15,1 3 4 0,-1 2 3 16,2 2 2-16,-2 0 4 0,2 0 1 0,-2 1-3 15,2 2 3-15,1-2-2 0,0-1-5 0,3 1 1 16,-1-4-2-16,1 1 4 0,3-2-5 16,-1-1-4-16,1-1-2 0,2-3-3 0,2-1-1 15,4 0 0-15,1-3-4 0,1-1 5 0,0 0-7 16,2-2 3-16,0-1-3 0,5-3-3 15,-2-4 2-15,2-2-2 0,1-2 2 0,0-5-6 16,1-2-3-16,0-2-2 0,1-1-11 0,0-1 0 16,-2-2-3-16,0 1 2 0,-1 1-2 0,-3 0 2 15,-1 1 8-15,2 1 5 0,-3 2 1 16,1 3 0-16,-3 2 1 0,-3 3 7 0,-1 1-1 15,0 2 1-15,0 1 1 0,0 0 6 0,0 2 4 16,0 3-1-16,0 2-4 0,0-1 4 0,0 3 1 16,-1 1 1-16,0 1 1 0,-1 1 2 15,1 2 5-15,0 0-2 0,-1 3-4 0,2-4-5 16,2 4-3-16,2-2-5 0,-2 1 0 0,3-2-9 15,-1 0 7-15,0 0 0 0,0 0 1 16,2-4 5-16,1 0-7 0,0-4-1 0,3-2-8 16,-1-2-12-16,3-2-11 0,-1-3-18 0,-1-2-11 15,2-1-8-15,-1-4-22 0,-2 0-42 16,0-2-62-16,-3 0-41 0,-1 0-16 0,0 0-1 15</inkml:trace>
  <inkml:trace contextRef="#ctx0" brushRef="#br0" timeOffset="31485.8">16611 4610 240 0,'2'-2'262'0,"1"-1"-6"0,-2 3-49 0,-1 1-65 15,0-1-54-15,-1 3-35 0,1-1-22 16,0 3-7-16,0-1-5 0,1 1-5 0,1 2-6 15,1 1 2-15,0 1 1 0,1 1-5 0,2-1-2 16,0 1-8-16,1 0 8 0,1-2-3 0,-2-1 0 16,1-2-1-16,-2 1 0 0,3-3 7 15,-2 1-5-15,0-3 2 0,1-1 3 0,0-1 1 16,2-3-2-16,2-2-4 0,-1-2-1 0,2-3-2 15,-1 0-1-15,-4-2 1 0,0 2 0 16,0-1-1-16,-2 2 2 0,2 0 1 0,-3 3-5 16,1 2-1-16,-2 2 4 0,1 2 4 0,0 1 5 15,1 1-1-15,-1 2 11 0,-1 0 2 16,0 4 3-16,-1 1 2 0,3 3-4 0,-1-2-4 15,-2 2-8-15,-2 0 2 0,0-1-4 0,1-2-1 16,0 0-1-16,1-2 3 0,-2-1-3 0,0-1-7 16,0-1-18-16,2-3-29 0,-2 0-71 0,-1-7-106 15,-3-3-53-15,-4-2-24 0,-2-5-3 16</inkml:trace>
  <inkml:trace contextRef="#ctx0" brushRef="#br0" timeOffset="31697.81">15775 4103 184 0,'-19'0'303'0,"3"0"19"0,3 0 15 0,4 0-138 16,1 0-79-16,0 0-44 0,4 0-26 15,1 0-20-15,3-3-21 0,3 2-19 0,1-3-20 16,5-3-30-16,-5 3-126 0,-1-3-77 0,-2 3-36 16,-4-1-11-16,3 1 4 0</inkml:trace>
  <inkml:trace contextRef="#ctx0" brushRef="#br0" timeOffset="33773.93">1664 4521 202 0,'-1'2'246'0,"0"-2"-5"0,-1 0-53 15,1 0-67-15,0 0-45 0,-1 0-19 0,1 0-15 16,-1-2-5-16,-1 1-2 0,2-1-1 16,-2 1 2-16,0 1-2 0,2-1 2 15,-2 0 2-15,2 0-1 0,-2 1-5 16,1 1-4-16,0 0 0 0,2-1-1 0,0-1-1 15,0-2-6-15,0 0 2 0,-1 1-3 16,1 2-5-16,1-3-3 0,2-1-3 0,0-1-1 16,-1-5 0-16,2-5-5 0,2-5-2 15,1-5-1-15,3-2-1 0,-1-5 0 16,3-2 2-16,-1 0 1 0,-2-4 4 15,1 1 2-15,0 0-1 0,-2 2-3 0,-1 2 0 16,-1 6 4-16,-2 1-6 0,-1 4-1 16,-2 4 0-16,2 3-2 0,-3 4-1 15,-3 4-5-15,-1 5 3 0,-5 3-2 16,1 7 0-16,-1 2 1 0,-1 5 3 0,-2 3 0 15,2 2 0-15,-2 2-1 0,2 1-2 16,1 4 3-16,1-1-5 0,2 3 4 0,2 2 1 16,1-1 4-16,2 0 2 0,1-1 2 15,0-2 2-15,1-2-7 0,2-2 0 16,1-4 1-16,2-4-1 0,-1 1-1 15,1-2 1-15,-1-3 0 0,-1-2 0 0,2-2 0 16,0-2 0-16,1-3 0 0,1-1-2 16,1-2 0-16,3-3-2 0,1-3-12 0,3-3-19 15,0-2-33-15,-3-3-114 16,-1-5-80-16,0-1-43 0,2-2-12 0,3-2 9 15</inkml:trace>
  <inkml:trace contextRef="#ctx0" brushRef="#br0" timeOffset="34599.97">2583 4717 168 0,'1'1'246'16,"0"2"7"-16,1-2-55 0,-1 1-84 0,0-1-43 15,2-1-32-15,1 0-14 0,-2-1-8 0,1-1 1 16,0 0 2-16,0-1-6 0,1 0-1 0,0-4 0 16,1 0-1-16,0-2-6 0,2-2-5 0,-2-2 1 15,2-2-2-15,0-1 1 0,0-2 2 16,1 0 1-16,0-2 1 0,0-2-6 0,2 0-2 15,-2-2-3-15,0 1 6 0,-2 0-2 0,2 2-1 16,-3 1 4-16,1 1 3 0,-2 1 1 0,-1 10-6 16,-2-1-2-16,-1 2 7 0,0 2 2 0,0-7 4 15,-1 2 3-15,-2 4 1 0,0 3 2 16,-1 0-6-16,0 6 2 0,-1 4-5 0,-6 1-1 15,3 4 4-15,0 0-2 0,1 4 5 0,2 1-8 16,1 0 1-16,0 2 3 0,0 0-2 0,2 0 1 16,-1-1 3-16,2 1 5 0,1 0 2 0,0 1 1 15,1-2 0-15,0 1 0 0,2-1-7 0,1 0-3 16,0-2-1-16,0-1-3 0,2-2-1 0,1 0-1 15,0-2 4-15,0-2-5 0,1-1 3 0,1-2-2 16,0-3-1-16,2 0-4 0,1-2-11 0,0-2-19 16,0-4-29-16,-4-3-131 0,-2-3-69 0,0-1-33 15,-2-2-7-15,2-2 7 0</inkml:trace>
  <inkml:trace contextRef="#ctx0" brushRef="#br0" timeOffset="37325.12">1439 4642 90 0,'0'-5'232'16,"0"-1"7"-16,0-2-36 0,0-2-72 15,0 3-58-15,0-1-30 0,0 0-15 0,0 0-4 16,0-2-3-16,-2 2 1 0,2-1-2 16,0 0-1-16,0 1 0 0,0 1 1 15,0 0-2-15,0-1 3 0,2 1-1 0,-2 0 4 16,1 4 3-16,-1 0-2 0,0 2-4 15,-1-1 3-15,-1 1-2 0,1-2 2 16,1 1-5-16,0 4 4 0,0 1 4 0,-1 2-6 16,-1 5 1-16,1 1-6 0,0 6 6 15,-1 3-4-15,1 2-5 0,-2 2 1 16,1-1 0-16,-2-1-4 0,0-1-1 0,0 0 1 15,1-1 1-15,0 1-3 0,1-4 0 16,-1 0-1-16,0-5-5 0,2-1-5 16,0-2 0-16,-1-2 2 0,1 0-1 15,0-1 2-15,1-2-1 0,0-3 1 0,0-1-2 16,2-4-4-16,2-3 0 0,3-2-5 15,2-3 0-15,-1-3-7 0,0-2-3 16,-1 1-3-16,2 0-5 0,-2-2-1 0,0 0-1 16,-1 3 2-16,0-1 7 0,0 1 2 15,-2 1 4-15,0-1 7 0,0 2 0 16,0 0 5-16,0 2 0 0,0 2 0 0,0-2-3 15,-1 1 4-15,-1 2 2 0,2 0-3 16,-1 3 1-16,0 3 2 0,-2-1 3 16,0 1-3-16,2 2 1 0,-2 0 0 15,2 3 2-15,0 0 1 0,0 1 2 0,3 4 2 16,-1 1-1-16,2 1 1 0,0 0-4 15,0 1-4-15,0 0 0 0,1 2-4 16,0-2 8-16,1 1-3 0,-1-2 1 0,0 0 2 16,0 1-7-16,0-3 0 0,-2 0-15 15,-1-1-9-15,-2-1-25 0,-5-3-97 16,0-1-69-16,-4-2-39 0,-1 0-13 15,2 0 2-15</inkml:trace>
  <inkml:trace contextRef="#ctx0" brushRef="#br0" timeOffset="37519.14">1548 4691 177 0,'0'0'263'16,"1"-3"10"-16,0 3-38 0,1-2-99 16,0 1-61-16,2-1-34 0,3-1-17 15,-2-1-12-15,2-1-3 0,1 0-4 16,0-2 1-16,1 0-4 0,0 0-6 0,2-1-3 15,1 1-10-15,-1-2-33 0,-5 1-112 16,1-3-56-16,-5 2-29 0,1 2-14 0,2 0 0 16</inkml:trace>
  <inkml:trace contextRef="#ctx0" brushRef="#br0" timeOffset="38659.21">2523 4189 123 0,'0'-7'241'15,"0"-1"14"-15,0 0-43 0,-1-2-75 0,-1 3-55 16,2-1-28-16,-1 1-16 0,0-1-2 0,1-4-4 15,-2 3-1-15,2 0 0 0,0 1 6 0,0 5 4 16,0 1-6-16,0-1 5 0,0 1-2 0,2 1 0 16,-1 0-8-16,-1 1-1 0,0 0-2 15,0 0-6-15,0 2 0 0,0 3-8 0,0 0 7 16,-1 5-4-16,-1-1-9 0,1 5 3 0,-1 2-6 15,1 5 0-15,0-1-10 0,-2 3 2 0,2 1 0 16,-3 0-4-16,1-1 4 0,2 1 0 0,0-3-2 16,1-2 5-16,0-1 2 0,0-2 3 0,0-1 1 15,0-1 0-15,0-2 4 0,1-1-4 0,-1-1-4 16,0-5 1-16,1-1-12 0,-1 0 1 0,0-1-2 15,2-2 4-15,-2 0-5 0,1-2-5 0,3-2 9 16,-2-1-6-16,0-2-2 0,0-1-20 0,0-4 7 16,1 0-3-16,-1-1 2 0,1-2 3 15,0-1-3-15,-2-1 15 0,0-1-3 0,1 2 7 16,-1 0-3-16,0-1-3 0,1 0 4 0,0 0 2 15,-1 2 0-15,1-3 3 0,-1 2 6 0,2-1 2 16,-2 1 1-16,0 3 4 0,2 1 1 0,-2-1-6 16,1 3-5-16,0 2 1 0,0 1 1 0,0 2-5 15,1-2 5-15,-1 4-1 0,0-1 0 0,2 2-1 16,-1-1 5-16,-1 2 11 0,1 0-2 15,1 2 0-15,0-1 4 0,1 2 5 0,2 2-6 0,-3 1-10 16,1 0 3-16,1 2 0 0,-1-1-3 0,0 1 2 16,2 1-1-16,-2-1 0 15,2 1-2-15,-1 3-2 0,1-2 0 0,1 0-5 0,-4-3-4 16,-1 0-12-16,-3 0-26 0,-3 0-119 0,-2-1-64 15,-3-1-31-15,1-1-13 0,0-1 1 0</inkml:trace>
  <inkml:trace contextRef="#ctx0" brushRef="#br0" timeOffset="38825.22">2545 4253 100 0,'6'0'240'15,"-1"0"10"-15,1-3-28 0,0 2-88 0,1-3-56 16,-1 0-36-16,4 1-17 0,0-2-11 0,0-1-15 15,-2 0-56-15,-2 1-101 0,1-2-47 0,-3 2-29 16,0-2-14-16</inkml:trace>
  <inkml:trace contextRef="#ctx0" brushRef="#br0" timeOffset="40486.31">1332 3881 13 0,'4'-3'247'0,"-1"-1"14"0,-2 1 10 16,1 0-82-16,-2 1-78 0,1-1-41 0,-1 0-26 15,0 2-6-15,0 0-7 0,0 1-5 16,0-2-8-16,1 4-2 0,1-2 6 16,-1 1-1-16,2 3-2 0,2 0 4 15,0 3 4-15,0 0 1 0,2 1-1 0,1 3-5 16,3 1-1-16,-2 0-2 0,4 2-6 15,-1 1-3-15,0-1-2 0,1 1-1 0,-2 1-2 16,1-4 0-16,-3 1 3 0,-1-4-8 16,-1-2 1-16,0 0 2 0,-3-2-2 15,0-1 1-15,0-2-1 0,0-2 11 16,0 0 3-16,-2 0 8 0,1-5 6 0,0-1 4 15,0-3 0-15,1-3-4 0,0-3-4 16,1-2-8-16,0-2-4 0,0-5-4 16,2 0-1-16,-2-1-2 0,2-1-1 15,-1-1-1-15,0 0-3 0,0 4-3 0,1 0-8 16,0 3-6-16,-1 2-10 0,2 2-16 15,0 3-14-15,0 0-22 0,0 2-16 0,-4 6-83 16,1 0-85-16,-2 2-33 0,-3 3-11 16,5 3 8-16</inkml:trace>
  <inkml:trace contextRef="#ctx0" brushRef="#br0" timeOffset="41122.35">2509 3609 144 0,'3'0'246'15,"0"0"15"-15,0 3-42 0,-1-3-84 0,0 2-53 16,0 0-32-16,1 2-15 0,0 1-10 0,1 1-4 15,1 1-1-15,-1 3 0 0,1-2-3 0,0 3-2 16,1-2 1-16,2 2-4 0,0 0-2 16,0 1 1-16,2 2-1 0,2-1-1 0,0 2-1 15,1 0-3-15,-1-1 3 0,3-2 0 0,-3 0 1 16,-1-3 2-16,-1-2 3 0,0-1 3 0,-2 1-3 15,-2-2-1-15,2-2 11 0,-3 0 4 0,1-2 4 16,-2-1 9-16,0-1 4 0,-1-3 1 0,2 0-3 16,-1-4-5-16,0-3-6 0,0 2-6 0,0-4 0 15,0-2-5-15,-2-1-6 0,1-2-1 0,0 1-2 16,1-3 1-16,-2 1-5 0,2-1 1 15,0-1-2-15,-1 4-5 0,0-2 0 0,-1 1-6 0,1 2-6 16,0-1-15-16,-1 2-21 0,3 4-20 16,-1-1-27-16,-1 1-61 0,-4 6-107 0,-3 1-51 15,-3 2-8-15,3 4 4 0,3-1 17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9-02T00:14:48.2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13849 14033 199 0,'0'-1'207'0,"-1"1"-23"0,0-2-33 15,-1 1-38-15,1 0-37 0,0-2-26 0,-1 1-20 16,1 0-9-16,0 2-7 0,-1 0-2 0,2 0 2 16,-1 0-2-16,0 0-1 0,-1 0-1 15,1 0 1-15,1 0-1 0,0-3-3 0,0 3 0 16,-1 0 0-16,-1 0-3 0,1 0-2 0,-1 0 0 15,2 0 1-15,0 0 1 0,0 0-4 0,0 0 4 16,-2 0-1-16,2 0-1 0,-1 0-2 16,0 0 0-16,1 0 2 0,0 0 0 0,0 0-4 15,1 0 4-15,0 0 0 0,-1 0 1 0,2 0 3 16,-2 0-2-16,0-2 5 0,0 2-4 15,0 0 2-15,0 2 4 0,-2 5-2 0,0 1 0 16,-2 1 3-16,-2 0 3 0,1 4 0 0,-1 2-3 16,-1 2 1-16,-1 1 2 0,-2 2 0 15,-2 2 2-15,0 4 4 0,0 0 0 0,-1 2 1 16,1 3-1-16,-4 0 0 0,2 1-2 0,-2 0-5 15,0 2-5-15,-1 0 2 0,0 0-3 0,2-1-3 16,1 0 0-16,1-2-1 0,2-2-1 16,1-3-1-16,-1 0 1 0,3-4-1 0,0-1-2 15,0-2-2-15,3-3 1 0,0-2-2 0,1-1-1 16,1-3-2-16,2-1-5 0,-1-2-12 0,2-1-5 15,0-2-10-15,0 1-10 0,0-3-24 16,0 0-71-16,-3-1-71 0,-1-2-39 0,-1-1-15 16,0 0-2-16</inkml:trace>
  <inkml:trace contextRef="#ctx0" brushRef="#br0" timeOffset="1282.07">13756 15519 63 0,'3'-3'233'0,"0"-2"8"16,-1 3-35-16,1 0-65 0,-2-1-53 16,-1 1-43-16,0-1-22 0,0 1-7 0,0-1-7 15,0 0-3-15,0 2 3 0,0-2-1 0,2 3 2 16,-1 0 2-16,-1-3 4 0,0 3 1 0,0-7-4 15,0 3 1-15,0 0-1 0,0 1 1 0,1 6-4 16,1 0 2-16,-2 0-1 0,0-1 0 0,-2 3 1 16,0 0-4-16,-1-1 0 0,-1 2-1 0,1-1 1 15,2 0-1-15,1-1 0 0,0 4 4 0,-1 1-2 16,-2 1-2-16,-1 2 2 0,0-3-4 15,0 4 4-15,0-1-5 0,-1 2 0 0,1 1 2 16,-1 2-2-16,-1 3 1 0,1 3-2 0,-2 1 1 16,-1 1 2-16,0 1 2 0,-1 1-1 0,-2 2 1 15,2 0-1-15,0 3 2 0,-2-4-6 0,2 1 0 16,-1-2 1-16,1 0 1 0,1-1-3 0,2-1-1 16,0-2 4-16,1-4-2 0,1-3-2 0,-1-2 2 15,1-4 1-15,1-3 3 0,0 0-8 16,2-4-3-16,1 2-8 0,1-3-8 0,2-4-12 15,0 0-25-15,1-4-42 0,-2-1-100 0,2-4-47 16,-1-2-24-16,-2-2-1 0</inkml:trace>
  <inkml:trace contextRef="#ctx0" brushRef="#br0" timeOffset="17058.97">10280 18152 16 0,'0'4'228'15,"2"-2"12"-15,-2 1-30 0,-2 0-50 16,1-1-60-16,-1 0-49 0,1-1-22 16,-1 2-13-16,0-2-5 0,1-1-6 0,0 2-1 15,-1 0 2-15,1 0 0 0,0 1-2 16,-1-2 0-16,0 0 1 0,-1 0 2 15,-1 1 0-15,0 1-4 0,0-2 1 0,0 2-1 16,3 0-3-16,-2-1 4 0,2 1-3 16,4-1-1-16,-2 0-9 0,0 1 4 15,-1 0 4-15,-5-1-5 0,-1-1 2 0,1 0 0 16,0 2 13-16,-1-3-3 0,0 1-6 15,2 1 2-15,1-1 0 0,1 0 1 16,-1 0 4-16,-1 1-2 0,0-1 6 0,1 0-1 16,2 1-1-16,-2-2 2 0,2 0-5 15,0 0 3-15,-1 0-10 0,1 0 5 16,1 0 5-16,1 0 2 0,1 0 0 15,-1-2 0-15,-1 1 10 0,0 0-6 0,0-1-4 16,1 1 1-16,4 0-4 0,0 0 2 16,1 1-1-16,2 1 2 0,3 0-2 15,-1 0 1-15,4-2-1 0,2 0 1 0,0 0 1 16,2-1-3-16,2 1 3 0,-1 1-3 15,2 0 1-15,3 0 1 0,0 0-10 16,-3 0 3-16,0 0 4 0,-2 0 2 0,-4 0 2 16,0 0-2-16,-1 0 11 0,0-3-4 15,-2 2-5-15,-1 0-2 0,0 0-1 16,-3 1-3-16,-2 0 0 0,1 0-1 15,-1 1-1-15,-2 0 0 0,-1 0 3 0,0 2 1 16,0-3-5-16,-1 1-1 0,1 2 2 16,-2-2-1-16,-1 2 4 0,0-1-5 15,0 0 1-15,0 0-2 0,0 0-10 0,0-1 3 16,0 1-7-16,0 3 2 0,0-1-3 15,0-3-4-15,0 3-3 0,0-8-17 16,0 1-26-16,-2 1-85 0,-2-3-80 0,-2 0-39 16,-3-1-11-16,1-2 2 0</inkml:trace>
  <inkml:trace contextRef="#ctx0" brushRef="#br0" timeOffset="18109.03">10166 17270 47 0,'0'3'233'0,"1"2"12"15,-1-3-21-15,0 1-68 0,0-3-64 0,0 0-36 16,2 0-17-16,-1 0-9 0,-1 0-8 16,1 1-6-16,-1 2-3 0,3-3 1 0,0 3 2 15,2-3-2-15,1 0 4 0,1 2 6 16,0 1 1-16,1 1 2 0,4 1-3 15,1 2 2-15,4-1-1 0,2 3-1 16,2 1-2-16,4 2-2 0,3-1-2 0,2-1 3 16,-1 0-2-16,0 0-2 0,2-1-2 15,-2-1 2-15,0 0-3 0,-1-2 1 16,-4-1-1-16,0-1 4 0,-2-1 0 15,0-3 2-15,-4 0 0 0,1-2-4 0,-4 1-3 16,-1 2-4-16,-3-1-1 0,-2 0-6 16,0 0-1-16,-2-1-1 0,-2-2 0 0,1 2 1 15,-2-1-2-15,-1 2 2 0,-1 0-1 16,-2 0 1-16,0 0 1 0,0 0 0 15,-2 0-1-15,0 0 0 0,-1 0-2 16,1 3 0-16,-2 0-7 0,0 0-4 0,0 1-6 16,0 0-6-16,0 1-11 0,-1-1-15 15,2 2-15-15,-1 1-35 0,-3 1-114 16,-1 3-57-16,-1-4-22 0,1 0-2 15,3-7 10-15</inkml:trace>
  <inkml:trace contextRef="#ctx0" brushRef="#br0" timeOffset="19811.13">10966 17306 210 0,'-1'-1'251'16,"-1"3"-2"-16,1 2-56 0,1-3-75 0,0 0-51 16,-1 0-24-16,1 1-14 0,-2-2-5 15,1 0-4-15,0 0 2 0,-1 0-1 16,1-2 1-16,0 1 3 0,1 0 1 0,0 0 0 15,0 1-5-15,1-2 2 0,-1 2-3 16,1 0-3-16,-1 0-4 0,2 0 1 16,0 2-1-16,2-1-2 0,2 1 0 0,1 1 1 15,3 1-1-15,1 1-2 0,3 0 0 16,1-3-2-16,1 3-2 0,1-3-1 15,3 1 4-15,1-1-2 0,1-2-3 16,1 0 1-16,4 2 2 0,-1-1-3 0,1-1-3 16,0 2 4-16,-1-2 0 0,-2 0 1 15,1 0 1-15,1-2 3 0,-3 2 0 16,-1-1-2-16,-2-1 0 0,-2 2 2 0,-2-2-1 15,-1 2-2-15,-3-2-2 0,0 1 4 16,-2 0-1-16,0 0-5 0,-2 1 2 16,0 1-9-16,-3 0 1 0,-1 0 2 0,-1 1-1 15,-1 0 4-15,1 0-1 0,0 1 7 16,-1 1-2-16,-2 0-2 0,0 0-1 15,0 0-3-15,-1 0-4 0,0 0-3 16,-1-1-5-16,1 1-8 0,-2 1-14 0,-1-3-14 16,2 1-17-16,-2-2-51 0,-3 7-103 15,-4 0-50-15,-1-1-18 0,-1 1 0 16,4-6 11-16</inkml:trace>
  <inkml:trace contextRef="#ctx0" brushRef="#br0" timeOffset="20841.18">11443 18187 32 0,'4'3'229'0,"0"1"8"0,-1-1-22 16,-1-2-42-16,2 0-54 0,-1-1-46 15,-2 3-26-15,0-3-14 0,2 2-7 0,0-2-2 16,1 0-1-16,0 0 1 0,0-2 1 16,-1 2 0-16,-1-3-7 0,2 3 4 15,0-2 1-15,1-1 4 0,2 0 1 16,3 2 0-16,0 1 8 0,2 0-2 0,2 0-5 15,0 0-2-15,2 0-3 0,-2 0-2 16,5 1-2-16,1 1-3 0,3 0 0 16,0 1 1-16,4-2 2 0,0 4-4 0,0-2 3 15,3 2-4-15,-2-2-1 0,0 1-6 16,0-3-1-16,-3 2-1 0,-1-1 0 15,-2 2-1-15,-2 0-1 0,0-2-3 0,-1 1 0 16,-3-1-2-16,-2 1-3 0,-3-1-7 16,0 1-10-16,-1-1-9 0,-1 1-11 15,-1-1-15-15,-1 1-14 0,-3-3-19 16,-3 0-68-16,-7 1-85 0,-2-2-40 0,-3-3-12 15,-2-2 5-15</inkml:trace>
  <inkml:trace contextRef="#ctx0" brushRef="#br0" timeOffset="31668.81">1696 6649 118 0,'-14'-11'242'0,"-1"2"12"16,-1 0-26-16,0 0-94 0,-1 0-52 0,1 0-24 16,-1 1-14-16,-1-2-3 0,0 1 0 15,1-1-2-15,1 0 5 0,-2 1 2 16,4 1 3-16,-2 1 0 0,1 0-3 0,-1 2 0 15,3 0-4-15,0 0-10 0,1 5-5 16,1 0-8-16,-2 6-3 0,1 3-5 16,-1 5-5-16,1 3 3 0,0 5-1 0,-2 6 1 15,4 5 1-15,-1 3 0 0,-1 7 3 16,3 3-1-16,1 5-1 0,0 4-1 15,4 4-4-15,3 1-2 0,1 0-1 16,2-1-4-16,4-2-3 0,3-2 1 0,1-2-2 16,5-5 2-16,1-2 0 0,4-4 4 15,1-4-1-15,3-1 1 0,3-4 1 16,2-5-4-16,3-3 0 0,2-6-5 0,4-2 2 15,1-6 2-15,1-3 2 0,2-6 0 16,3-3 0-16,0-8 4 0,4-4-3 16,1-6 0-16,0-6-2 0,0-4 4 0,-2-3 1 15,-5-4 2-15,-4-3 3 0,0-3 2 0,-3 1 2 16,-3-4 5-16,-4 0-6 0,-2 0-5 0,-7 2-3 15,-3 0 0-15,-5 2 0 0,-4 0-9 0,-7 0 11 16,-7 2 6-16,-4 0 10 0,-7 4 3 0,-3 0 5 16,-6 2 4-16,-5 1 2 0,-4 5 2 0,-3 4-3 15,-6 3 0-15,-3 5 1 0,-3 5-6 16,-2 2-1-16,-1 4-7 0,1 4-4 15,0 4-4-15,5 3-2 0,3 1-4 16,5 2-6-16,5 0-11 0,4 0-25 0,6-1-37 16,6 4-41-16,-1-2-106 0,3-1-111 15,4 2-49-15,1-3-8 0,8-3 20 16,4-4 30-16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9-02T00:16:37.0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15580 2742 140 0,'1'-4'224'0,"0"1"-16"0,-1-1-49 0,0 0-55 15,0 0-43-15,0 1-31 0,0-1-10 0,0 0-9 16,0 1 5-16,0 1-3 0,0 0-4 0,-1-1-3 15,1 0-5-15,0 0 5 0,0 1-5 16,0 0 3-16,0-1 3 0,0 0 1 0,0 1-1 16,1-1-3-16,-1 0 7 0,0 2-2 15,0-2-2-15,0 0 4 0,0-1-3 0,0 0 2 16,0 1-6-16,-1 3-1 0,0 0-1 0,-1 0-2 15,1 0 5-15,1 3-3 0,0-3 3 0,0 3 3 16,-1-1 0-16,-1 2 0 0,-1 1-3 16,1 3-2-16,-2 1 3 0,0 3-3 0,-1 1-5 15,1-1 3-15,0 2 3 0,1 0-1 0,0 1-2 16,2-2 1-16,0-2 5 0,1 0-3 0,0-3-5 15,0 0 1-15,0-2 2 0,0-2-5 0,1 0 3 16,0-1 2-16,1-3-1 0,-1 2-1 16,2-2-3-16,1-2 3 0,2-4-1 0,1 0 0 15,-1-2 1-15,3-1 1 0,-3-1-2 0,3 0 3 16,-2-2-5-16,0 0-1 0,-2-1 2 15,2 2 1-15,-3 1 1 0,-2 1-6 0,1 1 1 16,0-1 1-16,-1 2 2 0,0 7-1 0,-1 0 5 16,-1 0 1-16,-1 0 2 0,-1-6 1 15,1 2-6-15,0 1 3 0,-2 0-3 0,0 4 3 16,-1 4 0-16,-2 0-2 0,0 3-2 0,2-1 1 15,0 1 1-15,0-1 2 0,2 1-1 0,-1 0-1 16,0 1 4-16,1 0-2 0,-1 1-3 16,3-2-1-16,0-1-2 0,3 1 0 0,-2-2 1 15,0-1-1-15,2-1 1 0,-2-3 3 0,2 2 1 16,1-3-2-16,0 0 2 0,1-3 0 0,-1 2-2 15,2-2-3-15,-2-1-4 0,0 0 2 16,0 0 2-16,0-2 1 0,0 0 4 0,0 0-1 16,-2-1 5-16,1 2 3 0,-3 0-6 0,-3-1 0 15,2 2-4-15,0-2 2 0,-2 3 2 16,-1 1-4-16,0-1 3 0,-1 2-3 0,-1 1-3 15,0 0 1-15,-1 1 3 0,2 2 1 0,-2-1-2 16,2 1 5-16,-2 3 2 0,2 0-2 16,0 1-3-16,-1 2-1 0,1-1 1 0,2 0 0 15,0 0 2-15,2-2-5 0,-1 1 3 0,0-2 2 16,2-1-3-16,0 0-2 0,2 0 0 0,-2-1 4 15,0 0-8-15,0 0 5 0,0-2 1 0,2 0 2 16,-1 0-4-16,3-1-1 0,0-1 6 16,2-1-2-16,-2-2-1 0,0-1-2 0,-1 4 6 15,-2-2 2-15,0 2-8 0,-1-1-3 0,0 1 4 16,3 0 0-16,-2 0-2 0,0 1 0 15,-1 0 3-15,-1 0 0 0,0 0-4 0,-2 1-5 16,3 3-16-16,-1 0-37 0,-4 2-100 0,-2-2-51 16,-1-2-26-16,1-1-9 0</inkml:trace>
  <inkml:trace contextRef="#ctx0" brushRef="#br0" timeOffset="957.05">15642 2806 4 0,'5'-1'219'0,"2"-2"12"15,-2 1-25-15,2-2-53 0,-2 3-63 0,1-3-40 16,-3-1-17-16,0 1-12 0,1-1-6 15,1-1-2-15,1-1-1 0,0-1-4 0,5-1-3 16,1 0 0-16,2-4 1 0,1-1-2 0,2-3-2 16,1 3 0-16,2-3-1 0,1-1-2 15,2-1 0-15,3-2 0 0,2-1 1 0,3-4 4 16,-1-3 6-16,2-1-2 0,1-1 6 0,2-1-2 15,2-1 3-15,-1 1 0 0,0-1-3 0,4 1 2 16,-4 0-8-16,-1 3 4 0,-3 0-3 0,-8 1-2 16,2 1 1-16,-3 2 3 0,0 2-1 0,-4 3 1 15,-1-1-2-15,-1 2 2 0,-3 3-6 0,-1 1 2 16,-2 3 3-16,-2 0-4 0,0 3 3 0,-1 2-1 15,-3 2 0-15,0-1-4 0,1 2-2 0,0 1 2 16,-1-1-4-16,-3 0 3 0,-3 1-1 16,0 2-2-16,-2 5-5 0,-1 0 0 0,0 6-16 15,-5 1-89-15,-6 0-86 0,-2 1-42 0,-6 2-20 16,2 1-13-16</inkml:trace>
  <inkml:trace contextRef="#ctx0" brushRef="#br0" timeOffset="1595.09">15726 2888 107 0,'4'-4'234'0,"-2"0"5"0,1 1-46 0,2-1-66 15,-2 2-53-15,-1-1-22 0,1 0-23 16,0 0-8-16,0 0-11 0,-1 0-2 0,0-1-5 16,0 1-11-16,1-2 2 0,1 3 2 0,1 2 6 15,2 0-1-15,1 0 1 0,1 2-2 0,4 1 3 16,-1 2 1-16,5 2-4 0,1 4 3 15,2 0-2-15,2 1 3 0,1 1 1 0,1 2 1 16,1 1 2-16,2 0 0 0,-1 4 6 0,2-1 1 16,-1 2 0-16,-3 1 0 0,1 0-4 15,-1 1 1-15,0-1 0 0,-2 1 5 0,0-2-6 16,-1 1 2-16,-1-2 0 0,-3-2-6 0,2 1-1 15,-3-2-9-15,1 1 3 0,-1-1-6 16,1 0 3-16,0 1 1 0,-1-2 2 0,0 1-2 16,-1-2 0-16,1-1 21 0,-3-4-11 0,2 1-8 15,-2-3-11-15,0-1-8 0,2 0-19 0,-3-3-87 16,-2-1-77-16,-2-3-36 0,-1-3-16 0,-1-1-3 15</inkml:trace>
  <inkml:trace contextRef="#ctx0" brushRef="#br0" timeOffset="2407.13">15684 2668 90 0,'0'-8'222'0,"0"-1"9"15,0 1-40-15,0-3-72 0,0 0-50 0,-1-3-25 16,-2-2-10-16,-2-4-6 0,0 0-2 0,0-3 0 15,-2 0-4-15,0-1 1 0,-1-2 3 0,2-1 1 16,-2 1-3-16,1-1 0 0,-2-2-3 0,2 2 3 16,0-1-5-16,-1-1-5 0,-1 1 0 0,1-4 0 15,0 1 3-15,0-2-4 0,-1 0-3 0,1-1 2 16,-1 0-1-16,-3-1-2 0,2 2-5 0,2-1-3 15,1 1 0-15,0 2-1 0,0-1 1 16,2 2-3-16,-1 1 2 0,1 1 4 0,3 2 0 16,0 2-7-16,2 0 1 0,0 4 0 0,0 1 0 15,0 4-4-15,2 1 2 0,-1 2 7 0,3 3-6 16,-2 3-2-16,1 0-7 0,0 3 0 0,-1 1-2 15,0 4-7-15,0 1-11 0,1 4-5 0,-3 2-45 16,-3 0-102-16,-2 2-52 0,-2 1-23 16,-2 2-3-16</inkml:trace>
  <inkml:trace contextRef="#ctx0" brushRef="#br0" timeOffset="3062.17">15687 2863 163 0,'1'3'222'0,"1"0"-13"0,0-1-53 16,0 2-50-16,-1 1-44 0,2 0-25 0,-1 2-12 15,2 1-8-15,-1 2-5 0,1 1-4 16,0 2-1-16,0 3 3 0,1 1 0 0,1 3 3 15,-2 2-1-15,-2 4 3 0,2 1 4 16,-1 4 1-16,1 1-4 0,0 2-1 0,-1 3 3 16,-1 1-4-16,2 3-2 0,0 3-5 0,3-1 3 15,-3 1-1-15,0 0-9 0,-2-2 1 0,1-2 3 16,-2-4-4-16,1-3-1 0,-1-3 0 0,0-4 5 15,-1-3-1-15,2-3-5 0,0-3 7 16,0-2-4-16,1-1-2 0,0-3-3 0,0-1 1 16,-2-2-7-16,1-3-16 0,-1-2-28 0,-2-2-103 15,-2-4-60-15,-2-3-27 0,-1-3-9 0,2-2 2 16</inkml:trace>
  <inkml:trace contextRef="#ctx0" brushRef="#br0" timeOffset="3811.21">15584 2852 20 0,'-3'2'228'0,"0"-1"13"0,-2 1-16 16,-1 0-60-16,0 1-67 0,-2 1-35 16,0 0-18-16,-1 1-11 0,-5 1-9 0,1 1 1 15,-3 0-2-15,0 1 2 0,-1 3-1 0,0 0 2 16,-3 2 1-16,-1 4-1 0,-1 2-2 0,0 1-3 15,-2 2-1-15,-2 3 2 0,0 1-1 16,0 3-1-16,0 0 3 0,-1 2-1 0,1 1-3 16,-1-1-3-16,2 2-2 0,0 0-4 0,2-3-4 15,1-2-2-15,0-1 2 0,4-2-3 0,-1-3 1 16,1 0 1-16,3-2-1 0,0-3 0 15,3-1 0-15,2-2-3 0,-1-3-2 0,4-2 0 16,2-1-1-16,1-2 2 0,1-1-1 0,1-2 1 16,-1 0 3-16,-1-1 4 0,2 0-4 15,-1-2 0-15,0-2-1 0,2 1 2 0,1 0-5 16,-1 0-7-16,-1-1-8 0,2-1-6 0,0-2-12 15,2-1-17-15,2-2-18 0,1-1-53 16,3-6-97-16,-2-2-51 0,0 0-17 0,-1 0 0 16,-1 2 10-16</inkml:trace>
  <inkml:trace contextRef="#ctx0" brushRef="#br0" timeOffset="4697.26">14196 2675 210 0,'-1'0'232'0,"-2"0"-18"0,1 0-59 15,-1-1-61-15,0-1-44 0,2 0-21 0,1 0-11 16,3 0-5-16,1-1-7 0,2 0-4 0,-1 2 0 16,2 0 3-16,3-2-4 0,1-1-1 15,3-1 4-15,3 2 2 0,0-2-3 0,6 1-2 16,1-1 3-16,2 0-2 0,3 0-2 0,3 0 0 15,3 0 4-15,2-1 0 0,3 2-4 0,3 0 6 16,1 0 0-16,3 1 0 0,4 0 1 16,-1 1 1-16,3 0 0 0,0 2-3 0,-2 0-2 15,0 2-2-15,-1-1 1 0,-3 0-2 0,-2 2 2 16,-4 1 4-16,-2 1-2 0,-2 0 0 0,-3 0-3 15,-2 0 7-15,-3 2-10 0,-5-1-5 16,-1 0 3-16,-2 0-2 0,-1 2 2 0,-3-1-2 16,1 1 2-16,-5-2 4 0,0 0 0 0,-4-1 3 15,0 0 0-15,-1 0-1 0,-1 0 6 16,-1 0-3-16,-2 0 4 0,0 0 0 0,-2 0 0 15,1 1-2-15,-2-3-3 0,1 3 4 0,-2-2-5 16,-2 0-3-16,0 2-4 0,-1-2-1 16,-1 0-4-16,0-3-11 0,1 2-16 0,-3-1-72 15,-2-4-73-15,-2 2-42 0,-3 0-16 0,-1-1-4 16</inkml:trace>
  <inkml:trace contextRef="#ctx0" brushRef="#br0" timeOffset="6140.35">15485 1695 159 0,'2'-2'241'15,"-2"1"5"-15,0-2-50 0,0-1-76 0,0 0-47 16,0-1-38-16,0-1-9 0,0-1-5 0,0 2-5 16,0-2-4-16,0 0-2 0,1 2 8 0,0-2 0 15,-1 2-2-15,0 0 3 0,0 0 3 0,-1 1 0 16,1-1 1-16,0-1-4 0,0 2 0 0,-1 1 1 15,-1-1-2-15,1 0 1 0,-1 1-5 16,1 0 2-16,0 3-2 0,-1 2-3 0,0-1 2 16,0-1-5-16,1 2-2 0,-2 0-3 0,-2 3 0 15,0 0 2-15,-2 6-3 0,-1 2 0 0,0 4 6 16,-1 0-1-16,0 3-4 0,1-3-1 0,-3 4 1 15,2-1 5-15,1-1 0 0,1 2-2 0,1-1 1 16,0-3 0-16,1 0-2 0,-1-2-4 0,1-1 1 16,0-2 1-16,1 0 0 0,1-2 1 0,1-3 3 15,0 1-2-15,1-4-4 0,0 2-1 0,1-2 5 16,0-2-3-16,0-2-4 0,0 0 4 0,0-1 4 15,0-2 0-15,1 1 0 0,0-4 0 16,2 1-2-16,1-5 0 0,0-2-3 0,2-2-1 16,-2 0 1-16,2 1-3 0,-2 2 3 0,0-1-3 15,0-1-2-15,1 1-5 0,-1-2-3 0,1 2-1 16,1 0 1-16,-1 0-1 0,2-1 4 0,-1 1 4 15,0 0-1-15,-1 0 5 0,0 1-2 0,1 0 3 16,0 0-5-16,-2 3 2 0,0-2-1 0,2 2-3 16,-2-1 1-16,1 0 3 0,0 1 2 0,3 1-1 15,-1 0 4-15,0 0-2 0,-1 2-2 0,2 4 1 16,-3-1-3-16,1 1-1 0,-1 1 2 0,-1 1-1 15,1 2 0-15,2 0-2 0,-2 3 4 16,1 2 3-16,-1 0-1 0,0 1 3 0,2 3 2 16,-2 0 3-16,0 2-1 0,0 1-4 0,-1-1 0 15,0 3-4-15,1-2 3 0,-3-1-4 0,1 1-5 16,0-1-7-16,1 1-17 0,-2-1-32 0,-3-1-125 15,-2-2-64-15,-1-3-31 0,0-3-10 16,3-10 8-16</inkml:trace>
  <inkml:trace contextRef="#ctx0" brushRef="#br0" timeOffset="7179.41">16355 1951 35 0,'2'0'218'16,"-1"0"0"-16,0 0-26 0,1 0-43 0,-1 0-46 15,0 0-34-15,1-1-31 0,-1 1-11 16,0 0-6-16,1-1-4 0,1-1 4 0,-2 1-4 0,2-1 6 16,2 2-6-16,-1 0-3 0,1 0 4 15,0 0 1-15,2 0-1 0,2 0-9 0,-1 0 4 16,2 0-2-16,3 0-3 0,-1 0-1 0,1 0 3 15,3 0 4-15,0 0-3 0,-1 0 2 0,2-2 1 16,-1 2-11-16,1 0-2 0,-1 0 3 0,1 2 7 16,-1-2-4-16,1 0-1 0,0 0 7 0,0-2 0 15,-2 2-5-15,0 0-1 0,-3 0 1 0,0 0-9 16,-4-3 2-16,-1 3-1 0,0-3-1 0,-1 2-2 15,-2 1-1-15,-1 1 12 0,-2 2-5 0,-1 0 5 16,-1-1 4-16,-2 5-1 0,-4 1 0 16,-3 4-4-16,-2 2-2 0,-3 1-2 0,1 2-3 15,-2 0 0-15,1 2 0 0,-1 2-3 0,0-1 3 16,0-1-4-16,3 2-3 0,0-2 1 0,3 2-2 15,1-4 6-15,1 0-7 0,0-4-2 0,4-2-10 16,3-1-13-16,1 0-17 0,-1-3-93 0,-2-3-78 16,0-2-37-16,3-2-13 0,0-3 0 0</inkml:trace>
  <inkml:trace contextRef="#ctx0" brushRef="#br0" timeOffset="8922.51">15812 2914 57 0,'-1'-2'213'0,"-1"1"-8"0,1-1-26 0,0-1-43 16,-1 0-40-16,1 0-36 0,0-1-19 15,1 1-18-15,1 1-7 0,0-1-7 0,1 0 4 16,0 2 4-16,0-2 0 0,-1 0 4 0,0 1-5 15,-1-1 4-15,0 1-4 0,-1 0-7 16,0-2-5-16,1 1 4 0,-2-2 5 0,2 3-1 16,-1 1-3-16,1-1 3 0,3 2 1 15,-1 0 0-15,1 0-1 0,-3 0 4 0,0 0 4 16,-1 0-6-16,-1 0-2 0,2 2-4 0,0-2-5 15,0 1-4-15,0 0-7 0,0-1 4 0,0 0 4 16,0 1 2-16,2 4 1 0,-1-1 0 0,2 1 4 16,1 1-2-16,0 1 0 0,1-1 0 15,0 0 1-15,1 0 0 0,-1 2-3 0,2 1 0 16,-2-1-3-16,3 2-2 0,0-2 1 0,-2 0 3 15,1 2-4-15,1-5 3 0,-1 1-2 0,-1-2 1 16,1 2 1-16,-1-1-5 0,-1 0 4 16,-1 1 0-16,-2-2 4 0,1-2-2 0,-2-1-3 15,1 1 7-15,-1-2-5 0,0 0-1 0,-1 3 3 16,0-3 0-16,0-3 3 0,-1 3-4 15,0 0 4-15,-2-2 2 0,0 0-3 0,1-2-2 16,-2-1-3-16,-3 1 2 0,2-2-2 0,-2 0 0 16,0-1 0-16,1-3 3 0,-2 0-3 15,1 1 3-15,0-3-1 0,1 1 0 0,-2 0-1 16,3-1-3-16,1-1 3 0,1 3-4 0,0-2 2 15,3 1-3-15,0-2-2 0,2 1 1 0,-1 0 1 16,2 0 3-16,-1 2-2 0,1-1 1 0,1 3 1 16,2-2-1-16,1 2-3 0,0 1-1 15,1-1-2-15,2 2 1 0,0 2 2 0,-1 0 4 16,0 2-1-16,1-2 0 0,-1 2 6 0,1-1-4 15,0 3 0-15,-1 2 1 0,3-1-1 16,0 0 0-16,0-1 0 0,1 0 1 0,-2 1 3 16,1 5-3-16,-3 0 0 0,1-1 1 0,-1-1 0 15,-1 0 1-15,0 0-3 0,0 2-1 16,1-2 1-16,-2-2 1 0,-1 0-2 0,2 1-3 15,1 1 4-15,-2 0 2 0,0-2-5 0,-2 1 8 16,-1-2-2-16,0 0-1 0,0 1-13 0,-1-2-1 16,-11 0-1-16,3 0-22 0,1 0-7 15,0 0-15-15,6 2-97 0,-2-2-66 0,-5-2-29 16,-3 2-5-16,-1 0-1 0</inkml:trace>
  <inkml:trace contextRef="#ctx0" brushRef="#br0" timeOffset="9959.56">15762 2919 152 0,'0'0'239'0,"0"-2"-12"0,0 2-45 0,0 0-56 15,1 0-49-15,-1 0-33 0,0 0-18 16,-5 0-4-16,-1 0-7 0,1 2 0 0,-1 4 0 15,5 0 4-15,-3 3-5 0,0 1-4 0,2 0 3 16,-1 1 2-16,2 0 2 0,-2 3-2 16,-1 2 2-16,0-2 3 0,0 1-3 0,-1-1-3 15,1-2 0-15,1 1 4 0,-1 0-2 0,1-1-4 16,-1-1-2-16,2 0 0 0,-2-1-1 0,0-1-5 15,1-1-1-15,1-3 0 0,0 1 2 0,1-1 0 16,0-2-1-16,1 0 0 0,0-2 1 16,-2-1 3-16,2 0 2 0,0 0-3 0,0-1 1 15,2 0-4-15,-1-1 2 0,-1-3 1 0,0-1-4 16,0-2 3-16,1-2-1 0,1 2-3 15,-1-3 0-15,0 2-3 0,1-5-5 0,-1 3 0 16,1-1-1-16,0 0 8 0,0-2-4 0,1 2 0 16,0-1 3-16,1 3-5 0,-2-2 0 15,2 2-6-15,-1 0 1 0,1-1 2 0,1 2 3 16,-2-1-1-16,1 2 4 0,0-2-2 0,0 4 1 15,3 0-4-15,0-1-2 0,-1 2 3 0,-2 2 0 16,0-1 0-16,0-1 6 0,0 1-1 0,1-2 1 16,2 4-1-16,-3 2 0 0,0 1 1 15,0 1-3-15,0 3 6 0,1-1 0 0,3 3 3 16,-3 1 1-16,1-1-2 0,-1 1-1 0,2 4-4 15,0-1 0-15,0 0 0 0,-1 0-4 16,-2 0 2-16,0 1-1 0,1-3 2 0,1 1-3 16,0-3 2-16,-2 1 3 0,0-1 3 0,0 0-3 15,0-2 7-15,1 2-1 0,-2-3-7 16,1 1-12-16,1 1-21 0,0-2-20 0,-5-1-127 15,-2-1-62-15,-2-2-27 0,-3-2-10 0,3 0 9 16</inkml:trace>
  <inkml:trace contextRef="#ctx0" brushRef="#br0" timeOffset="11471.65">15380 2940 2 0,'0'1'240'0,"0"-1"19"0,0 0-7 0,0 0-63 16,0-1-75-16,0-1-45 0,0 1-24 0,0 1-16 15,-1 0-3-15,-1 0-1 0,2-3 0 16,-1 3-3-16,1-2 3 0,0 1 3 0,0 0-1 15,0 1-3-15,0 0-1 0,0 0-2 0,0 0-5 16,0 0-6-16,0 0-4 0,0 0 1 0,1 0-1 16,1 0 1-16,-1 0-17 0,-1 0 7 15,1 0 4-15,1 0-4 0,-1 0-2 0,2 0 3 16,1 1 9-16,1 0-4 0,2-1-3 0,2 2 0 15,0-2 0-15,2 0-1 0,2 0 5 0,1 0-1 16,3 0-2-16,-1-3 3 0,1 2-3 16,-1 0-1-16,0-1-3 0,-3 1 0 0,0-1 2 15,0 0 0-15,-2 2-3 0,-1 0 0 0,-2 0 3 16,-2 0-4-16,0 0 1 0,-2 0 0 15,-2 2 5-15,1-1 3 0,0 0 1 0,-2 2 8 16,-1 0 1-16,-1 3-1 0,-3 2 0 0,-2 2-4 16,0 1-2-16,-1 3 0 0,-1-1 0 15,-1 2 0-15,-2-1 1 0,2-2 1 0,-1 3 3 16,1-1-3-16,0 2-8 0,0 0 3 15,-1 1 2-15,1-2 2 0,1 1-2 0,-1 2 3 0,0-3 4 16,2 0 0-16,-1-1-6 0,1-1-2 0,-1 2 0 16,2-1-2-16,0-2-3 0,2 2 0 15,2-3 2-15,-1-2 4 0,0-2-6 0,-1-1 2 16,3-1 1-16,0-1 1 0,1-1-5 0,0-3-6 15,0 0-1-15,0 0-7 0,0-2-3 0,1 2-14 16,2-1-11-16,2-3-18 0,-1-1-51 16,1-5-107-16,-2-1-55 0,-3-2-20 0,-1-1-2 15,-1 3 9-15</inkml:trace>
  <inkml:trace contextRef="#ctx0" brushRef="#br0" timeOffset="13340.76">15398 2557 48 0,'-3'-3'224'0,"0"-2"10"0,0 0-28 0,2 0-68 15,0 0-60-15,-1-1-31 0,0 3-19 0,-1-1-7 16,2 1-3-16,-2 0-5 0,-1-2 0 0,2 1 5 16,-1-1 3-16,0 0-3 0,2 0 9 15,0 1 2-15,-1 1 4 0,2 1-5 0,-1 1-3 16,0 0 5-16,1 0-2 0,0-2-3 0,0 1-5 15,-2 0 1-15,2 2 1 0,0-1-1 0,0-1-7 16,0 2-7-16,0 0 2 0,-1 5-2 0,-1-3-3 16,2 2-7-16,2 0 4 0,1-1 0 0,-1 3-3 15,2-3 0-15,0 4 2 0,0 0 7 16,1 1-5-16,1 1-1 0,-1 0 1 0,0-1-3 15,2 3 1-15,2-1-2 0,-1 1 0 0,2 3 2 16,0-1 6-16,0 1-2 0,0-1-2 16,2-3 0-16,-3 1-2 0,1-3 3 0,0-1-7 15,-2 1 3-15,0-1 1 0,0 1 0 0,0 0 2 16,-1 1-2-16,-2 0 4 0,1-3-3 0,-2 1 0 15,0 0 2-15,-1-1 9 0,-1 0 3 0,-2 2 2 16,-3-1 6-16,-2 2 5 0,0 1-3 16,-3 2-6-16,0 0-2 0,-3 0-2 0,2-1-2 15,-2 0-4-15,-2 0 0 0,-1-2-1 0,0 2 1 16,1-1-5-16,-2 0 0 0,3-1-2 15,0-1 0-15,0-1-4 0,3 0-11 0,1-2-10 16,0-1-22-16,3-3-22 0,-2-2-74 0,-1-4-103 16,-1-1-48-16,-1-2-16 0,4-1 3 15</inkml:trace>
  <inkml:trace contextRef="#ctx0" brushRef="#br0" timeOffset="14083.8">13601 2484 29 0,'-3'-2'221'16,"1"-1"12"-16,-1-1-28 0,-1-2-57 0,0-1-61 15,0 0-43-15,1-2-11 0,1-2-11 0,-1 2-2 16,0-1 5-16,1 0 2 0,0 0 2 0,0 1-6 15,0 0 4-15,1 2 0 0,1-1-4 0,-1 3-2 16,1-2 1-16,0 1 0 0,0 2-6 0,0 1-3 16,-2 2-1-16,1 1-2 0,0 0-8 0,-2 0-2 15,3 1-3-15,0 2 0 0,0 2-2 0,3 2 3 16,-2 6 9-16,0 1-7 0,1 5 5 0,0 1 0 15,2 1-4-15,2 3 1 0,-1 3-6 0,3-1 10 16,-1 1-3-16,1-1 3 0,-2-4 0 16,0-2-1-16,-4-1 4 0,2-2-1 0,-1 0 4 15,-1-1-7-15,1-3-4 0,-2-2-11 0,1-3-15 16,-1-2-22-16,-1-4-84 0,-1-3-84 15,-3-3-42-15,-3 1-15 0,-1-1 2 0</inkml:trace>
  <inkml:trace contextRef="#ctx0" brushRef="#br0" timeOffset="14292.81">13549 2360 70 0,'8'-4'233'0,"0"-1"11"0,0-3-34 15,1-1-78-15,3 0-53 0,0 1-35 0,3-4-23 16,0 3-13-16,2 1 1 0,0 0-2 16,2 1-8-16,0 3-11 0,-1 0-28 0,-1 2-87 15,-4 0-61-15,-1 0-34 0,-5 4-11 0,-3 3 0 16</inkml:trace>
  <inkml:trace contextRef="#ctx0" brushRef="#br0" timeOffset="14484.82">13581 2816 97 0,'8'1'230'16,"0"-2"10"-16,1-2-42 0,3-2-78 15,0-3-57-15,2-1-24 0,1-1-20 0,0-2-2 16,1 0-6-16,1 0-9 0,-1-2 5 0,1-1-35 15,-1 0-77-15,0 1-75 0,-2 2-31 0,-5 0-15 16,0 0-17-16</inkml:trace>
  <inkml:trace contextRef="#ctx0" brushRef="#br0" timeOffset="14703.84">13839 2569 147 0,'-2'1'233'0,"1"0"9"15,0 4-56-15,-1 0-79 0,1 2-47 16,1 0-30-16,-1 1-9 0,-1 3-8 0,-1-1-5 16,1 0-5-16,2 2-3 0,0 2 0 0,2-3-1 15,0 0 1-15,-2 1-2 0,0-2-2 16,0-2-10-16,0 0-42 0,-2-2-94 0,-1-2-50 15,0-1-24-15,1-2-10 0</inkml:trace>
  <inkml:trace contextRef="#ctx0" brushRef="#br0" timeOffset="15385.88">14745 1218 5 0,'7'-5'241'0,"-2"1"14"0,-1-1 6 16,0-2-80-16,1 2-79 0,-1 0-43 0,0 2-22 15,-1-1-9-15,0 1-4 0,-2-1-3 0,0 2-6 16,1-1-4-16,-1 2 0 0,-1 1-2 0,0 1-2 16,0 2 1-16,-1 1 2 0,-1 1-1 0,1 4 3 15,0 4 2-15,-1 3 0 0,1 0 0 0,-1 2-4 16,1 2 4-16,0 2-4 0,1 0-5 0,1 1 3 15,0 1-8-15,2 1 1 0,0-3-2 0,-2-2 0 16,2 1 3-16,0-5-4 0,-1 1 3 16,0-2-7-16,-1-3-5 0,1-2-9 0,0-3-17 15,0-1-59-15,-2-6-101 0,-1-4-48 0,-2 0-20 16,-2-4-9-16</inkml:trace>
  <inkml:trace contextRef="#ctx0" brushRef="#br0" timeOffset="15590.89">14757 1123 190 0,'13'-1'234'0,"1"-2"-13"15,1 1-55-15,1 0-72 0,3 1-52 0,-3-2-51 16,0-1-92-16,-4 0-66 0,-3 1-39 0,0-1-18 16,-3 1-1-16</inkml:trace>
  <inkml:trace contextRef="#ctx0" brushRef="#br0" timeOffset="15777.9">14758 1535 195 0,'6'3'246'0,"1"-2"9"0,1-2-72 0,6-2-83 16,0 1-47-16,0-4-25 0,0-1-9 16,-4-2-11-16,0 0 0 0,2-1-8 0,-1-2-15 15,0 0-64-15,-4 2-89 0,-1-4-44 0,-4 1-24 16,0 1-8-16</inkml:trace>
  <inkml:trace contextRef="#ctx0" brushRef="#br0" timeOffset="16176.92">15084 1412 180 0,'5'2'236'0,"1"-2"-12"16,-1 3-45-16,0-1-64 0,-1 0-48 0,-1 2-19 15,-1 1-17-15,1 1-14 0,-2 2-2 0,1 0-1 16,-2 3 1-16,-2 1-7 0,1 0 1 0,-2 1 3 16,1 0-3-16,0 1 0 0,0 0 1 0,-2 0 2 15,-1 0-2-15,-3-2 5 0,1 1-2 0,1-2 3 16,1-3 0-16,0 0-3 0,2-2-3 0,1-3-3 15,0 2 0-15,1-1-3 0,0-4-4 0,1 3 0 16,1-3-2-16,2 0 0 0,1-3 4 16,2 1-1-16,2-3 2 0,2-3-1 0,0-3-6 15,3-1-12-15,1-3-35 0,-2-2-119 0,-2-2-59 16,0-5-32-16,-1 0-10 0,2-1 1 0</inkml:trace>
  <inkml:trace contextRef="#ctx0" brushRef="#br0" timeOffset="16815.96">16503 1269 137 0,'4'-2'251'16,"0"2"9"-16,-1 0-36 0,-2 0-92 16,0 0-60-16,-1 2-30 0,2-2-22 0,-1 0-8 15,0 2-5-15,1 0 7 0,-1 4 0 0,0-1-3 16,2 0 5-16,1 4 2 0,-2 1 1 0,1 0 0 15,-2 4-2-15,1 1-1 0,0 2-2 0,1 3-4 16,0-2 1-16,0 2-5 0,1 1 0 0,0-1-2 16,-1-5-2-16,1 1 2 0,-1 1 0 0,0-2-5 15,-1 1-3-15,1-3 4 0,-2-1-7 0,2-3-12 16,0-1-12-16,-1-5-23 0,0-1-105 0,-4-5-69 15,0-3-28-15,-2-3-9 0,1-3 1 0</inkml:trace>
  <inkml:trace contextRef="#ctx0" brushRef="#br0" timeOffset="17009.97">16461 1264 204 0,'2'-2'244'0,"1"1"4"16,2 0-65-16,0-4-82 0,6 2-46 0,2-2-25 15,1 0-15-15,-1 1-5 0,-3 1-7 0,1-1-4 16,2 0 1-16,1 0 3 0,3 2-8 0,-1-1-9 16,1-1-49-16,-3 2-92 0,-1 0-49 0,-4 0-28 15,-2 2-6-15</inkml:trace>
  <inkml:trace contextRef="#ctx0" brushRef="#br0" timeOffset="17196.98">16421 1651 181 0,'6'0'239'0,"2"-2"3"16,3-3-64-16,0 0-83 0,2-4-48 0,-1 3-22 15,0-4-17-15,2 2-4 0,0-2-22 0,0 0-40 16,0 0-85-16,-4 1-54 0,-3-3-19 0,-2 2-15 15</inkml:trace>
  <inkml:trace contextRef="#ctx0" brushRef="#br0" timeOffset="17702">16848 1492 203 0,'14'-6'239'0,"-2"0"-15"0,-3 3-53 0,0-3-63 16,1 3-46-16,-2 2-26 0,0 0-11 0,-1 3-10 16,-3 1 1-16,0 0-1 0,-4 0 3 0,-2 2-3 15,-1 2-2-15,-3 3 2 0,0 0-5 16,0 2 0-16,-4 1-6 0,0-1 5 0,-1 1-4 15,0 0 0-15,1 1 7 0,0-2-13 0,2 0 3 16,-1-1-3-16,4-2 7 0,1-2-5 0,3 0-7 16,1-2 8-16,-2 0-3 0,4-1-3 0,0-3 0 15,2 1 1-15,3-2 2 0,-1-2 1 0,1 1-3 16,0-2 1-16,1 0 0 0,1 1 2 0,-1 1 0 15,0-1-2-15,1 1 6 0,-2-1 1 0,0 0-4 16,-1-1-1-16,2 0 2 0,-3 2 0 16,2 1 0-16,-2 0 2 0,1 1 4 0,-1 2-3 15,0 0-6-15,-1-1 6 0,-1 0-2 0,-2 1 5 16,-1 0 3-16,-1 1 7 0,0 1 4 0,-3 0-2 15,1 2 0-15,-2 0-3 0,-2 2-3 0,-1 4-4 16,-1-1-1-16,-2-1 0 0,2 1 4 0,1 2-3 16,-1-5-4-16,2 5-11 0,2-3-17 0,-1 0-24 15,0-1-103-15,-3-3-82 0,0-2-40 16,1-4-11-16,3-2 2 0</inkml:trace>
  <inkml:trace contextRef="#ctx0" brushRef="#br0" timeOffset="18530.05">16902 3219 180 0,'0'-2'244'0,"4"2"-17"0,-2-3-45 15,1 2-64-15,-2 2-47 0,-3 2-22 16,-1 2-16-16,-1 3 3 0,0 2-4 0,1 2-4 15,-1 3-5-15,3 3-5 0,1 2-3 0,-1 2 0 16,1 1-6-16,0 3 1 0,0-1 0 16,0 1-5-16,1-1 5 0,0 0-1 0,6-2 0 15,-3 1-1-15,0-3-7 0,0-3 3 0,-4-1-1 16,0-4-1-16,0-1 1 0,0-3-2 15,0-2-1-15,0-2-3 0,1-1-5 0,1-1-9 16,-1-3-20-16,-1-2-75 0,-1-5-87 0,-2-3-45 16,-2-3-23-16,-2-1-6 0</inkml:trace>
  <inkml:trace contextRef="#ctx0" brushRef="#br0" timeOffset="18746.07">16694 3289 251 0,'-1'-3'275'0,"0"-1"9"0,1 0-63 15,0 1-96-15,1-1-55 0,3-1-36 0,1-1-19 16,3-1-5-16,3-1-6 0,1 0-2 0,2 0 0 16,1 0 1-16,1 0 3 0,-1 2-6 15,2-1-1-15,0 3 3 0,2 0-3 0,-1 3 0 16,0-2-6-16,-1 6 2 0,-1-1-16 0,-2 5-44 15,-3 2-106-15,-4-1-58 0,-6 2-26 16,-3 4-14-16,-1 4 5 0</inkml:trace>
  <inkml:trace contextRef="#ctx0" brushRef="#br0" timeOffset="18945.08">16697 3767 15 0,'0'7'255'0,"1"-4"12"0,1 0 9 15,2-3-79-15,1-3-85 0,4-1-51 16,1-3-27-16,2 0-6 0,2-3-13 0,2 0-2 15,1-2-2-15,0 1-5 0,1-3-6 0,2 2-3 16,-1-1 4-16,0 3 0 0,0-2-1 0,-3 3-5 16,1 1-2-16,-2 1-13 0,-1 2-34 15,-2 2-98-15,0-2-66 0,-4 3-29 0,-1 2-13 16,0 2 0-16</inkml:trace>
  <inkml:trace contextRef="#ctx0" brushRef="#br0" timeOffset="19404.09">17157 3524 48 0,'2'-6'244'15,"1"2"14"-15,-1 2-8 0,-1 4-74 0,1 1-76 16,-2 1-41-16,-2-1-16 0,1 2-7 0,-1 3-10 16,-1 0-1-16,1 6 0 0,0 0-3 0,0 0 0 15,-1 1-3-15,0 0 4 0,1-1-1 16,-1 0 4-16,2-2-2 0,1-1-3 0,0 1-4 15,0-3-6-15,0-2 1 0,1-1-7 0,0 0 1 16,2-4-15-16,1-2 8 0,0 0 6 16,1-1-2-16,5-2 7 0,-2 0-3 0,1-1 14 15,3-3-11-15,-1-1-10 0,1-2-7 0,1-2-13 16,-3 0-8-16,1-3-6 0,0 1-6 15,-3-1 0-15,0 1 2 0,-1 0 10 0,0 2 6 16,-3-1 6-16,-1 2 9 0,0 1 1 0,-2 2-2 16,-1 1 7-16,0 2 6 0,-1 2 6 0,-1 1 1 15,0 1 2-15,-1 2 13 0,-1 2-11 16,0 1-2-16,-1 2-2 0,1 3-3 0,0 1-1 15,-2 1 2-15,2 2 3 0,0-1-5 0,-1 5-3 16,1-3-2-16,2 3-3 0,0-2-13 0,2 2-7 16,-1 0-9-16,-2 2-71 0,-2-1-97 0,-3 0-56 15,-4 0-20-15,0-1-11 0</inkml:trace>
  <inkml:trace contextRef="#ctx0" brushRef="#br0" timeOffset="20065.14">16023 3859 71 0,'-1'-4'240'15,"0"0"10"-15,-1 2-18 0,0 1-77 0,0-1-64 16,-2 2-34-16,3 0-16 0,0 2-10 0,-2 0-8 16,0 3-5-16,-1 0-2 0,0 5-2 15,0 1 0-15,-1 3 0 0,0 3 1 0,1 1 3 16,3 2 2-16,1 2 2 0,0 4-1 15,0-1-1-15,0 1-1 0,1 1-7 0,2 0-5 16,2-3-4-16,-3 0 2 0,1-1-5 0,0-4-2 16,-1-1 5-16,1-3 0 0,0-3-4 0,-1 0-2 15,2-2-2-15,-1-2-9 0,1-1-12 16,-1-3-4-16,-1-1-14 0,1-6-40 0,-3-2-105 15,-3-5-48-15,-2-4-23 0,-4 2-7 0,1-3 8 16</inkml:trace>
  <inkml:trace contextRef="#ctx0" brushRef="#br0" timeOffset="20261.15">15836 3853 220 0,'8'-3'245'16,"1"1"-2"-16,2-3-80 0,1 1-73 0,0-3-41 15,2 1-24-15,1 1-15 0,2 1-3 16,3 1-1-16,-2 0-4 0,1 1-2 0,0 0-3 16,0 2-42-16,-4 3-99 0,-3-1-51 0,-2 0-29 15,-2 4-13-15</inkml:trace>
  <inkml:trace contextRef="#ctx0" brushRef="#br0" timeOffset="20462.16">15909 4250 165 0,'-1'10'232'15,"1"-2"7"-15,1 0-62 0,2-2-77 0,1-4-40 16,3 1-20-16,0-1-11 0,3-2-6 0,0-2-5 16,3-1 1-16,0-2-4 0,1-3-22 0,1-1 6 15,1-3 3-15,-2 3 2 0,3-5 3 16,0 2-4-16,1 1 14 0,1 2-18 0,-2 0-31 15,-1 1-90-15,-4-3-72 0,-4 0-37 0,-3 1-15 16,2 1-1-16</inkml:trace>
  <inkml:trace contextRef="#ctx0" brushRef="#br0" timeOffset="20869.18">16281 4114 26 0,'2'-2'221'0,"-1"7"18"16,-1-2-39-16,0 1-47 0,0 1-47 0,-1 0-42 15,-1 0-25-15,-1-1-16 0,1 2-5 16,-1 0-2-16,0-1-7 0,-1 3 1 0,0-1-1 15,0 1 1-15,-1 1-3 0,3-1-3 0,-1-1 2 16,2 1 0-16,1 0-1 0,1-3-3 0,3 1 3 16,1-2-1-16,0 1-1 0,2 1-2 15,0 1 0-15,2-1 0 0,4 2 2 0,-1-1 3 16,1 0-3-16,0 0-3 0,-3 0 0 0,2 0 0 15,-1 1-3-15,-1-3-2 0,-2 2 2 16,-2-2 6-16,-2 0-3 0,0-1 2 0,-2 2 4 16,3-1 2-16,-2 0 3 0,-3 1 3 0,-1 1 4 15,-3 2-4-15,0 2-4 0,-1-1 2 16,-2 0-1-16,-1 0 0 0,-2 1-4 0,-1-1 0 15,0-1 1-15,-1-1-12 0,3-1-10 0,-2 0-17 16,-1-3-15-16,-1-3-102 0,-3-3-70 0,1-5-35 16,-2-1-8-16,2-5 0 0</inkml:trace>
  <inkml:trace contextRef="#ctx0" brushRef="#br0" timeOffset="21023.2">16177 4009 99 0,'10'-4'231'0,"2"-1"13"0,0 1-40 0,1 0-91 16,-1-1-113-16,-5 2-117 0,-3 0-63 16,-4-1-37-16,-2 1-15 0</inkml:trace>
  <inkml:trace contextRef="#ctx0" brushRef="#br0" timeOffset="21606.23">14457 3800 45 0,'4'-5'246'0,"1"1"12"0,-1-2-15 15,0 2-69-15,-1 1-82 0,-2 1-41 0,0 1-26 16,-1 1-7-16,2 1-5 0,-1 3-2 0,2 1 10 16,-1 1 0-16,1-1 3 0,0 2-4 15,2 2 3-15,-1 3-1 0,0 5-5 0,1 2-4 16,1 3-3-16,-1 1-2 0,3 0-2 0,0 2-4 15,0-2-1-15,0 2-2 0,1-1-1 0,-1-2 0 16,-1-1 0-16,-1-1 0 0,1-3 2 0,-5-2 0 16,1-3-5-16,0-2-4 0,-1-1-15 15,1-2-12-15,-1-2-34 0,-4-2-108 0,-1-6-53 16,-2-1-28-16,-2-3-2 0,0-2 1 0</inkml:trace>
  <inkml:trace contextRef="#ctx0" brushRef="#br0" timeOffset="21801.24">14409 3770 33 0,'8'-8'237'0,"0"1"11"15,2-1-10-15,1 0-70 0,1 1-76 16,4 0-41-16,-1-1-23 0,2 1-12 0,0-1-6 15,2 1-8-15,1 1 0 0,0 1-5 0,-1 0-9 16,0 1-37-16,-4 0-105 0,-1 0-50 0,-2 1-32 16,-2 3-8-16</inkml:trace>
  <inkml:trace contextRef="#ctx0" brushRef="#br0" timeOffset="22033.26">14515 4261 149 0,'3'7'238'0,"1"0"8"16,1-3-44-16,2-6-84 0,-1 0-45 16,2-2-25-16,3 0-13 0,-2-3-5 0,1 0-7 15,1-3-3-15,1 1-6 0,1-2 0 16,1-1-1-16,-2 0-6 0,1-2 1 0,1 0-3 15,-1 2-4-15,0-1-8 0,2 1-11 0,-3 2-45 16,-4 0-104-16,-4 1-57 0,-2 0-27 0,-2 1-10 16</inkml:trace>
  <inkml:trace contextRef="#ctx0" brushRef="#br0" timeOffset="22442.28">14885 3885 65 0,'-4'4'243'0,"0"-1"12"0,-2 2-30 16,1 3-67-16,1-1-68 0,-1 4-36 0,1 0-22 15,0 1-10-15,0 2 1 0,0 0-5 16,1 1-3-16,0-1-9 0,1 0 2 0,0 0-2 16,1 0 1-16,1 0 2 0,1 1-2 0,2-1 6 15,1-2-1-15,3 0-1 0,2 0 0 16,3-2-6-16,0-1-4 0,2-1 1 0,0-1 1 15,4-5 1-15,0 1 2 0,-1-3 1 0,-2-3 5 16,-2 1 5-16,-3-4 0 0,0-4-2 0,-1 2-4 16,-4-1 3-16,1 1 4 0,-2 1-4 15,-2 0 3-15,0 2 5 0,-2-2 12 0,-2-1 8 16,0 1 4-16,-1 2-2 0,-2 0 0 0,-1 1-3 15,-1 1-10-15,-1-1-7 0,-2 3-13 0,1 1-6 16,-2 1-12-16,2 3-22 0,-1 2-26 16,-3 2-65-16,0 0-118 0,-4 2-62 0,-2-3-30 15,1-2 2-15,-1-5 15 0</inkml:trace>
  <inkml:trace contextRef="#ctx0" brushRef="#br0" timeOffset="32959.87">20549 356 139 0,'1'-7'225'15,"-1"2"9"-15,0-1-56 0,0-1-78 16,0 2-40-16,0-1-22 0,0 0-9 0,0 3-3 15,0-2-1-15,0 4 1 0,0-2 1 0,0 1-7 0,0 0 1 16,0 1-11-16,0 1-3 0,0 0-2 0,0 0 1 16,0 1-2-16,0 1-4 0,2-2 1 0,-1 0-1 15,0 1 1-15,1 0 1 0,-2 2 5 0,0 1 8 16,0 1 10-16,0 4 5 0,0 0 1 0,0 3-3 15,0 1-6-15,-2 3 1 0,1 4-4 0,1 0-6 16,-1 1-4-16,-2 1 0 0,0 2 4 0,-1 1-10 16,0 1-3-16,1 2-3 0,0-1 14 0,2 1 3 15,-1 4 3-15,0-1 10 0,0 1 5 0,1-2 0 16,0-5-16-16,1 1-2 0,0-4-10 0,0-3-7 15,1 1-11-15,0-8-14 0,1 2-12 0,0-5-20 16,0-1-32-16,-5-6-115 0,0-4-54 0,-1-3-19 16,-3-4-3-16,3 0 8 0</inkml:trace>
  <inkml:trace contextRef="#ctx0" brushRef="#br0" timeOffset="33222.9">20360 413 161 0,'3'-4'225'0,"0"-2"7"0,2 1-73 0,0 2-69 16,1-1-40-16,2 1-17 0,-2 1-10 0,1-3-9 15,1 4-6-15,1-2 6 0,1 2-3 0,-1 0-5 16,4-1 2-16,0 1 3 0,2 1 0 0,-2 0-7 0,2 0-1 16,-2 0 5-16,-1 1-6 0,3-1-4 0,-2 0-4 15,2 2-4-15,-1-1-22 0,-1 0-108 16,-2-2-54-16,-3 0-29 0,-1 1-10 0</inkml:trace>
  <inkml:trace contextRef="#ctx0" brushRef="#br0" timeOffset="33526.91">20347 1129 229 0,'11'1'247'0,"-1"0"6"15,1-1-74-15,1-1-73 0,1 0-34 16,0-5-22-16,1 0-12 0,-1-1 0 0,0-3-5 15,2 1-1-15,0 1-4 0,-2-2-2 0,0 0-6 16,-2 1-10-16,0-1-10 0,-1 1-7 0,-2 1-6 16,-3 2-9-16,1 0-14 0,0 1-32 0,-4-3-108 15,-2 0-56-15,-3-1-27 0,-3 0-6 0,1 2 4 16</inkml:trace>
  <inkml:trace contextRef="#ctx0" brushRef="#br0" timeOffset="35177.01">20791 884 194 0,'1'-2'245'0,"-1"0"11"0,0-1-64 16,2-2-75-16,-1 0-51 0,0-2-17 0,1 2-10 16,-1-2-2-16,0-2 0 0,1 1-3 0,-2 2 4 15,0-2-7-15,2 2 5 0,0 0 3 16,-1 3-3-16,0-1 3 0,-1 3 0 0,0 1 3 15,0 0-3-15,-1 0-9 0,1 0-1 0,-1 0-9 16,-1 5-1-16,1-1-7 0,-2 4-2 0,1 1 1 16,-2 4-4-16,0 2 4 0,0 2-2 0,-2 1 2 15,0 1 0-15,2 2 1 0,0-1-1 0,-2 1-5 16,2 0 0-16,0 0 2 0,2-2-1 0,-2 0-4 15,1-2 1-15,1 2 0 0,-1-5-3 0,0-1-4 16,2-2 3-16,1-1-5 0,0-2 2 0,1 1-4 16,1-1-15-16,-1-1-13 0,2-2-27 15,1-2-21-15,2-3-66 0,1-7-104 0,-1-2-43 16,1-5-18-16,0-2 8 0,2 0 16 0</inkml:trace>
  <inkml:trace contextRef="#ctx0" brushRef="#br0" timeOffset="35462.01">21041 721 230 0,'1'2'246'16,"-1"0"-3"-16,1 0-75 0,2-2-72 0,1 0-41 15,3 0-14-15,-1-2-13 0,2 0-7 0,0 1-2 16,3-1 7-16,-2-2-4 0,2 1-7 0,2 0-1 16,-2 0-3-16,2 1-9 0,-2-1 2 0,1 2-7 15,2-2-4-15,0-1-5 0,0-1-1 16,0 2 7-16,-1-2-3 0,0 1 7 0,2-2-1 0,-3 0 8 15,1-2-2-15,-1 3-4 0,-3-1-8 0,-2 0-9 16,-1 1-1-16,0 0-12 0,-1 1-15 0,-1-2-41 16,-3-1-82-16,-1-1-38 0,-1-3-23 0,-3 2-4 15</inkml:trace>
  <inkml:trace contextRef="#ctx0" brushRef="#br0" timeOffset="35708.04">21180 497 192 0,'0'1'228'0,"0"3"-14"0,0-3-57 0,0 2-64 0,2 0-37 15,0-1-16-15,1 4-6 0,0-1-4 0,-2 4-2 16,-1 5-5-16,1 0-6 0,1 0-4 0,-1 3-5 16,0-1-4-16,2 4 16 0,1 0 8 0,0 3 4 15,0 4 0-15,0 0-2 0,0 2 1 16,0 0-13-16,-1 0-9 0,1-1 1 0,1 0 1 15,-1 0-3-15,0-3-1 0,-2-2-5 0,1-3 2 16,0-2-5-16,-2-4-5 0,2-2-6 0,-2-1-6 16,2-1-14-16,1-5-46 0,0-1-106 0,-2-6-55 15,1-5-24-15,-2-2-9 0,2-1 8 0</inkml:trace>
  <inkml:trace contextRef="#ctx0" brushRef="#br0" timeOffset="36059.06">21527 406 40 0,'3'0'221'0,"0"-1"8"16,-1-1-30-16,1 1-67 0,-3 2-59 0,1 2-36 16,-1-2-16-16,0 2 2 0,0 2 0 0,0 1 1 15,1 4 5-15,1 1 4 0,-1 3-2 0,-1 3-6 16,0 0-9-16,-1 0 4 0,-1 2-8 0,1 3 1 15,0 0 13-15,1 2 4 0,1 3 9 0,0 0-6 16,1 3 0-16,-1-1 0 0,0 1-10 0,2-4-11 16,-2-1-2-16,1-1 0 0,-2-5 5 0,0 2-3 15,1-5-6-15,-1-2 4 0,1-4-4 0,-1-2-10 16,0-2-10-16,0 0-11 0,0-2-13 0,0-1-20 15,0-6-48-15,-1-2-97 0,0-6-49 0,-2-5-19 16,-1-2-1-16</inkml:trace>
  <inkml:trace contextRef="#ctx0" brushRef="#br0" timeOffset="36248.07">21475 434 29 0,'8'1'218'0,"0"0"11"16,0 2-9-16,1-1-103 0,1-1-60 0,0 1-29 15,2-2-14-15,-1 3-14 0,1 0 5 0,1 0-6 16,1 3 4-16,0-2-3 0,-1 2-11 0,2-2-14 16,-2-1-93-16,2-3-51 0,-4 0-31 0,-3-3-13 0</inkml:trace>
  <inkml:trace contextRef="#ctx0" brushRef="#br0" timeOffset="36441.08">21467 923 35 0,'-1'15'250'0,"0"-3"18"0,-1-2 5 0,4-3-94 16,-1-1-86-16,2 0-43 0,3-2-20 0,2-3-18 16,0-1-3-16,2-3-8 0,0-1 5 0,2-1-6 15,0 0-10-15,1-2 2 0,1 2 1 0,0 2-4 16,0-2-7-16,0 0-10 0,-2 1-51 0,-1-4-92 15,1-2-49-15,-2-4-21 0,1 2-4 0</inkml:trace>
  <inkml:trace contextRef="#ctx0" brushRef="#br0" timeOffset="36877.1">21761 777 60 0,'-4'3'239'15,"0"-2"11"-15,0-1-17 0,0 0-78 16,1 1-72-16,2 1-30 0,0-2-25 0,1 1-8 15,1-1-3-15,0 3-7 0,1-1 2 0,-1 1-2 16,0 0 5-16,1-1 2 0,2 3 2 0,-3 2 0 16,0 2 3-16,1 3 3 0,-1 3-2 0,0-1-4 15,1 3 0-15,0-2-5 0,1-1-5 16,0 0-3-16,2 0 0 0,0-2 0 0,2 1-3 15,-1-3 2-15,1 0 5 0,0-4-6 0,1-2-5 16,-3 1 1-16,0-4 0 0,2-1-2 0,1-4 0 16,1-1-4-16,3-2 0 0,-2-3 3 0,1 1-5 15,0-5 1-15,-1 0-4 0,3-2 10 0,-1 1-2 16,0-2-7-16,-3 0 3 0,-1 2-2 0,-3 0 3 15,0 3 4-15,1-1 2 0,-2 3 4 0,0-1 1 16,-1 5 1-16,-1 3-5 0,1 1-6 0,-2 2 2 16,1 2 2-16,-4 1-5 0,1 2 3 0,-2 1 2 15,1 3 3-15,-1 3-2 0,-2 2-2 16,-2 3 2-16,-1-2 0 0,1-1-1 0,1 3-6 15,0 3 2-15,1 1 5 0,-1 1 2 0,1 0-2 16,1-3 5-16,3 1 1 0,4-1-6 0,2-2-5 16,2-2-9-16,-2-3-15 0,-2-3-48 0,-2-6-104 15,2-6-52-15,-1-6-23 0,0-2-11 0</inkml:trace>
  <inkml:trace contextRef="#ctx0" brushRef="#br0" timeOffset="37087.12">22218 722 116 0,'3'6'248'0,"-2"-2"6"0,0 0-21 16,2-1-100-16,0 0-67 0,2-1-33 0,4 0-16 15,2-1-5-15,2-1-7 0,1 0-3 16,-1 0 4-16,3-3-11 0,-1 1 1 0,2-4 6 15,0 2 1-15,-2 0-9 0,2 3-8 0,-1-4-22 16,0-2-90-16,-6-2-71 0,-2-2-32 0,-2 0-12 0,-3 0 0 16</inkml:trace>
  <inkml:trace contextRef="#ctx0" brushRef="#br0" timeOffset="37331.12">22282 521 123 0,'0'9'222'0,"0"-1"10"0,0 2-57 16,1-1-75-16,2 2-42 0,1 1-21 0,0 0-12 0,1 2-7 16,-1 1 0-16,0 2 4 0,0 2 6 0,0 1-10 15,0 1 3-15,2 2 4 0,0 0-1 16,-2 1-11-16,-1 0-5 0,-1 1 6 0,1 2-2 15,1-1-5-15,0-2-6 0,0 0 1 0,0-4-7 16,0-3-13-16,-2-3-33 0,1-4-73 0,-3-5-71 16,0-5-36-16,0-4-17 0,2-3 0 0</inkml:trace>
  <inkml:trace contextRef="#ctx0" brushRef="#br0" timeOffset="37621.15">22710 476 19 0,'0'-6'231'0,"0"2"5"0,0 0-18 0,0 2-67 16,1 4-70-16,0 2-36 0,1 0-11 0,-2 2-4 15,0 2-1-15,-3-1-1 0,0 0 0 16,2 5-7-16,0 0-12 0,-1 2 0 0,1 2-6 0,-2 2 7 15,1 1 3-15,0 1 15 0,1-1 8 0,1 1 6 16,0 3 7-16,0 2-5 0,1 1-8 0,-1 2-14 16,0 0-8-16,2 0-7 0,-1-3-6 0,0 0 1 15,1-4-2-15,-1-4 3 0,0-2 2 16,1-1-5-16,-1-2-6 0,2-4-10 0,-1 1-11 15,2-6-23-15,0-5-60 0,-1-3-99 0,-3-5-49 16,-4-2-20-16,-1-3 2 0</inkml:trace>
  <inkml:trace contextRef="#ctx0" brushRef="#br0" timeOffset="37821.16">22569 498 85 0,'6'1'233'0,"0"-1"8"0,-1 3-33 0,2-3-81 0,2 0-63 15,0 0-23-15,1 0-20 0,1 1-3 0,2 2-4 16,1 1-9-16,2 0-1 0,-1-1-3 0,2 2-1 16,2 0-5-16,-2-1 3 0,3 3-5 0,0 0-15 15,-4-1-57-15,-2-1-83 0,-3-2-42 0,-4-3-25 16,-2 1-3-16</inkml:trace>
  <inkml:trace contextRef="#ctx0" brushRef="#br0" timeOffset="38006.17">22587 981 3 0,'-2'17'237'0,"2"-2"16"0,1-5 5 16,3-1-80-16,3-2-75 0,3-2-40 0,2-3-18 16,1-4-18-16,2 0-6 0,4-5-9 0,-2-1-2 15,4-2-5-15,2 1-1 0,1-3-8 16,3 1-8-16,-1-2-6 0,1-2-17 0,-3 1-35 15,-1-1-79-15,-5-2-54 0,-1-2-28 0,-2-1-8 16,-4 1 3-16</inkml:trace>
  <inkml:trace contextRef="#ctx0" brushRef="#br0" timeOffset="38352.19">23075 742 121 0,'-3'2'249'0,"1"1"9"15,-2 0-24-15,0 0-94 0,-2 0-62 16,0 1-33-16,1-2-11 0,-1 0-8 0,1 3-5 15,1-1-5-15,0 3-4 0,0 1 5 0,1-1-6 16,1 0 0-16,0 2 0 0,1-1-3 0,0 3 2 16,2 0-5-16,2 0 4 0,-1 0-3 0,2-2 1 15,3 1-2-15,0 0 2 0,2 0 1 0,3 0-2 16,0 1 2-16,-1-2 4 0,2 2-5 0,-1-1 1 15,1-1 0-15,-2-2-4 0,-2 1-4 0,1-2-2 16,-2-1 0-16,-1 2 2 0,0-1 2 0,-3-2 0 16,0 0 6-16,-4 0 2 0,-3-2 4 0,1 0-5 15,-2 2 0-15,-2 2-1 0,-1-1-3 16,-2 3-3-16,-4-2 2 0,0 2 0 0,-3-1-1 15,0 1-3-15,-2 0 1 0,2 0-5 0,-1 0-6 16,0-1-2-16,2-4-15 0,1-1-10 0,0-2-35 16,0-3-114-16,-1-6-58 0,2-3-30 0,0-3-8 15,3-3 7-15</inkml:trace>
  <inkml:trace contextRef="#ctx0" brushRef="#br0" timeOffset="38500.19">23045 740 221 0,'11'2'244'15,"0"-2"9"-15,3 0-83 0,1 0-78 0,0-2-42 16,1-1-23-16,-1 0-22 0,3-1-29 0,1-3-86 16,-1-3-70-16,2-2-38 0,-4-3-16 0,0 1-4 0</inkml:trace>
  <inkml:trace contextRef="#ctx0" brushRef="#br0" timeOffset="38687.21">23508 586 69 0,'7'6'229'0,"-3"-2"10"0,3 1-19 16,-2-1-96-16,2 0-55 0,0-2-33 0,1 0-16 16,2-2-13-16,0-1-4 0,1 0-5 0,2 0-7 0,3-3-1 15,2 3-13-15,-1-2-23 0,-4-2-89 16,2-2-52-16,-5-3-23 0,1 0-11 0</inkml:trace>
  <inkml:trace contextRef="#ctx0" brushRef="#br0" timeOffset="38967.22">23568 372 201 0,'4'14'229'15,"-3"-2"-1"-15,2 3-77 0,-2 2-70 0,1-1-34 16,-1 2-22-16,-1 3-3 0,1 1 2 0,-1 2-3 16,2 5 12-16,0 1 2 0,0 0 6 0,0 2 0 15,2 0 1-15,-1 1-3 0,1 1-14 16,1 0-5-16,-1 0-4 0,0-1-5 0,-1-1-10 15,1-5 0-15,-3 0-4 0,-1-5-3 0,2-3-7 16,-1-3-9-16,2-3-17 0,-1-5-67 0,2-6-88 16,-1-4-45-16,-3-4-21 0,1-3-3 0</inkml:trace>
  <inkml:trace contextRef="#ctx0" brushRef="#br0" timeOffset="39322.24">23983 387 104 0,'2'6'226'16,"-2"-1"8"-16,0 0-38 0,-1 5-74 0,-2 0-47 16,1 2-26-16,-2-1-6 0,2 2-7 0,1 1-1 15,1 3-3-15,1 2-1 0,-1 0-3 0,0 1-4 16,0-1-4-16,0 0-6 0,2 1-5 0,0 1 18 15,2 1-1-15,2 1 1 0,-1-1 7 0,1-3 1 16,0-4-3-16,-1-1-21 0,-1-1-4 0,0-5-2 16,0-1-10-16,0-1-5 0,0-1 1 0,-3-1-9 15,1 1-16-15,-2-3-10 0,0-2-14 0,-2-4-13 16,0 0-22-16,-5-4-31 0,-2-2-45 0,-3-1-46 15,-4-2-12-15,0-6 0 0</inkml:trace>
  <inkml:trace contextRef="#ctx0" brushRef="#br0" timeOffset="39487.25">23826 462 7 0,'7'-6'216'15,"1"0"12"-15,1 0-12 0,-1 1-70 0,1-3-63 16,3 0-26-16,-1 0-16 0,1 0-7 0,1 2-10 0,0-1-7 16,3 0 1-16,2 1-7 0,3 2 0 0,0 0-11 15,3 3 4-15,-3 1 4 0,2 0-4 16,-1 0-5-16,1 1 1 0,1 1-6 0,0-1-17 0,-3 3-23 15,-4 1-104-15,-2-3-54 0,-4 0-29 0,-5 2-6 16</inkml:trace>
  <inkml:trace contextRef="#ctx0" brushRef="#br0" timeOffset="39692.26">23911 880 1 0,'0'10'242'0,"-2"-2"16"0,1 0 8 16,1-4-76-16,0-2-89 0,1-2-43 0,4-1-28 15,3 0-8-15,1 0-11 0,3-3-1 0,1-1-3 16,2-1-1-16,2-1 4 0,2 2-7 0,-1 0 0 16,2 0-9-16,0 0-5 0,4 1-14 0,-3-2-16 15,0 1-59-15,1-3-86 0,-6-5-36 0,0 3-20 16,-3-4 0-16</inkml:trace>
  <inkml:trace contextRef="#ctx0" brushRef="#br0" timeOffset="40090.29">24451 582 51 0,'-7'7'236'16,"-1"-2"13"-16,0 1 9 0,-1-1-113 0,-1 1-68 15,1 3-29-15,-3-1-16 0,1 2-5 0,2 0 3 16,-1 2 2-16,0 0 8 0,1 0-1 0,1 0 1 15,-1 1 1-15,1 0-11 0,-1 2-4 0,0 0-1 16,3-1 1-16,0 1 1 0,2 0-2 0,0 1 5 16,2 2-1-16,0 0 4 0,2-3-1 0,2 2-6 15,2-1-2-15,0-1-6 0,1 0-2 16,0 0-4-16,2 0-6 0,2-2 3 0,-1 2 4 15,2-4-4-15,0-1-2 0,-1-2 3 0,-1-3-3 16,3-1-4-16,-2-1-9 0,1-1 2 0,0-4 6 16,0-1-14-16,-1-2 6 0,1-2 0 0,-2 0 6 15,-1-1-1-15,-1-1-5 0,-4 0 10 0,-2-1-3 16,-1 0 0-16,-3 0 3 0,0 1 1 0,-3 2 2 15,-3 2-9-15,-2-1 0 0,-2 4-4 0,-2 2-2 16,2 3 1-16,-2 2-9 0,1 1 2 0,-1 2-5 16,3 0-8-16,0 1-13 0,2 1-15 0,3 0-10 15,-1-1-11-15,1-1-61 0,2-6-89 16,1-4-41-16,0-4-14 0,4 1 3 0</inkml:trace>
  <inkml:trace contextRef="#ctx0" brushRef="#br0" timeOffset="40359.3">24749 744 191 0,'7'2'259'0,"-2"-1"3"0,1-1-46 0,0 0-97 16,2-3-56-16,3 1-30 0,-2-3-16 0,2 0-7 16,1 0-5-16,0 0 0 0,4 0-1 0,-3 1-6 15,0-2-6-15,-1 1 1 0,-1 1 4 16,2 0-10-16,-1 1-7 0,1 0 13 0,-2 1-1 15,-2 0 1-15,2-1-19 0,0 3 5 0,-2-1-52 16,-2-2-95-16,-1-2-41 0,-6 2-21 0,-3 1-2 16</inkml:trace>
  <inkml:trace contextRef="#ctx0" brushRef="#br0" timeOffset="40511.31">24843 892 115 0,'0'10'260'0,"-2"-2"17"0,4-4-15 15,0 1-112-15,3-3-72 0,2 0-33 0,1-2-25 16,1 0-15-16,3-2 1 0,2 1-4 0,1-1-7 15,-1-5-13-15,2-2-46 0,-3-1-102 0,2-5-58 16,-1-2-26-16,3 1-6 0</inkml:trace>
  <inkml:trace contextRef="#ctx0" brushRef="#br0" timeOffset="40899.33">25399 395 225 0,'1'-1'246'16,"-1"0"-11"-16,0-1-52 0,0 2-67 0,0 0-41 16,0 0-19-16,0 2-20 0,0-2-5 0,0 0-4 15,-1 1 1-15,-2 0-6 0,1 5 4 0,-3 2 1 16,1 0-6-16,-2 3-2 0,2 2-1 0,0 1 2 15,1 1-1-15,3 5 2 0,0 1-2 0,0 2 1 16,0 0-9-16,2 1 13 0,-2 1 3 0,1 0-1 16,2 0 4-16,0 0-2 0,1 0 3 0,1 0-14 15,-1-3-8-15,1 1-2 0,-1-2-8 0,1-1-3 16,1-1-12-16,-2-3-17 0,0-2-18 0,0-3-21 15,1-3-37-15,-2-3-113 0,-3-5-53 0,1-4-19 16,-2-4 2-16,-1-3 12 0</inkml:trace>
  <inkml:trace contextRef="#ctx0" brushRef="#br0" timeOffset="41130.35">25298 436 220 0,'2'-4'257'16,"1"0"11"-16,0 3-71 0,1-4-80 0,0 1-44 15,0 1-31-15,1-2-8 0,1 2-16 0,2 1 1 16,0-1-4-16,1 2-2 0,1-2 0 0,3 0-11 16,-1 3 7-16,2 0-4 0,2 3-2 15,0 0-2-15,0 1 4 0,3 0 1 0,0 0-8 0,0 4 1 16,0-1-5-16,-1 2-1 0,-3 1-11 0,1 2-6 15,-3-1-19-15,-1 0-32 0,-3-2-101 0,-3-2-51 0,-4 1-25 16,-3-1-3-16</inkml:trace>
  <inkml:trace contextRef="#ctx0" brushRef="#br0" timeOffset="41327.36">25318 945 15 0,'-3'12'257'0,"2"-2"17"0,1-4 8 0,0 0-76 16,1-4-85-16,2-2-49 0,2-1-27 0,2-3-17 15,1 0-9-15,1-1-7 0,3 2-5 0,4-2-6 16,-1-2-3-16,2 1 3 0,2-2 1 0,-2 1-2 16,4 2-5-16,0 0-10 0,1 0-16 0,0-1-58 15,-2-3-100-15,-2-3-54 0,-3-2-20 0,0-1-4 16</inkml:trace>
  <inkml:trace contextRef="#ctx0" brushRef="#br0" timeOffset="43107.46">25692 914 75 0,'10'2'220'0,"1"-2"12"0,1-2-39 0,0 0-68 0,0 0-52 15,-1-2-31-15,0 3-15 0,1-2-9 16,0 1-9-16,-1 0-3 0,-2 1 2 0,2 0-3 16,-3 1-2-16,-2 1 5 0,1 2 4 0,-1 0 10 15,-1 4 1-15,-3-1 3 0,-2 1 8 0,-2 2-6 16,-4 1 2-16,-2 1-4 0,0 3-2 0,-2-1 2 15,-3 1-2-15,0 0 0 0,-1-2-1 0,-1 2 0 16,-1 0 2-16,2 1-4 0,-1 0 1 0,3-1 4 16,1-3-6-16,0 0 0 0,1-3-3 0,2 0 1 15,1-2-6-15,1-1 3 0,2-2-2 16,1-2-6-16,1 0 0 0,0 1-2 0,2-2 0 0,0-2-8 15,2 0 3-15,-1-1 0 0,2-1-4 16,1 0 3-16,3-3-2 0,1-2 0 0,1 1-1 16,-3 1 3-16,3-3-1 0,-1 3-2 0,0-1-3 15,2 2 0-15,0-2 5 0,2 3 2 0,1-3 1 16,0 2-4-16,0 4 8 0,1-1-5 0,3 0-2 15,0-1-6-15,1-1-7 0,0 3-2 0,1-1-14 16,0 2-9-16,2 0-15 0,2-2-23 0,-2-1-108 16,-2-4-62-16,1-2-25 0,-3-1-6 0,0-2 4 15</inkml:trace>
  <inkml:trace contextRef="#ctx0" brushRef="#br0" timeOffset="43367.48">26218 739 22 0,'-8'3'265'0,"2"-1"17"0,1 0 18 16,0-2-72-16,1 0-98 0,2-2-47 0,1 2-28 15,1 0-18-15,0 0-14 0,0 0-4 0,3 0-1 16,1 0-9-16,1 0-2 0,3 0-2 0,1 3-5 15,1 0-4-15,0 0 3 0,3 0 0 16,2 0 3-16,2-2 2 0,0 0 2 0,1 0 2 16,-1 0-6-16,2 2-9 0,-2-1-9 0,-2-1-14 15,5-1-19-15,-4-3-49 0,-2-3-106 0,-2-6-51 16,-8-2-21-16,-1-2-3 0,1 1 9 0</inkml:trace>
  <inkml:trace contextRef="#ctx0" brushRef="#br0" timeOffset="43600.49">26331 557 165 0,'-3'6'233'0,"0"-3"6"16,1 4-59-16,-1 1-79 0,0 1-43 0,1 2-19 16,-2-1-16-16,1-1-6 0,0 2-3 0,0 3 9 15,1 2 3-15,1 4 5 0,1 2 5 0,0 2 1 16,1 0 1-16,-1 2-10 0,0 2-1 0,0 2-4 15,0 1-7-15,0 1 3 0,0 2-5 16,0 1 0-16,0-1-4 0,0-1-1 0,0-3 4 16,0 1-8-16,0-5-5 0,-1-3-13 0,1-7-9 15,0-1-16-15,0-6-53 0,0-4-105 0,0-5-52 16,0-3-22-16,1-3-5 0,3-6 5 0</inkml:trace>
  <inkml:trace contextRef="#ctx0" brushRef="#br0" timeOffset="43935.51">26808 538 74 0,'2'0'231'0,"0"-1"10"0,-1 1-37 0,0 0-66 0,-1 2-57 16,0 4-36-16,0 0-15 0,0 2-7 15,2 0-3-15,-2 2-6 0,0 3 4 0,1 0 3 0,-1 4 11 16,1 1 11-16,2 3 6 0,-2 1 7 15,0 6-5-15,1-1 2 0,1 0-18 0,-1 2-11 16,1 0-6-16,1 1-4 0,0-4-7 0,1 2 0 16,2-2-1-16,-2-2 2 0,0-2-3 0,-1-1-1 15,-1-4 3-15,0-1-3 0,0-3-7 0,-1-1-11 16,3-4-17-16,-2 1-14 0,0-6-28 0,-3-3-109 15,-2-6-66-15,0-4-30 0,-6-2-6 0,3-1 4 16</inkml:trace>
  <inkml:trace contextRef="#ctx0" brushRef="#br0" timeOffset="44145.52">26701 577 93 0,'3'0'248'0,"1"0"12"0,0 1-20 16,1-1-94-16,2 0-69 0,2 2-35 0,1-2-22 0,0 0-11 15,3 1-5-15,1 2-2 0,0-2 7 16,2 0-5-16,3 0 3 0,0-1 2 0,2 2-2 0,0 1 1 16,0-1-14-16,-1 4-3 0,0-1-6 0,-2 0-8 15,0-1-12-15,-1 1-51 0,-6-1-85 0,-2-4-40 16,-2 0-22-16,-2 3-6 0</inkml:trace>
  <inkml:trace contextRef="#ctx0" brushRef="#br0" timeOffset="44355.53">26749 1129 131 0,'-2'10'281'0,"3"-1"15"0,0-2 2 15,1-2-121-15,-1-2-79 0,2 0-45 0,4-1-23 16,1-2-14-16,2 0-3 0,2 0-7 0,-2-1 1 15,4-2 4-15,2 2-3 0,0-4-3 16,3-1-8-16,3-1-10 0,-2-2-11 0,1-1-30 0,-1-1-75 16,-5-1-89-16,0-1-40 0,-3-1-14 0,2 0-3 15</inkml:trace>
  <inkml:trace contextRef="#ctx0" brushRef="#br0" timeOffset="44811.56">27172 1028 58 0,'2'4'250'0,"3"-1"15"0,-1-2-14 0,1-1-84 16,0-1-69-16,0-2-45 0,3 1-25 0,3-1-16 15,0 1-7-15,-2-1-3 0,1-1 2 16,0 1-1-16,1-2-1 0,0 3 0 0,0-3 0 0,0 3 5 15,2-1-7-15,-1 0-4 0,0 2 3 0,-2 0-1 16,-1-1 3-16,-1 2 5 0,-1 0-1 16,-1 2 5-16,-2 1 3 0,-3 2 6 0,-1 2-2 15,-3 0-1-15,-2 3 5 0,-3 0 1 0,-2 2-4 16,-3 3-4-16,-1 0-1 0,1 0-2 0,-2-2-5 15,2 1 0-15,1 1-1 0,0-3-5 0,2 1 0 16,2-2-4-16,2-3 0 0,2 1-5 0,3-2-4 16,1-3-2-16,1 2-3 0,2-2 0 0,2-3 1 15,0-1 0-15,2 0-1 0,-1 0 4 0,3 0 6 16,0 0-2-16,-1 0 0 0,0 0 1 15,-2 1 7-15,2 0-1 0,-1 0 2 0,0 1-2 16,-1 3-1-16,-1-1 15 0,-1 0 1 0,-1 3 5 16,-2 0 2-16,-1 2 9 0,-1 1 8 0,-2 1-8 15,-3 2 0-15,1 1-3 0,-3-2-3 0,-3 5-5 16,-2 0-8-16,-1 0 1 0,-3 2-9 0,1-1 2 15,-4 1-12-15,0-2-16 0,2 0-17 0,-8-5-51 16,0-4-106-16,-3-2-59 0,-5-3-20 0,1-1-4 16,-3-2 12-16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9-02T00:18:29.3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26432 3732 77 0,'-14'-16'239'0,"0"-4"11"16,-2 1-2-16,1-1-105 0,-1 1-52 0,2 1-31 16,-2-1-15-16,0 2-8 0,-2-1-9 0,2 0 2 15,-1 0-7-15,2 2-4 0,0 1-3 16,0 0 2-16,-1-1-2 0,0 3-6 0,-1 0 5 15,1-2 1-15,1 4 4 0,2-2-6 0,-2 5-3 16,2 0 1-16,0 2-3 0,5 0-1 16,1 1-2-16,-1-1 2 0,0 3-2 0,-2 1-4 15,-2-1-1-15,1 2-2 0,-1 1-3 0,-2 1 0 16,0 0 4-16,-2 2 0 0,0 1-1 15,-1 1 3-15,0 1 2 0,-1 3-1 0,1 1-5 16,1-1 6-16,-1 1-4 0,2 0 0 0,-2-2 2 16,1 0 4-16,-2-1 4 0,1 2-7 0,0 0 5 15,0 0-4-15,0-2-2 0,-3 1-7 16,1-1 0-16,-1-2 6 0,0 2-1 0,2 0 4 15,-1 1-7-15,2 0 5 0,-2-1 2 0,-1-2-4 16,3 1 3-16,-3 1-4 0,0-2 9 0,3 2 0 16,-2 0-3-16,2-3-2 0,0 2-1 15,1-1 0-15,-1-1-5 0,1 3 3 0,1-1-1 16,-1 0 5-16,1 2-3 0,0-1 1 0,0-1 3 15,0-1-5-15,2 5 2 0,1-2-2 16,-1 3 2-16,1 2 1 0,-1-1-3 0,1 1-4 16,-1-1 1-16,2 1 3 0,-1 0-1 0,0 1-2 15,1 2 2-15,0-1 2 0,0-1-4 16,0 1-2-16,-1 2 2 0,-1 0-2 0,1 0 0 0,-2 1-1 15,2 0 3-15,2-1 0 0,-2 0-4 16,1 1 5-16,1 1-2 0,-1 1 1 0,0 1 0 16,1-2-2-16,-1 0 4 0,0-2-3 0,0 3 1 15,0-2-3-15,1 0 3 0,0 1 3 16,2 2-2-16,0 1 2 0,-1-2 0 0,-1 4 3 16,1-4-4-16,0 2-1 0,-3 1 2 0,2-1 0 15,2 0 0-15,-1 2 5 0,4 1 0 0,2 1-2 16,1 0-1-16,-3 1 5 0,-1-1-1 15,-3 2-5-15,1-2 6 0,0 3 0 0,1-5-7 16,0 1-2-16,2 1 1 0,0-3 2 16,1 3-4-16,0-3 3 0,0 0 7 0,-1-1-8 15,1 2 0-15,-2 0 1 0,2 0 3 0,0 1 1 16,0 1-3-16,0-2 5 0,-1 3 0 0,1-1-3 15,0 2-4-15,-1 2-2 0,-1 1 2 0,1 1 1 16,-2 2-2-16,1 1 1 0,-1 2 3 16,-1 0 5-16,-1 1-2 0,1 0-4 0,-2 0 2 15,0-1-1-15,2 1-1 0,0 2-3 0,1-3 0 16,-1 1 2-16,2-1-5 0,0 1 0 0,1-1-2 15,0 1 1-15,1-3-1 0,-1 4-1 16,1-3 1-16,2 0-1 0,1-2 4 0,-2 0-4 16,2-1 0-16,-3 4 0 0,2 2 3 0,1 2 1 15,0-2-1-15,-2 1 3 0,0 0 3 16,1 1 8-16,-1-3-1 0,2 1-4 0,1 0 4 15,0-2-1-15,0 1-1 0,1-1-4 0,-1-1 4 16,3 2-1-16,-2-2 1 0,0 0 1 0,1-3-1 16,-1 0-1-16,2 0-3 0,-1 1 0 15,1-1 1-15,0-2 0 0,0 0 2 0,-1 1 0 16,1-1 2-16,0 2 0 0,-1-1-3 0,2 1-4 15,-1 1-3-15,-1 1 2 0,1-1-2 0,-2 1-2 16,1 0 4-16,-2-1 3 0,0 2 4 16,0-2-5-16,-2 3 2 0,1-2 0 0,-2 2-4 15,2-1-3-15,-2-2-3 0,1 1 1 0,-2-1-2 16,-1-2 3-16,-1 0 0 0,1 2 2 15,-1-2-2-15,1-3 0 0,-3 1 0 0,3 0-1 16,0-3-2-16,-2 1 0 0,1 1 3 0,-1-1 17 16,0 1-7-16,0 0-8 0,2 1 5 15,-1-1 2-15,0 0-6 0,2 0-15 0,0 1 11 16,1 0 6-16,1 0 0 0,-1 1 1 0,2-2 2 15,-1 3-1-15,2-1-1 0,0 1 1 0,-1-1 1 16,2 1 0-16,-1 0 2 0,2-1 3 16,-1-1-4-16,0 1-4 0,2 0 2 0,-2-4 1 15,2 2 1-15,0 0-1 0,0 0 2 0,-1-2 3 16,1 1-7-16,2-1 1 0,-1 2 1 0,1-4-3 15,1 1 0-15,0-1 0 0,1-2 3 16,2 1-2-16,1-2-3 0,-1 3 2 0,3-1 2 16,-3 1-1-16,2 0 0 0,2-1 0 0,0-1 4 15,5 1-5-15,1-2 0 0,2 2 2 0,0-3-2 16,1-1 1-16,0 2-1 0,2-2 0 15,-1-2 2-15,3 1-1 0,-1-1 2 0,0-1-3 16,2 1 0-16,1 0 1 0,0-2-2 16,-2-1-1-16,1 0-2 0,-2-1 2 0,-2-2 0 15,-1 0 1-15,-1-2 2 0,-1-1 0 0,-2-2 2 16,1 1-3-16,-2-2 0 0,0 0-2 0,-1-1 0 15,0-2 1-15,-3-2-2 0,0 2 6 0,-1-2 0 16,1-1-1-16,-1-1-1 0,1-2-1 16,0-1 1-16,0 2-3 0,1-3 2 0,1-2-3 15,2 0 4-15,1-1 3 0,0-2-3 0,1-2-2 16,0-1 3-16,2-3 3 0,1-5-6 0,1-3-3 15,2-1 2-15,2-1 0 0,2-4 0 16,2 0-3-16,3-2 4 0,-1-2-1 0,-1-2-2 16,3-3 2-16,-7-2-4 0,2-2 2 0,3-1-3 15,-1 2 2-15,0 0 3 0,-1-1 0 16,-1 1 0-16,-1 2 1 0,2 0 2 0,-2 0 0 15,1-1-1-15,-2 2 4 0,0 1-1 0,-3-1-2 16,0 1-1-16,-1-1-2 0,0 0 0 16,-3 3-5-16,0-3 2 0,0 0 1 0,0-1 3 15,0 1 6-15,0-2 1 0,-4 1 2 0,2-3-2 16,-2-1-2-16,-2 1 2 0,1 2-4 15,-3-1 1-15,-1 0 3 0,1 1 2 0,-1-4-7 16,1 2 15-16,-1-1-5 0,1-2-5 0,0 3-8 16,0 0 2-16,0-3 8 0,-2 1-16 0,0 0 6 15,-1-4 3-15,0-1 1 0,0-1-2 0,2-4-1 16,0 0-7-16,1-2-1 0,-1 0-3 15,3-2-3-15,-3-1-1 0,1-4 2 0,3-7 0 16,0 0-4-16,5-2-3 0,1-2 5 0,-1 2 3 16,-3-2 5-16,1 3 6 0,-3 0 3 15,0 1 7-15,-1 3 2 0,0 0-1 0,-1 1-4 16,0 2 1-16,-2 2 1 0,0 1 0 0,-1 1-1 15,-2 2-4-15,2 2 4 0,-3 0-8 0,-2-1 0 16,1 3 0-16,-3 0-2 0,1 1 3 0,-2 3-6 16,-2 0 4-16,1 3-1 0,-4 2-2 15,1 0 2-15,-2 1 3 0,-2 3 6 0,0 1-2 16,-2 4-2-16,-1 0-1 0,-1 2-2 15,0 2-1-15,-1 0-4 0,-2 0 2 0,2 2 3 16,-4-1 1-16,0 0-1 0,2 1-5 0,-1-1 6 16,1 2-5-16,1-1-1 0,-1-2-1 0,1 1 8 15,0-1 2-15,0-1-1 0,0 0 4 16,1-2 5-16,0 2 0 0,2-2-3 0,1 4 0 15,2-1 0-15,1-1-1 0,2 1-3 0,0-1 0 16,1 1-1-16,1 2 0 0,0-1 1 0,0 1 0 16,1 0-3-16,-1 4 2 0,-1-2 3 15,0 4-1-15,-1 1-4 0,2 2-2 0,0 2 1 16,-1 2-2-16,0 3-1 0,-2 2 2 15,0 0 1-15,-2 1 0 0,-1 4-10 0,0 1-13 0,-1 4-17 16,-1 2-39-16,-6 4-113 0,-5 2-61 0,-5-1-23 16,-5 4-3-16,-2-2 5 0</inkml:trace>
  <inkml:trace contextRef="#ctx0" brushRef="#br0" timeOffset="68611.92">21609 9406 130 0,'-1'-2'244'15,"-2"-3"11"-15,1 3-37 0,-1-1-87 16,2 2-49-16,-2-2-31 0,2 2-14 0,0-2-10 16,-1 2-2-16,1-2-2 0,0 1-1 0,1 0 6 15,-2-1-5-15,1 0 4 0,0 2-2 16,-1 0-2-16,2-4 0 0,0 4-5 0,0-2-3 15,0 2-2-15,-1 2-6 0,1-1-3 0,0 0 1 16,1 2-3-16,1 0 0 0,-1 3-5 16,0 0 3-16,1 0 3 0,-1 1-6 0,2 1 4 15,2-1-2-15,0 1 2 0,0 1-4 0,1-2 3 16,-1 0-1-16,3-1-3 0,3-1-1 0,-1-1 1 15,8-3 1-15,0-6-3 0,5-2 5 16,3-7-4-16,1-7 1 0,2-4 7 0,3-5-7 16,1-4-10-16,3-3-13 0,-1-1-11 0,-2-3-32 15,-5 2-122-15,-6 1-50 0,-4-1-26 0,-9 5-4 16,-1 2 7-16</inkml:trace>
  <inkml:trace contextRef="#ctx0" brushRef="#br0" timeOffset="81940.67">5933 14079 154 0,'-2'-3'223'16,"1"1"-30"-16,0 0-42 0,-1-1-23 15,0 0-50-15,0 1-35 0,1 0-15 0,0-1-11 16,-1 1-5-16,1-1-4 0,0 0-1 0,-2 2 1 15,0-2-1-15,2 0 0 0,-1 2-1 0,2 0 2 16,-1-1 2-16,0 1-3 0,-2-1 0 16,2 1 1-16,0 0 2 0,-1-1-3 0,0 2-1 15,0-1 3-15,2-1 5 0,0 1-3 0,2 1-3 16,-1 0 0-16,0 0 1 0,1 0-1 0,-1 0-9 15,-1-1 1-15,0 1 0 0,1 1-2 16,3 2-1-16,-1 1 2 0,1 3 2 0,0 2 0 16,1 4 4-16,3 2 2 0,3 3 1 0,-1 3 1 15,1 4-1-15,1 2 2 0,0 3 0 16,1 2 0-16,1 0 3 0,-1 2-2 0,-1-1 1 15,0-1-3-15,0-1 0 0,0-1-3 0,-3-4-1 16,0-2-1-16,-1-2 4 0,-1-2-1 16,0-2-3-16,-1-3 0 0,-2-2 1 0,-1-4 1 15,-1-1-14-15,1-4 5 0,0 1 7 0,-2-2 5 16,-1 0 6-16,-1-1 2 0,1-2 11 0,-1-5-4 15,1-3-9-15,0-1-3 0,-2-5-7 0,5-4-3 16,-2-2-2-16,1-3 5 0,-1-3 3 16,-2-1-3-16,1-2 2 0,0 0-1 0,1-1-3 15,0 0-4-15,1 1 1 0,0 1 0 0,2-1-3 16,0 1 2-16,1 2-2 0,1 3-2 15,-1-1-5-15,2 4-1 0,1 2-4 0,-3 0-2 16,2 2-2-16,-2 3-5 0,0 1-4 0,3 4-6 16,-1 3-22-16,-2 1-102 0,-1 1-67 15,-1 3-32-15,-2 1-14 0,1 3-2 0</inkml:trace>
  <inkml:trace contextRef="#ctx0" brushRef="#br0" timeOffset="82439.71">6334 14227 78 0,'8'-5'220'0,"-2"-1"-12"0,1 2-28 0,1 1-36 15,-1 3-35-15,-1 0-41 0,2 3-20 0,1 1-12 16,-2 4-8-16,0 2-7 0,-2 2-4 15,1 3-3-15,-1 4-4 0,-3 2 0 0,0 3-1 16,-2 1 2-16,-2 0-3 0,1 0 17 0,-4 0-7 16,2 0-5-16,-1-2-1 0,-1-2-4 15,0-1 2-15,-4-2-17 0,2-2 6 0,0-3 4 16,2 1 0-16,-1-5-1 0,1 1 1 0,0-3 3 15,1-1 0-15,1-4-3 0,0-1 3 16,1-1-1-16,0 0-3 0,2-2-2 0,0-4-4 16,2 1 1-16,-1-5 1 0,2 0 2 0,-1 1 1 15,3-1 3-15,0 0 1 0,0 0-2 0,0-1-1 16,1 1-2-16,0 2 0 0,2-1-1 0,-1 2 0 15,0 2 3-15,-1 0-3 0,3 2 0 16,-1 1 1-16,2 0-3 0,1 2 2 0,0 2 0 16,0 0 1-16,-1 1 2 0,0 3 0 0,-1-1 1 15,3 1-6-15,-3 2-5 0,2-2-6 16,0 0-11-16,-2-1-41 0,-2 2-111 0,-1-4-55 15,-2 0-24-15,3 0-13 0,-2-3 1 0</inkml:trace>
  <inkml:trace contextRef="#ctx0" brushRef="#br0" timeOffset="82694.72">6756 14393 126 0,'3'-2'258'16,"0"2"9"-16,-1-2-31 0,2 1-81 0,0-2-67 16,2 1-37-16,3-2-23 0,0 0-8 0,1-1-9 15,1 1-4-15,-1 0-4 0,-1 1-1 0,2-1 0 16,-1 0-1-16,1 3 0 0,2-2-1 15,-1-1-3-15,0 3-5 0,0-1-20 0,-4 2-55 16,-4 7-95-16,-4-2-52 0,-2 5-23 0,-3 1-10 16</inkml:trace>
  <inkml:trace contextRef="#ctx0" brushRef="#br0" timeOffset="82874.74">6871 14575 248 0,'6'-3'264'16,"-1"-1"12"-16,1 0-74 0,1-2-88 0,-2-2-53 15,3 1-30-15,-2-1-16 0,2 0-11 16,2 0-4-16,2 1-3 0,-2-1-4 0,1 1-28 16,0 2-78-16,-3-4-78 0,0 2-42 0,-2 1-20 15,-2 2-7-15</inkml:trace>
  <inkml:trace contextRef="#ctx0" brushRef="#br0" timeOffset="83327.75">7053 13841 231 0,'2'-1'251'0,"2"2"-22"0,-1 3-51 0,-2 2-58 16,2 3-46-16,0 2-24 0,-1 4-18 16,1 4-10-16,1 3-4 0,0 5 5 0,0 2-8 15,2 4-3-15,0 3-5 0,-1 5 3 0,2 3 1 16,0-1-5-16,3-1 0 0,-1-3-4 0,1-2 2 15,-1-3 0-15,-1-4-4 0,1-1-4 16,2-5 4-16,-2-2 2 0,1-1 0 0,-1-5-2 16,-1-4 3-16,-2-1 3 0,1-4 0 0,0-2 1 15,1-2 4-15,-2-3 2 0,1-3-3 0,0-4-2 16,0-1-4-16,0-3 0 0,0-4-6 15,0-3 0-15,-2-2 3 0,1-3 0 0,0-4 1 16,-1-1-3-16,0 0 1 0,1-2 1 0,-1 1-5 16,-2 0 1-16,-1 2-1 0,0 1 3 15,-1-1-1-15,0 3-4 0,1 0 4 0,-1 2 1 16,0 2 1-16,1 4-4 0,-1-1 2 0,2 2 2 15,-1 5-3-15,1 0-7 0,2 1-5 16,0 2-5-16,1 0-36 0,-2 4-113 0,-1-1-60 16,-3 4-28-16,0 0-11 0,0 4-1 0</inkml:trace>
  <inkml:trace contextRef="#ctx0" brushRef="#br0" timeOffset="83833.78">7479 14236 181 0,'8'-7'187'16,"-1"0"-12"-16,0 0-18 0,-1 0-26 15,2 0-28-15,0 3-30 0,0 2-26 0,0 7-16 16,1-3-7-16,-2 4-4 0,-2 0-1 0,1 2 0 16,-1 0 1-16,0 1 2 0,-1 2-6 15,-1 1-1-15,-2 2 0 0,-1-1-2 0,0 0 7 16,-1 1-11-16,-2 0 2 0,0 3-3 0,-2 0-3 15,3-1 4-15,0-1-15 0,1-2 5 16,0 1-2-16,-1-4 3 0,1-2-6 0,1 0 0 16,0-2 4-16,0-1 2 0,1-1 2 0,2-3-3 15,1-1 7-15,1-1-9 0,0-2 1 0,1 0 1 16,-1-2 0-16,2 1 0 0,-1-2 0 0,1 1 1 15,0-2-1-15,-3 2-1 0,1 0-1 16,-1 0-1-16,3 1 6 0,-2 1-1 0,0 0-1 16,1 2 0-16,-1 1 1 0,1 1 2 0,-2 2-5 15,0 0 3-15,-1 3 5 0,1-1 7 16,-1 3 3-16,-3 1 4 0,-1 2 5 0,-3 3-1 15,-3 1 1-15,-1 3 1 0,-1 1 6 0,-2 3-6 16,-2 1-7-16,-1-1-4 0,-1 2-2 16,-2-1-5-16,-2 1-12 0,0 1 1 0,-1-1 1 15,2-1-8-15,1-1-21 0,-1-2-65 0,1-2-116 16,-3-4-59-16,-3-2-28 0,3-4-9 0,-2-5 11 15</inkml:trace>
  <inkml:trace contextRef="#ctx0" brushRef="#br0" timeOffset="104364.96">17774 14517 211 0,'9'36'238'0,"-3"-5"-13"0,1 3-59 0,-2-5-71 16,2 1-42-16,-1 0-22 0,0-3-13 0,-1 0-6 15,1 0-2-15,0 0-3 0,1-3-6 16,1 1-5-16,1-2-5 0,4 0-14 0,1-1-63 16,-1-3-79-16,-1-1-38 0,1-2-22 0,-4 0-8 15</inkml:trace>
  <inkml:trace contextRef="#ctx0" brushRef="#br0" timeOffset="107115.12">8035 2585 25 0,'-8'-14'231'15,"0"0"12"-15,-2-1 8 0,-1-5-96 0,-3 1-60 16,-1 0-30-16,-2 2-20 0,1 1-3 0,2 0 0 15,-5 1-6-15,2 1 0 0,0 0 4 0,0-1 4 16,3 1-2-16,2 2-7 0,-2 1 5 0,1 0-4 16,3 1-2-16,-3 0-1 0,2 1-8 15,-1 1 9-15,3 1 3 0,-1 0-8 0,-3 2 2 0,1 3 0 16,-1 2-2-16,-3 5-13 0,-1 3-10 15,1 7 0-15,-4 8-7 0,1 8-6 0,-1 8 0 16,-2 4 6-16,2 6 3 0,-3 2 5 0,1 4 1 16,3 1-1-16,2 7 1 0,2 0 0 0,6 2-1 15,1 3-3-15,5 1-4 0,3-1 4 16,3 3 1-16,2-3-5 0,4-1 0 0,5-6-3 15,0-1 7-15,6-5-3 0,1-6-1 0,2-5-1 16,4-5-8-16,1-6 4 0,3-7-2 16,4-6-1-16,3-7-1 0,5-8-1 0,3-5-1 15,2-8 3-15,3-7-1 0,-2-9 2 0,4-9 3 16,2-9 5-16,0-8-7 0,0-6 1 15,-3 0 1-15,-2-6 1 0,-2 1-13 0,-5-2 4 16,-5-3 10-16,-6 1-3 0,-5-1-5 0,-9-1-5 16,-7 2 17-16,-6-1 3 0,-5 3 0 0,-4 1-2 15,-5 4 12-15,-7 3 6 0,-4 6-1 0,-5 0-13 16,-5 8 5-16,-1 4 4 0,-5 3-5 15,-5 6-10-15,-5 7 0 0,-3 7 3 0,-2 7-2 16,-2 6 0-16,-1 3-2 0,-2 12 6 0,2 6-10 16,-2 11-6-16,4 7-16 0,4 8-27 0,3 6-36 15,1 6-140-15,2 4-66 0,-2-1-31 0,3-2-7 16,2-7 12-16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9-02T00:20:36.6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30823 1470 124 0,'-2'-2'233'0,"-1"-2"8"0,0 0-51 0,1 0-71 16,-2-1-51-16,0-2-26 0,-2 0-14 0,-2 1-8 16,2-2-2-16,2 2 3 0,0 0-6 0,0 0-10 15,0-1-1-15,-1 1 2 0,1-1-7 0,0 2-2 16,-2 1 0-16,1-2 6 0,-1 0-1 0,0 3 5 15,1-2-3-15,-1 0 6 0,1-2-5 0,1-1 2 16,0-1 2-16,-1 2-13 0,-1 0 18 0,1 4-11 16,0 1 2-16,-2-1-7 0,2 0-3 0,-2 2 13 15,0-4-19-15,1-2 1 0,-1 2 8 0,-1-2 1 16,0 1 2-16,0 2-10 0,0-1 6 0,-2 0 9 0,0 0-3 15,1 0-3-15,-1-1-1 0,-1 0 6 16,0-2-1-16,1 1-6 0,0 0-4 0,2 2 4 16,-2-2-6-16,-1 0 0 0,0 2 3 0,-2-4-3 0,1 4-1 15,-1-2 4-15,1 2-3 0,0-2 4 0,-1 2-3 16,1 0 12-16,-2 3 7 0,2-1-5 0,-1-2 1 15,5 0-5-15,0 0-7 0,-1 0-4 0,-2 1-5 16,-3-2 6-16,-4 0-1 0,4 3 5 0,-2-3 10 16,2 2 0-16,0 0-6 0,1 0-1 0,-2 0 6 15,0 0-6-15,1 1-2 0,-1 1 3 0,1 1 5 16,0 0-7-16,1-2-6 0,-2-1 4 0,2 2-5 15,-2 0 0-15,2-1 3 0,0 2 3 0,1 1 4 16,1-2 4-16,-1 0-3 0,0-1-5 0,1 0-12 16,0 1 8-16,0-1-6 0,-1 0-3 0,2 1 9 15,-1-1 3-15,-2 2 11 0,1-1-4 0,-2 1-1 16,2-1 3-16,-2 0-2 0,1 1 3 0,-1 0-4 15,0 1-6-15,2-1 11 0,-2-1-3 0,2 0 0 16,-1-1-5-16,1-1 5 0,0 1 4 0,-1 0-7 16,1 1 0-16,-1 2-3 0,1-3 7 0,-2 1-10 15,0 2 6-15,0-1 4 0,0 0 2 0,0 0 0 16,0-1-1-16,1 0 2 0,-2 2-13 0,3 0-3 16,-1-1 1-16,0 1 1 0,0-1-3 15,-1 1 10-15,1 0-2 0,-2-1 8 0,2 1-11 16,-3-1 8-16,2 0 1 0,0 0-3 0,1-1 10 15,-2 2-6-15,0 2 0 0,0 0-5 0,1-1 2 16,1 0-6-16,-2-1-2 0,3-1-1 0,-2 1 2 16,0 1 3-16,0 0-12 0,0 0 9 0,0 1-1 15,1-2-3-15,-2-2 11 0,2 1-5 0,-1 1 11 16,-2 1-4-16,3 4-3 0,0-4 1 0,1 0-1 15,0-1 6-15,1 0-8 0,-1 2-5 0,0-2 8 16,0 0 2-16,1 0-5 0,0 3-6 0,1-2 3 16,0 2 3-16,1 0-4 0,-1-2 0 15,2 0-4-15,-1-1 2 0,1 0 3 0,0 0 3 16,-2 0 0-16,-1 3 1 0,-1 2 4 0,0-2-12 15,1-1 10-15,1 2-13 0,-2-3 14 0,1 2-8 16,-1 1-2-16,2 0 11 0,-1 1-4 0,-1-1 12 16,1 2-10-16,2-2 4 0,-2-2 2 0,2 0-2 15,-2 4-8-15,0-1-8 0,0 0 1 0,0 2 8 16,-1 0 6-16,3-2-7 0,1 0 6 15,-1 0-4-15,2 0-1 0,0 0 0 0,1-3-15 0,-2 2 12 16,0 0-1-16,0 2 10 0,1 0-8 16,-1 3-2-16,2-4 11 0,-1 2-1 0,0-3-5 15,-1 3-2-15,2-1 3 0,-1 1 1 0,-1-2-3 16,-1 2-9-16,1 1 14 0,-2-1-6 0,2 2-3 15,1 1-6-15,-1-1 9 0,-1 2-1 16,1-1-15-16,-2-1 8 0,2 1 9 0,0-2 8 0,-1 3-8 16,1-3 5-16,0 0 1 0,1 3-5 15,-1-2 4-15,0-1 2 0,1 0-7 0,1 0-2 16,-3 0 4-16,2-1-1 0,0 3-9 0,1-4-5 15,-2 2 8-15,1 0 3 0,0-1 0 0,2 0 1 16,-2 1 2-16,0-1 2 0,0 0-10 0,1 0 2 16,1 0-1-16,0-2-7 0,-2 1 3 0,1 0-1 15,-2 0 11-15,0 5-4 0,-2-1 2 0,2-1 5 16,3-4 4-16,0 2-1 0,-1-1-2 0,0 3-1 15,2 1-1-15,0-2-1 0,1-1-1 0,0-3-8 16,1 3-4-16,-1 1 6 0,0 0 2 0,2 1 1 16,0-2 3-16,-2 0 6 0,3 1 0 15,-1-1 2-15,0-4-9 0,1 3-1 0,-2-1-6 16,2 3 6-16,-1 4 1 0,1-2-7 0,1-1 9 15,1 2-4-15,-1-1 0 0,-1-2 1 0,0 2-2 16,0-2 2-16,0 1 6 0,0 2 7 0,0-1-2 16,0-1-4-16,0 4-2 0,1-6 4 0,2 1-7 15,-1 1-6-15,1-1 1 0,0 6-2 0,-1-2 2 16,2-1 4-16,1 0-5 0,-1 1-2 0,0-2 2 15,1 0 0-15,-1 2 3 0,0-3-10 0,-2 2 13 16,1 0 4-16,0-1 2 0,-1 0-3 0,4 0 2 16,0-1 2-16,1 0-8 0,1-1 7 15,-1 1-4-15,0 1 0 0,0 0-7 0,0 0 3 16,1 0 1-16,1-1-3 0,0 3-4 0,2-4-2 15,0 1 4-15,-1-4-3 0,1 2 7 0,1 0 3 16,-3-1-2-16,-1-1 20 0,1 1-8 0,-1 1 1 16,0 1-7-16,0-1 1 0,2 0 5 15,-4-1-21-15,1 0 3 0,0 1-1 0,0-2 0 0,0 0-5 16,1 2-1-16,-1-1 6 0,1-2 6 0,-2 1 0 15,1 0 8-15,0 1-5 0,1 2 2 0,1-1-8 16,-2 1 4-16,-1-3-7 0,1 4 2 16,2-4 4-16,-2 2-2 0,0-1 11 0,-1 0-4 15,1 1 4-15,-1-1-4 0,1-1 3 0,-1-1 1 16,0 2-5-16,1-1-4 0,-2 0-4 0,0 1-1 15,2 1 0-15,0-2 1 0,1 5 0 0,0-3 3 16,1 1 3-16,0 0 7 0,-1 0-16 0,0 0-1 16,0 1 5-16,1-1 4 0,-1-1 1 0,0 0-8 15,3-2 8-15,-3 0 13 0,0 1-2 0,0-1-10 16,0 2-2-16,0 0-3 0,1 0 3 0,1 3-7 15,0 0 3-15,1 0 4 0,1-1 4 16,-2 1-4-16,2 1 4 0,1-2 0 0,0 2-10 16,0-1 6-16,0 1 1 0,1-4 7 0,0 1-3 15,-1 1-5-15,0 1 2 0,0-1-2 16,1 1-5-16,-1-2 4 0,3 1-3 0,-2-2-3 15,0-1 7-15,0-1-1 0,-1 1 2 0,1 2-4 16,1-1 0-16,2-2 8 0,-2-1 2 16,1 1-2-16,-1 0-3 0,-1 0-1 0,0 1 4 15,0 0-5-15,-1-1-5 0,2-3-2 0,-2 0 9 16,2 1 5-16,-3 0 0 0,0 1 1 0,1-1 1 15,0-1 4-15,3-1-9 0,-1 2-9 0,1 0-3 16,-3 0 4-16,2-3-7 0,-2 2 1 0,2 1 6 16,-2-1-1-16,1 1 9 0,0 0-9 15,0 1 2-15,-2-2 5 0,1 0-7 0,0 2 5 16,-3 0-4-16,3-2 4 0,-2 1 8 0,0-1-6 15,1 1 4-15,-2-1-2 0,1 0 1 16,1 3-5-16,-1-2-6 0,-1 1 2 0,4 0-2 16,-4 0 3-16,2-1-1 0,-1 1 2 0,-2-1 2 15,4-1-8-15,1 3 3 0,0-1 3 16,0 0-1-16,0-3-5 0,-3 4 4 0,0 0 10 15,0 0 1-15,0 1-4 0,1-1-3 0,0 1 7 16,-1-2-4-16,0-1-6 0,2 2 0 0,0 0 4 16,1 1 2-16,-2 2 3 0,2-3 5 15,-4 2-4-15,1-1-1 0,4 1-10 0,-2-3 5 0,1 1-3 16,0-1 0-16,0 2 3 0,-2-2 3 0,8 1 5 15,-4 0-2-15,0-2-5 0,-1 1 0 0,-3-1-3 16,-3 1-1-16,2 1 2 0,1 0 4 0,0 0 8 16,1 3-5-16,-3-2 7 0,3 0-6 15,0 0-4-15,0 0-5 0,2 2 4 0,-2 1-5 16,1-2-3-16,0 0 11 0,-1 1-7 0,2-1 7 15,-2 3-8-15,2-2 12 0,-2 0 0 0,1 3-5 16,0-2 4-16,0 2-3 0,0-3 0 0,0-1-8 16,-2 1 2-16,0-1 0 0,3-1-5 0,-3 0 3 15,0 1 2-15,-2 1 1 0,1 2-4 0,1 1-5 16,-1-3 10-16,-1-1 0 0,1 1-9 0,-3 1 1 15,0 0 3-15,1 3 2 0,-1-1 0 0,0-2-3 16,0 1 8-16,1 0-1 0,1 1 2 0,2 0-4 16,1 2 0-16,-2-5 6 0,-1 3-4 15,-5 2 2-15,1-1-9 0,-1 4 8 0,3-1-5 16,0-1-6-16,-1-1 6 0,-1 0-4 0,1-1 12 15,0 2 5-15,-1-2-1 0,1-1-3 0,-2 0-3 16,2 1-1-16,1-1-4 0,0 0-1 0,0 0 4 16,0 2 5-16,0-1-5 0,-3 1-5 0,0-2-1 15,1 1-2-15,1 1 1 0,0-1-6 16,1-1 9-16,-1 1-2 0,-2-1-3 0,3-2 0 15,-3 2 3-15,1-1 0 0,1 1-1 0,-1 0 7 16,1 1 4-16,-2 0-1 0,0 1 2 0,1-1-1 16,1-2-3-16,-1 0 5 0,-1 1-12 0,1 0-2 15,-2 0-5-15,0 0-1 0,0 0 5 0,-2-2-1 16,1 2 8-16,-1-2 4 0,0 3-8 0,0 0 5 15,1-1-1-15,0 0-4 0,0 1-1 16,-1 0 2-16,0 2 7 0,0 1 0 0,0 1-3 0,0-1-1 16,1 0-4-16,-2-1-1 0,2-1 2 15,-2 1-7-15,-1-1 5 0,0-1-1 0,1-2 6 16,-1 0-6-16,2 1-6 0,0 1 6 0,0-1-2 15,-1-1 6-15,0 1 1 0,1-1-2 0,-1 0 4 16,0 1-1-16,1 0-5 0,0-3 0 0,0 2-4 16,1 0 9-16,-1 0-1 0,1 1 1 0,1-1 1 15,-2-2-3-15,0 1 4 0,-1-1-2 0,2 1 4 16,-1 1-1-16,1 0-5 0,0 1 2 0,-2-1-2 15,2 0-5-15,-1 2 2 0,1 0-2 0,2-2 9 16,-1 0-3-16,0-1 0 0,0 0 7 16,-1-1-5-16,0 3-4 0,1-3 0 0,-2 3 4 15,3 0 4-15,-1-4-5 0,0 0 5 0,0 0 4 16,-1-1-4-16,1 1-11 0,0 1 2 0,-1-1 1 15,1-2-2-15,-2 1 2 0,2 2 2 0,0 0 4 16,0 1-4-16,0-2 0 0,0 2 0 0,0-1-1 16,1-1-2-16,0-2 9 0,-3 1-6 0,1 0 2 15,0 0 0-15,1 0-4 0,0-1-3 0,0 0-2 16,2-2 7-16,-2 3-6 0,0 1 1 0,1-1 11 15,1 1 1-15,-1 1-5 0,3-1 6 0,-3 1 1 16,2-2 2-16,0 1-8 0,0 1 0 16,0-1 4-16,0 0-7 0,0-1-2 0,1 1 2 15,1 0-3-15,-1-2 3 0,-1 2 1 0,2-2 0 16,-1 2 4-16,0-2-8 0,0 0 1 0,1 0 2 15,-1 1 0-15,-1 0-4 0,-1 2 0 0,2 0 4 16,-1-3 3-16,-2 2-2 0,1-2-6 0,-1 1 5 16,1-1 1-16,0 1-1 0,-1-2 0 0,2 1 1 15,0-1 4-15,-1 0 2 0,-1 1 3 0,1-2-4 16,0 1-1-16,1 0-4 0,2 2 1 0,-2-1-9 15,1 0-3-15,-1-1 2 0,-1-3 2 0,-1-1 9 16,-1 0-1-16,2 0 4 0,1 3-1 16,-1 1 3-16,1-2-1 0,-1 0-4 0,1-1-2 15,0 1 0-15,2-1 6 0,-1-1-2 0,1 0-2 16,2-1 6-16,-2 1-4 0,1-2 2 0,3 1-7 15,-1 0 3-15,-2-2 0 0,4 3-8 0,-4 0 3 16,2 0-2-16,-3 0 4 0,1 0 0 16,2-3-1-16,-2 3-3 0,1 0 0 0,2-1 2 15,-1 0 6-15,-2-2-3 0,1-1-3 0,-2 1 8 16,-1 0 1-16,3-1 1 0,-1 0-11 0,1 1 1 15,2-2 4-15,-1-2-8 0,1 2 6 0,-1 2-4 0,-1-1 2 16,0 1-3-16,-1 1 1 0,-1-1 7 16,0 0-2-16,-1 0 4 0,3 0-3 0,-1 2 1 15,1 1 3-15,-1 0-4 0,-6-1-2 0,3-2 4 0,-1 0 4 16,0 2-1-16,3-3-4 0,-2 1 4 0,3 2 0 15,-1-4-5-15,3 0-2 0,0-1 2 0,0-3-2 16,2 0 1-16,0 1 3 0,0-1-4 0,1 1 1 16,1 1 3-16,-1-1 1 0,-1 0-4 0,0-1-1 15,-1 0 5-15,-1 2-5 0,0-1 3 0,1 2-3 16,0 0 6-16,2-2-5 0,0 2-3 0,0-2 4 15,-1 1-5-15,-1-1-2 0,-1-1-2 0,0 0 2 16,4 1 5-16,-3-1-2 0,4 3-5 0,-1-2 8 16,-2 1-5-16,-1-1 6 0,-2-2-5 0,-1-1 9 15,1 1 2-15,1-4 0 0,0 3 0 0,1 0-4 16,-1 0 0-16,0 0-13 0,3-1 4 0,-3 1 2 0,2-3 3 15,0-2-1-15,0 0 1 0,1 0 10 0,-1-1-2 16,0 2-7-16,-1-1 3 0,-1 1 0 16,0 0-8-16,1 0-4 0,-2 1-2 0,1 0 9 0,-3 2-7 15,-1-2 3-15,0 2 9 0,1-1 5 0,-1 1-7 16,2-1-1-16,-1-1 1 0,-3 1-1 0,1-1 1 15,-2 0-3-15,1 2 11 0,2-3 3 0,-3 3-3 16,0-4-3-16,-1 1-3 0,0 1 3 0,-1-1-7 16,0 1-6-16,-2-3 6 0,-1-1 8 0,2 3-4 15,-4-1-2-15,-1-1-2 0,1 0 2 0,-4-1-2 16,1 0-4-16,0 1 2 0,-2 1 0 0,0 0 3 15,2 2-9-15,0-1 5 0,1 0 3 0,-2 0 7 16,-1 2-2-16,1-2-1 0,0 1 9 0,-1 0-13 16,1-1 3-16,0-2-8 0,-1 0 5 0,1 2 0 15,0-2-6-15,1 1 7 0,-3 0-4 0,1-2 3 16,1 2-7-16,-1 1 0 0,-1 2 5 0,2-1 1 0,-1-1 1 15,0-2-1-15,-2-2 9 0,1 2-7 0,0-4 6 16,1 0-1-16,-1 1 0 0,2 0-6 16,-2 1-3-16,0 1-4 0,-1 0 2 0,1-2-4 0,1-2-1 15,0 0 0-15,-1 0 5 0,2 3 8 0,-2 0-10 16,1 0 6-16,-2-1 1 0,-1 3 9 0,1 0 1 15,0 2-3-15,0-1 2 0,2 1-4 0,0 2-3 16,-2-2-9-16,2 0 1 0,1 0-1 0,-1 0 5 16,1 4 3-16,0 1-7 0,-1 1 5 0,1-2-1 15,0 1 0-15,1 1 1 0,-1-1-6 0,0 0 11 16,1 1-1-16,1 2-2 0,0 2 2 0,0-2-4 15,-3-1 1-15,2 3-12 0,-2-1 6 0,2-2-3 16,-1-2 2-16,2-3-1 0,-1 0 3 0,1 3 6 16,0-2-4-16,0 3-3 0,0-2 3 0,0 2-1 15,2-2 3-15,-1 2 1 0,-1 2-3 0,2 0 3 16,-1-3-5-16,0 3 1 0,0-3-1 0,2 0 5 0,0 1 7 15,-2-3-2-15,0 5-1 0,-1-1-3 0,0-1-2 16,1-2-2-16,0 0-6 0,2 1 6 16,-2 0-3-16,-1 1 8 0,0 0-5 0,0 1 4 0,0-2 0 15,0 0-1-15,-3 1 0 0,2-3-8 0,0-2 10 16,-1 3-6-16,2 2-1 0,0-3-1 0,-2 0 4 15,0 3 5-15,1-2 0 0,0 2 6 0,-1-1-6 0,0-1 5 16,1-2 5-16,-2 5 1 0,0-1-4 16,2-1-1-16,-3 2 9 0,1-2-3 0,2 1-1 0,-2 0-3 15,-1-3 2-15,2 0-5 0,-2 2 0 0,-2 0-2 16,-1 1-9-16,-2 0 8 0,0 1-2 0,1-3 1 0,2 0-5 15,-4 0-5-15,4 0 8 0,-1 1-4 0,-1 0-1 16,1 1 2-16,0-1 2 0,-1 1 1 0,-2 0 1 16,0 1-6-16,-1-2 1 0,-1 3 3 0,3 0 0 15,0 2-1-15,2-2 2 0,1 2 6 0,-1 1-3 16,0-2-7-16,-1-1-8 0,1 2 15 0,1-2-4 15,-2 3-4-15,1-1 3 0,2 1 2 0,-2 0 7 0,3-1-8 16,0 3-6-16,0-3 6 0,-1 5 7 16,2-2-2-16,-1 1 3 0,-1-2-3 0,1-1 0 15,0 0-1-15,1 1-5 0,0 3 4 0,0-3-5 0,0 3 9 16,1 0 5-16,-1 0-12 0,-1-1 3 0,0-2-2 15,0 0 0-15,0 2-3 0,-2 0-7 0,0-2 10 16,1 1-5-16,-3-1 0 0,1-3 2 0,2 1-3 16,0 2 6-16,1-1-6 0,0 1 7 0,-3 0 1 15,2 1-1-15,-1-1 3 0,0-1 1 0,1-1 2 16,-1 2-11-16,0-2 0 0,0 0 8 0,1-2-10 15,1 3-1-15,-1-1 7 0,1-2 4 0,1 0-7 16,0 1-2-16,-2 0 1 0,1 0 2 0,0-1 1 16,0 0-2-16,2-1 7 0,0 1 0 0,1 0 2 15,-2 0 0-15,1-3-9 0,0 2 3 0,2-1-3 16,-1-1-4-16,0 1 6 0,-1 1-4 0,0-1 3 15,1 1-1-15,-1-1-1 0,1 0 0 0,-1 1-4 0,2-2 5 16,-1 2-7-16,3-1 9 0,-1 0 0 16,2 1 0-16,-2-1-3 0,2 1-1 0,-2-2 10 15,-1-2-12-15,0 1 4 0,0 1 2 0,-1-1 6 0,-1 5-1 16,1-1-6-16,0-3 2 0,-2 0-1 0,1 0 6 15,0-1-7-15,1 0-8 0,-1 0-1 0,1 1 10 16,0 2-6-16,-2 0-2 0,1 0 8 0,-1-2 4 16,-1 2 6-16,-1-1-10 0,1-1 6 0,0 1-3 15,0-1 4-15,-3 5 3 0,0-4-11 0,0 4 2 16,0-3-9-16,2 1-4 0,-3 0 1 0,1 0-4 15,0 0 8-15,-3 2 2 0,0-2 3 0,-1 2 8 16,0 0 1-16,0 2-7 0,2-2-7 0,-3 1 1 16,1 1 8-16,1-3-14 0,-1 0 0 0,-1-1 15 15,2 2 4-15,-2 3-5 0,2 0-3 0,0 1 8 16,1 1-9-16,-1-4-5 0,-2 2 4 0,2-2 4 0,-2 0-7 15,0-1 1-15,1 0 4 0,-2 3 2 0,2 2-4 16,-1 0 1-16,0 0 6 0,-1 0-4 16,1 0-1-16,-1 0-2 0,1 0 2 0,-3 0-8 0,2 1 3 15,-2-1 2-15,1-1 3 0,0 1 0 0,3-3 2 16,0 3 2-16,-1-2-4 0,1 1 7 0,-2 0-5 15,2 0-5-15,1-1-1 0,2-1 2 0,0 2-11 16,1 0-19-16,2 1-5 0,-1 5-16 0,-2 0-51 16,-2 0-110-16,-2-5-52 0,3 0-17 0,1-3-8 15,1 0 9-15</inkml:trace>
  <inkml:trace contextRef="#ctx0" brushRef="#br0" timeOffset="21921.25">30839 2536 48 0,'-3'-5'205'15,"1"-1"11"-15,-1-2-36 0,-1 1-60 0,0 2-52 16,0-2-31-16,2 0-6 0,-2 0-6 0,1 2-10 16,-1 0-6-16,0 0-3 0,1 0 0 0,1 1-1 15,-2 0-5-15,1 0 4 0,-1 1-1 0,0-1 2 16,0 0 2-16,-1 1-4 0,-1-1-1 0,0 0 0 15,1 0 0-15,-1-1-6 0,1 3 2 0,1-1 0 0,0 0-5 16,-3 2 5-16,3 1 1 0,0-1 10 16,0-1-5-16,0 2 4 0,-1-2 6 0,-2 1-6 15,1 1-11-15,-1 0-5 0,0-1-1 0,1 0-1 0,-3 1 7 16,0 0 2-16,0-2 8 0,-1 1 3 0,0 0 0 15,1 0-7-15,-2-1-6 0,2 1-3 0,-2-1 2 16,0 2 2-16,1 0-1 0,-1 0 5 0,1 0-1 16,1-2 0-16,-1 2-2 0,1-3 2 0,1 3 0 15,-1-2-1-15,-2 1 5 0,2-1 1 0,-1 0-2 16,1 2-6-16,-1 0 4 0,0 0-4 0,1 0-11 15,-2 0 2-15,3-2 2 0,-1 2 9 0,-2 0-3 16,2-2 5-16,0 1 3 0,0 0 0 0,1 0-3 16,-2 0-10-16,0-1 8 0,0 1 5 0,0 1 0 15,-2-1-4-15,5 1-2 0,0 0 6 0,-1 1-7 16,-1 0-4-16,-4 1-2 0,1-1 2 0,-1 0 0 15,2 0 3-15,-1 2-2 0,0-1 5 0,0 1 3 0,-1-2 5 16,-1 2-6-16,1 0-8 0,3 1 1 16,-1 0-5-16,0-2 6 0,1 1-8 0,-1-2 11 15,0 2-4-15,1-3 6 0,-2 2 0 0,1 0-6 0,0 3 6 16,0-2 3-16,1 2 3 0,1-3-8 0,-3 1-1 15,1-1 3-15,1-1-3 0,-2 0-5 0,3 2 1 16,-1-1 7-16,0 1-3 0,-1 1-10 0,0 0 12 16,-2-2 2-16,1 2 3 0,-1 0-3 0,2-1 10 15,0 2 2-15,0-3-10 0,0 1-3 16,-1-1-4-16,3 1 0 0,-1 0-4 0,2 1-6 15,-1 0 8-15,1-1-4 0,0 0 2 0,-2-1 8 16,0 1 2-16,1-2 5 0,-2 2-4 0,2 1 1 16,0 0 6-16,-3 0-9 0,3 1-2 0,-1 0 1 15,1 2 2-15,0-2 3 0,-1-2-4 16,1 2-2-16,-2 0-1 0,3 0 0 0,0 1-2 15,-2 0 6-15,2-2-2 0,0 3 7 0,0-2 0 16,-1-2-1-16,-1 1-3 0,1 0-3 16,-2 1 4-16,2 0-10 0,0 0 6 0,-2 1 4 15,2-1 5-15,-1 3-2 0,0-2-2 0,1-1 0 16,-1 0-5-16,0 0-3 0,0 0-1 0,2 2-1 15,0-2 1-15,-1 2 5 0,1-2 2 0,-3 0 1 16,1-1 4-16,-1-1-7 0,2 2 4 16,-3 0-5-16,1 2 1 0,1-1 0 0,-2 0-8 15,1 0 14-15,2 1-10 0,-2-1 3 0,2 0-1 16,-1 0 5-16,0-1-2 0,1 0-5 0,-1 0 0 15,-2-1 2-15,3 1-2 0,0-1-2 16,-2 0 2-16,2-2-4 0,-1 0 7 0,0 4 3 16,1-4-2-16,-1 4-3 0,0 0 2 0,0-1 2 15,2 2-1-15,-2-2-7 0,0 0 8 16,1-1 4-16,-1 1-3 0,2 0 7 0,-2-2-4 15,2 2-3-15,-2 2-2 0,0-1-2 0,1 0 2 16,-3 0-3-16,1 1 1 0,1-1 2 16,-2 0 0-16,0-2 3 0,-1 2-4 0,3-1-2 15,1-2-4-15,-3 4 4 0,3-2-1 0,-2 1-2 16,-2 2-2-16,1-2 6 0,0 0 2 0,0 1-3 15,1-1 1-15,-1 2 1 0,0-1 1 0,2 0 3 16,-2 0-1-16,2 0-2 0,1-1 0 16,-1 0-4-16,0 2 4 0,1-2-5 0,-2 1 2 15,2-1 0-15,0 0-1 0,0-2 2 0,0 3-5 16,0-1 5-16,-1 0-1 0,2 1 5 15,0-1 1-15,1-1-2 0,-2 1 4 0,2-1-3 16,-1 2 0-16,0-2-10 0,-1 2-2 0,1 0 6 16,1-1 0-16,0 0-3 0,-2 0-1 15,1-1 8-15,0 2-7 0,-1-2 1 0,2-1 4 16,2 3 1-16,0-1 3 0,-1 1-2 0,1 1 7 15,-3-1-7-15,1 0-1 0,1 0-4 0,-1 0 4 16,-1 1-6-16,2 2 3 0,0-2 5 16,1-1-1-16,1 1 1 0,-3 0-10 0,2-1 8 15,0 3 1-15,1-1-2 0,0-1-3 0,-2 2 0 16,0-2 10-16,2 0 0 0,-2-1-3 0,4 3-4 15,-1 0 0-15,0-1 0 0,2 2 0 0,-2-2-6 16,-1 2 1-16,2-1 5 0,-3-2 2 16,2 2-2-16,0-2-2 0,1 3 2 0,0-2 0 15,1-1-1-15,-1 1 4 0,0 0 2 16,-2-1-4-16,1 3-1 0,2-2-2 0,-1 0-1 15,0 2-4-15,2-2 2 0,0 3 0 0,-1-2 4 16,1 1 5-16,-2 0 0 0,1 0 2 16,0 1-8-16,-1-1 4 0,2 1-1 0,2-1-1 15,-2-1 1-15,1-2-3 0,-1 1 3 0,0 0 0 16,1 0 0-16,1-2-1 0,1 1-6 0,0-1 5 15,0 0 3-15,-1 0-6 0,1-2 2 0,1 1 7 16,0 1-3-16,0-2-1 0,0-1-3 16,1 2 5-16,-1-1-3 0,-1 0-7 0,0 0 5 15,-1-1 2-15,2 2 1 0,0-2-4 0,0 2 2 16,2-2 1-16,-4 1 1 0,2 1 0 0,0 0-3 15,0 0 4-15,2 0-2 0,-1-1-1 16,0 0-1-16,-1 0 1 0,0 0 1 0,0 0 4 16,2-1 2-16,-1 1 1 0,-1 0-4 0,0-1-3 15,-2 2 6-15,1-4-6 0,0 3-3 16,1-3-5-16,0 3 7 0,0-1-2 0,0-1 0 15,1 2-1-15,-1-1 4 0,0 0 1 0,0 0-2 16,1-1 2-16,-1 2-1 0,0-2 1 16,1 0-2-16,-1 3 1 0,0-2 4 0,1 1 0 15,-1-3-3-15,0 4-3 0,-2-5 4 0,2 2-2 16,1 1-6-16,1-3 5 0,-1 2 1 0,0 1 4 15,2 0-2-15,0-1 0 0,-1 1 5 0,0 0-6 16,-1 1-1-16,0 0-1 0,2 2 1 16,-2-3 0-16,5 2-8 0,-2-2 3 0,-1 2 2 15,0-2 2-15,-6 1-1 0,2 2 4 0,0-1 6 16,-1 0-7-16,0 0 1 0,-1 0-4 15,2 0 3-15,0 1-2 0,-1-2-4 0,2 3 4 16,0 0-5-16,0-3 3 0,0 2-1 0,0-2 1 16,0 2 1-16,1 0 2 0,2-1 0 15,-2 0-2-15,-1 0 1 0,0 1-1 0,0-3 2 16,-1 3-1-16,0-1 6 0,-1 1-2 0,2-2-5 15,-1 2 2-15,-1-1 2 0,1 2-3 0,0-2-4 16,-1 0 3-16,3 0-1 0,-3 1 2 16,1-1-3-16,0-1 3 0,-1 0 2 0,3 0 3 15,-2 1 0-15,5-1-9 0,0-1 5 0,0 2-2 16,0 0 0-16,-4-1-4 0,0 2 6 0,1-1 1 15,1 0-3-15,0 1 2 0,1 1 0 16,1 0 2-16,-1 0-7 0,0 0 2 0,0 2 2 16,0-2 2-16,-1 1-4 0,1-2 3 0,2 1 2 15,-1 1 2-15,0 0-4 0,3 1 0 16,-3 0 4-16,-1-1-4 0,-1-1 5 0,1 2 1 15,-2-3-2-15,2 0 1 0,-1-1-3 0,3 1-3 16,0 0 2-16,-3 0-1 0,1 0 3 16,-2 0-4-16,2 2-2 0,-2-3 8 0,-1 1-3 15,0-2-2-15,0-2 1 0,0 1 1 0,2 0 7 16,0-2-4-16,-1 1-3 0,1 0 3 0,0 0-5 15,1 2 1-15,1 0-4 0,-1-1 1 0,-1 1 2 16,1 0-2-16,1-3 5 0,-1 1-2 16,1-1-1-16,0 1 1 0,-1-1-1 0,0 2-1 15,0 0-1-15,0 0 2 0,2 1 2 0,-1-2-7 16,0 1 6-16,0 0 3 0,1-1-2 0,-1 2-2 15,0-2 0-15,1 2 2 0,-2-1-5 16,1 1-1-16,-1-2 2 0,-1 1 3 0,2 1-1 16,-3 0 0-16,2-1 0 0,-2 0 8 0,1 0-2 15,2 1-6-15,-3 0 2 0,0 1 3 16,-1 0-1-16,0-1-5 0,0 0 0 0,3 0-3 15,-2-1 4-15,1 0-1 0,-1 0 0 0,-1-1 1 16,0-1 4-16,1 2 2 0,-1 1-10 16,0 0 3-16,0 0 4 0,0 0 1 0,-1-3-4 15,-1 0 1-15,4 1 7 0,-2-2-5 0,0 1-4 16,0 1-2-16,0 1 0 0,-2-1-1 0,2 1 1 15,0-1 4-15,1-1-5 0,-1 0 4 0,0 1 0 16,1-3 2-16,0 1-3 0,2 2 1 16,-1 0 1-16,-1-1-7 0,1 1 3 0,-1-1-1 15,3 1 12-15,1 0-8 0,1 1 3 0,-2-2-1 16,1-1 1-16,-1 2 3 0,0 0-11 15,1-1 2-15,2-1 1 0,-2 1 4 0,1-2-2 16,0 0-2-16,-1 1-4 0,2-1 6 0,1 0-9 16,-1-1 2-16,-1-1 3 0,2 1 0 15,0 0 7-15,1 1-5 0,-1-1 10 0,3 1-7 16,-4-2-2-16,-1 1 1 0,2 0-2 0,-1-1 2 15,1-1-3-15,1 1 3 0,-1 0 1 0,1 1 1 16,-1 1-5-16,0 0-2 0,1 0 5 16,0-2-4-16,1 1-2 0,-2 0-1 0,1-2 5 15,-1 3 7-15,0-3-5 0,0 2 4 0,-1-2 4 16,1 0-1-16,-2 1-3 0,1-1-4 0,2 1 3 15,-1-1-2-15,3-2-3 0,-3 2 3 0,0-1 4 16,1-1-2-16,-2 0-3 0,0 1 3 0,0-2-3 16,0 2 0-16,1 0 0 0,-3 0-2 0,1-2 1 15,0 1-11-15,-1 0 12 0,2-1 0 0,0 2 1 16,-1 0 6-16,1 0-6 0,1-1 15 0,-1 0-10 15,-1 0 0-15,1-1-5 0,-2 1-5 0,2 0 4 16,1-1-3-16,-2 2 1 0,1-2 0 16,1 1 2-16,-1 0 4 0,2-2-4 0,-2 1 4 15,-1-1-1-15,2 2-1 0,-1-1-1 0,0 1-1 16,-1 0 1-16,-1-2-1 0,1-1-2 0,0 1 2 15,1 0-1-15,0-1 1 0,0 1 0 0,-1-1 1 16,-1 1-1-16,2-1-6 0,-2 2 0 0,2-2 7 16,-1 0 1-16,0 1-2 0,-1-6-3 0,1 0 4 15,-2 1 4-15,2-2-9 0,0 10 1 0,-2-2-1 16,0-1 8-16,0 2 1 0,2-2-4 15,-2 0 0-15,0-3-4 0,1 2 5 0,-1-1-2 16,0 0 0-16,0 1-1 0,1-3 7 0,-1 1 2 16,-1 1-4-16,-1-2 2 0,4 1-2 0,-4 0-1 15,1 1-3-15,0 0 0 0,3-2 2 0,1-3-3 16,0 2 5-16,2-3 2 0,-3-1-4 0,2 2-1 15,-1 1 6-15,0-1-3 0,0-1 1 0,0 1-2 16,0-3 2-16,1 0-2 0,-2 2-5 16,2-2 6-16,-1 3 0 0,0-1-1 0,0-2 4 15,0 2-1-15,-1-2-2 0,-1 3-1 0,-1-1-2 16,-2 0 0-16,1 0-4 0,0-1 0 0,-2 2 2 15,-1-1 0-15,0-1 6 0,-1-1 3 0,-1 2-5 16,2-1 1-16,0 1 0 0,1 0-1 0,-2-3-6 16,0 3-2-16,0-2 6 0,-1-1 0 0,1 1-3 15,1-1 2-15,-1 2-2 0,-1 0 2 0,2-1-1 16,1 1 1-16,-1-2 4 0,0 1-6 0,-1 0 1 15,0 0-2-15,1-1-3 0,0 0 5 0,4 1-4 16,-2 0 6-16,0-1 0 0,0-1-2 16,0 0 5-16,0 3-6 0,-2-8 4 0,-1 3-4 15,0 0 2-15,-2-2 5 0,0 5-7 0,-1 1 7 16,0-2-3-16,0-1 1 0,-1 1-4 0,-2-2-6 15,1 0 2-15,-3 0 2 0,0 0-3 0,0-2 1 16,0 2 2-16,1-1 5 0,0 0 0 0,0 1-3 16,0-1-4-16,-1-3 1 0,1 4 1 0,-1-2-1 15,3 0-3-15,-1 2 1 0,0-1 3 0,2 0 0 16,0 2-2-16,1 0-1 0,0 1 2 0,-2 0 4 15,1-1 3-15,-2 1-2 0,1-1-1 0,-2 0-6 16,1 1 2-16,-1 0-3 0,-1 3-6 16,0-3 7-16,-2 1-4 0,-1 3 3 0,0-1-1 15,-1 1 2-15,-3-2 8 0,0 2-7 0,-2 3 8 16,-1 1-3-16,0-1 6 0,-2 4-2 0,0-1 2 15,0 2 3-15,-1 2-4 0,-1 0-2 0,-2 2-1 0,0 0-4 16,2 1-6-16,1-1-2 0,-1 0 2 16,2 1-4-16,-1 0-6 0,2-1-18 0,1-2-105 0,0-1-54 15,-1-1-28-15,1-1-11 0</inkml:trace>
  <inkml:trace contextRef="#ctx0" brushRef="#br0" timeOffset="41310.36">28770 3309 11 0,'-12'12'153'16,"2"0"2"-16,-1 0-1 0,-1 2-13 0,1-1-22 15,1 2-25-15,-2 0-32 0,1 0-21 0,-2 0-16 16,2-1-11-16,-1-1-7 0,-1 3-10 0,1 0 5 16,0 0-2-16,2 1 7 0,-1-1-2 15,-1-1 3-15,1 0 0 0,2 0-3 0,0-1 0 16,1-1-8-16,0 1 4 0,0 1-5 0,-1-3 4 15,1 2 0-15,-1-1-3 0,0-1 3 16,3 1 1-16,-1-2-1 0,0 1 0 0,2 2-2 16,-2-1 4-16,1 0-1 0,-1 2-2 0,0-3 1 15,1 2-1-15,-1-1-4 0,2-1 2 16,-1 3 1-16,2-1-2 0,-1-2 0 0,-1 2 4 15,0-1 4-15,1 0-4 0,0-1-4 0,-1 2 1 16,1 1-4-16,-2 0 1 0,2 1-1 0,0-3 0 16,-1 3 5-16,1-2 1 0,0 1 5 0,1 2-3 15,-1-2-4-15,-1 1 1 0,1 1 1 16,-1-1-3-16,1 0-3 0,1 2 0 0,0 0 3 15,0-1 4-15,2 0-6 0,-2 1 0 0,0 1 5 16,-1-1-1-16,0-1 3 0,1-1-5 16,0 0 3-16,2-2 2 0,-1 1-2 0,0 2-1 15,1-1 3-15,-1 1 3 0,-1-1 1 0,3 0-1 16,-2 0 1-16,2 1 1 0,0-2 0 15,-2 2 0-15,0-2 0 0,0 3-4 0,-1-1-2 16,0-1 0-16,0 1-2 0,2-1-3 0,-2-1 4 16,1 0 4-16,1 0 1 0,-2 1-4 0,0 0 4 15,-2 0-1-15,1-1-3 0,1 0 5 16,-1 0 4-16,1 1-5 0,0 0 0 0,0-2 1 15,1 3-2-15,-1-2-9 0,1 1-3 0,2-1 6 16,-2 0 0-16,0-1 1 0,0-1-3 0,0 1 10 16,0 0 3-16,1 1-3 0,-2 0-5 15,-2-1-1-15,1 1 5 0,0 1-3 0,1-1-1 16,1 0 2-16,1-1 1 0,-1 1 0 0,0 2-1 15,1-1-5-15,-3 1 7 0,1-2-4 16,-1 2 2-16,1 0-4 0,2 0 1 0,-1 1 0 16,0 1-6-16,1-1-1 0,-1-1 5 0,0 0 0 15,2 1 1-15,1 0 9 0,0-2-1 16,0-1-1-16,0 0-6 0,0 1 3 0,0-1-4 15,0 0-5-15,0 0 4 0,1-1 1 0,1 2 2 16,-1-1 2-16,0 0 2 0,1 2-3 0,0-2 1 16,0-2 2-16,0 1-1 0,0 1-4 0,0 0 1 15,1 0 1-15,0 0-2 0,0 1-1 16,-1-1-2-16,-1 2 6 0,0-2-2 0,1 1-6 15,-1-1 5-15,1-3 4 0,-1 5-1 0,2-5-6 16,-1 3 6-16,1 0 1 0,0-1-4 16,-1 1-4-16,1-2-7 0,2 1 6 0,-1-2 1 15,-1 2 3-15,1-2 1 0,-2 0-3 0,1 0 10 16,0 0-4-16,0-2 0 0,-1 2-2 15,1-2 1-15,1-1 0 0,0 1-2 0,0 0 1 16,0 1-4-16,1 0 2 0,-1 1 0 0,0-1 2 16,1-1 2-16,-1 0-1 0,0-1 2 0,-1 1 2 15,1-2-3-15,0 1-7 0,1 1 2 16,2-1 3-16,-2 1 0 0,-1 0-2 0,0 0-4 15,0-1 9-15,-1 3 2 0,1-3-5 0,2-1-1 16,-2 2 1-16,0-2 2 0,0 2-2 0,0 0-4 16,2 0 5-16,0 0 3 0,0-1-4 0,-1-1 2 15,0 2-1-15,1-2 0 0,-1 2-2 16,1 0-1-16,-2 1 2 0,2 1 1 0,-1-2 1 15,2-1 3-15,1 1 2 0,-3-1 0 0,0 0-3 16,1 2 0-16,-1-2 2 0,0 1 2 16,2 0-6-16,-2-1 1 0,2 1-3 0,0 0 6 15,0-1-3-15,-1 1-6 0,-2-2 3 0,1 1 4 16,1-1 0-16,-1-1-1 0,3 1 5 15,-2-1 1-15,2 1-2 0,0-2-3 0,2 0 0 16,-4 0-3-16,1 1 0 0,0-1 4 0,0 1 1 16,1 1-1-16,1-1-1 0,-1 1 2 0,1-1-4 15,-1 1-3-15,-2-1 0 0,1 0 2 16,2 1 3-16,-1-1-1 0,0-2 0 0,1 2 0 15,-1 0 2-15,2-2-5 0,-1 2 5 0,2-2 0 16,-2 2-2-16,1-2 2 0,1 0-2 0,1 0 5 16,1 0-5-16,0 0-7 0,-1 2 5 15,1-2 0-15,-1 4 1 0,1-4-5 0,-1 2 1 16,2 1 5-16,0 1-1 0,1 0 1 0,-1 2-3 15,0 1 7-15,0-2-5 0,-1-1 2 16,1-2-2-16,-2 1 0 0,1-1 2 0,-1 0-1 16,0 1 1-16,1-1-1 0,-2 0 2 0,1-1-3 15,-2 1-5-15,1-3 2 0,1 1 2 16,-1-1-6-16,-1-1 3 0,2 2 3 0,-1-3 5 15,0 1 2-15,-1-1-4 0,-1 0 4 0,2 1-3 16,1 0-5-16,0-4 0 0,1-1-5 0,-1 0 1 16,3 2 1-16,-2 4 2 0,0-3 3 0,2-1-2 15,-4 0 1-15,2-1 0 0,-1-1 0 16,2 2-3-16,0 0-2 0,-2 0 3 0,2 0 1 15,0-2 0-15,0 1 0 0,1 0 0 0,-1-2 1 16,0 0 1-16,0 2-3 0,0 0-1 16,0-1 3-16,0 1-1 0,-1-1 0 0,0 0 0 15,-1 1 0-15,0-1 3 0,-1 2-8 0,-1 0 3 16,2 0 0-16,-1 0 0 0,1-2 3 15,-3 1-2-15,0 0 1 0,1 0-5 0,0-2 2 16,0 1 2-16,0-2-4 0,2 4 0 0,0-2 4 16,1 2 1-16,-1 0 1 0,3-1-6 0,0 0 5 15,2 0-5-15,-1-1 5 0,2 0-4 16,0-1 0-16,-1 0 1 0,0 1-3 0,2-1-1 15,1-2-1-15,-1 1 2 0,2-1 1 0,0 0 3 16,-1 1 2-16,1-2 3 0,0 4-1 0,2-4 1 16,0 2 5-16,1-1-1 0,-2-1-1 0,1-1 1 15,-3-1-3-15,0 3 1 0,-1-1-4 16,0 1 1-16,0-1-2 0,-2 1 3 0,3 0 2 15,0-1 0-15,-1-1 0 0,0-1 0 0,1-2 1 16,-2 2-1-16,0 1-1 0,0 0-4 0,0 1-3 16,1 0 2-16,-3-1 0 0,1 2 1 0,-2-3 2 15,0 1 1-15,-1 2 4 0,0-2 0 0,1 1-2 16,-2 0-4-16,3-1-1 0,0 1 1 0,-4 1-1 15,0-1-5-15,1 1 2 0,-2 1 4 0,2-2 1 16,-1 2-3-16,-1-1 0 0,-1 0 5 0,-2 0-1 16,0 0 0-16,1 1-5 0,0-1-1 0,-1 0-3 15,0 0 1-15,1-1-1 0,-1 1-1 16,0 0 7-16,-1-1 3 0,0-1 6 0,-1 2-8 15,-1-2 1-15,2-1-2 0,0-1-1 0,0 2 1 16,1 1-1-16,0-1 1 0,0-1-1 0,3 1 0 16,-2-2 1-16,2 0 0 0,1-1-3 0,-3 0 2 15,2-1 0-15,1 0 4 0,-2 0-5 0,2 0-1 16,-1 0-3-16,0-1 4 0,3-1 1 0,0-1-5 15,1-1-4-15,0 1 5 0,1-1 5 0,-1-2 7 16,-1 0-3-16,1 2 0 0,1-1 10 0,-2 1-3 16,1-1-6-16,-3 1-7 0,0-1 0 0,0 0 3 15,-1 1-2-15,2 0 1 0,-3 0 0 16,0 0 4-16,0 0 1 0,-2 1 0 0,2 0 0 15,0 1 0-15,-2-1 1 0,0-1-3 0,-1 3 2 16,-1-2-1-16,0 1 1 0,-1-1-2 0,0 2-2 16,1-2 1-16,-1-1-1 0,0 0-2 0,-1 0-1 15,0 0 2-15,0 0 1 0,2 0-1 0,-1 0-6 16,1-1 4-16,1 1 2 0,0-2 1 0,0 1 1 15,-1 0-1-15,2 0 4 0,-1-1 3 0,0 0-7 16,-1 0-1-16,3-1 1 0,-2 0 1 0,1 1 3 16,0-1-7-16,0-1 1 0,0 0 1 0,-1 0-1 15,-2 1-1-15,1-1-1 0,0 1 3 16,-1 0-1-16,2 1 1 0,-2 0-3 0,2 0 1 15,-1-1-2-15,1-1 2 0,-2-2-1 0,1 2-3 16,-2 0 5-16,0 1 3 0,0 4 2 0,-2 0-1 16,1 2 8-16,-2-1 3 0,1 1-1 0,-2 0-3 15,0 0-1-15,1-3-6 0,0-3-4 0,2-2-6 16,0-1-1-16,-1-2-5 0,1 1 2 15,-2 1 7-15,2-1-3 0,-2 2 3 0,0 1-4 16,1 0 8-16,-1 0-5 0,0 0-1 0,1 1 2 16,-1 0 1-16,1 2 3 0,0 0-2 0,1 1 1 15,0-2-3-15,-1 0 2 0,1-1 2 0,0 2-3 16,2 2 0-16,-3-1 2 0,2 3 1 0,-1-1 3 15,0-1-2-15,-1 1-3 0,0 0 0 0,-1 0-1 16,-1-1 1-16,0 1-3 0,0 0 1 0,0 1 0 16,0 2 1-16,-1 0-2 0,-1 0 1 0,2 1-5 15,-1-3 3-15,0 0 4 0,-1 2 1 16,0-2 3-16,-1 1-7 0,0 0 5 0,-1 1-1 15,-1-1-3-15,0 3-1 0,0-2 1 0,-1-2 5 16,1 1 3-16,1 0 0 0,-1 0-1 0,1-1 1 16,-2 1-3-16,2-1 2 0,0 1 0 0,-1-2-1 15,-1 1 3-15,-1 2 1 0,0-3 1 0,0 1 0 16,1-2-6-16,-2 0 2 0,1 0-2 0,0 2-3 15,1-1 2-15,-2 1-1 0,1 0 4 0,1-1-4 16,0 0 1-16,1 1 5 0,-2-2-3 0,1 1 2 16,-1 1-1-16,0-1 3 0,0 2 2 0,0 0-6 15,0 0 3-15,0 0 3 0,1 0-5 16,-2-2-2-16,1 0 3 0,1-2 3 0,-1 2-5 15,-1-1 1-15,0 2-1 0,0-3-2 0,0 2-6 16,0 0 2-16,1-1 0 0,1 2-2 0,0-2 3 16,-1 2 5-16,0 1 8 0,0-1-4 0,-1-2 2 15,-1-1-1-15,1 0 2 0,0 1-5 0,0 1-8 16,-1 4 1-16,1-1-1 0,0 0 2 0,0 1 2 15,-1-1 0-15,1-1 1 0,-1 1 1 0,0 0 5 16,1 0-5-16,-1 1-2 0,0-4-5 0,-2 4 3 16,2-1 1-16,1 1 1 0,-1 1 0 0,-1 1 1 15,1-1 3-15,-2-1 2 0,2 0 0 16,0 1-9-16,-3-2 0 0,1 3 2 0,-1 0 2 15,0-1-5-15,0-1-1 0,0-1-1 0,0 2 3 16,-1 0 3-16,-2 0-6 0,2 1 4 0,-1-1 2 16,0 2-1-16,0-2 0 0,0 0 0 0,0 1 2 15,-1 0-1-15,-1 0 3 0,1 0 5 0,0 2-5 16,0-2-1-16,-1 1-2 0,1 0-1 0,0-1-3 15,1-1 1-15,0 0-2 0,0 1 3 0,0 3-1 16,-1 0 0-16,-1 0 1 0,3 1 0 0,-2-3 4 16,-1 1-6-16,0 1 6 0,0-3-3 0,-1 3-1 15,1-3-3-15,-1 0-2 0,1 2 5 16,-1 0 0-16,-1 0 1 0,-2 0-2 0,2 2 1 15,0-1 5-15,1-1-4 0,1 2-4 0,0-1 5 16,2 0 5-16,-2 1-2 0,2-2-5 0,0-1 2 16,1 2 4-16,-2 0-2 0,3 2-9 0,0 1-1 15,-1-2 3-15,2 2 6 0,-1-2-5 0,3 1 1 16,-1 0 6-16,-1-1 5 0,1 1 0 0,1-1-7 15,-1 0-2-15,0 1-4 0,-1-3-3 0,0 2 2 16,-1-1-4-16,1 1 0 0,-2 0 10 16,1-1 8-16,0 0-2 0,1 1-2 0,0-1 0 15,1 0-2-15,2 1-2 0,0 1-2 0,1 0 2 16,-2-2-4-16,1 1-3 0,0-1 6 15,-1 1-3-15,2-1 0 0,0 0 4 0,1 3 7 16,-1 0-3-16,-1-1 4 0,0 2-3 0,0-1 2 16,-2-1-9-16,-1 0-2 0,0-3 5 0,-1 2 2 15,2 0-7-15,-1-1 4 0,1 1 2 16,0-1-3-16,1 0-1 0,-3 1-1 0,0 0 4 15,-3-2-1-15,3 1 7 0,0 1 1 0,-1-4-1 16,2 4 3-16,-3 2-4 0,2 1-2 0,0 0-6 16,-1 1 0-16,1 1 0 0,0-1-6 15,1 1 4-15,-1-1 2 0,-2 0-2 0,0 2 4 16,-3-3 1-16,4 2 3 0,-1-2 3 0,1 0 0 15,0 0 1-15,-1 1-5 0,0-1 1 16,2 0-1-16,0 0 2 0,-1-1-5 0,1-1 2 16,-3-2 0-16,0 0 2 0,0 1-3 0,0 0-4 15,-1 0 3-15,1-1-5 0,1 1 6 16,0-2-5-16,-1 3 4 0,1-2 1 0,0 2-3 15,0 0 5-15,2-1-4 0,-4 2 2 0,3-1-6 16,-3 2 0-16,3 2 3 0,0 0-1 0,-1 2 1 16,1-1-3-16,2 2 6 0,1 1-1 0,-2-1 6 15,0 2-3-15,-1-1 0 0,1 1 6 16,0 3-3-16,0 1 1 0,1 2-9 0,2-1-3 15,-3 1 2-15,2 3-8 0,1 0 1 0,-3 0 3 16,2 2 2-16,-1-1-2 0,-1 1-5 0,3 3-8 16,-3 0-59-16,3 0-98 0,-4-3-51 15,0-2-23-15,1-2-8 0</inkml:trace>
  <inkml:trace contextRef="#ctx0" brushRef="#br0" timeOffset="65981.77">28706 3993 60 0,'3'-1'217'0,"-2"0"-9"0,-1 0-29 0,-4-2-48 15,2-3-53-15,-2 0-36 0,3 1-14 0,-2-1-10 16,0 6-5-16,1-2-7 0,-1 0 0 0,0-1-2 15,1 2-2-15,0 0 1 0,1-1 5 16,0-1-4-16,-1 1 7 0,-1-3-1 0,-2 3-8 16,3-4-1-16,-2 1-4 0,0 0 5 0,1 0-8 15,-1-1 0-15,1-2 5 0,-1 1 3 16,2 0 3-16,-2 0-3 0,1 2 4 0,1 0 2 15,-1 0 1-15,0 1-8 0,0-3-1 0,1 0 0 16,-1 1 0-16,0-3-3 0,1-1-4 16,0 1 11-16,0 2-5 0,-2 3 6 0,1 0-1 15,1 1 5-15,0-2 1 0,0-2-8 0,-1 2-1 16,0-2-2-16,0 1-6 0,1 0 4 0,-1-2 1 15,0 2 0-15,1-1 2 0,1 1 2 16,-1-1 5-16,5 0-4 0,1 0-2 0,-3 1 7 16,0 2-4-16,-3-1-4 0,-2 2-2 0,1-3-1 15,2 1 3-15,0 0-5 0,-1 0 4 0,0 2-7 16,0-1 3-16,1-2 3 0,0 2-1 0,-1-1-2 15,0 0 2-15,-1 3 12 0,0-3-6 16,2 3 1-16,1-1-5 0,0-1 11 0,0-2-4 16,-1 3 0-16,1-2-1 0,-2 1-3 15,1 0 2-15,-1 1-5 0,0 0-5 0,1-3-1 16,1-1 4-16,-3 1 0 0,2 0 0 0,-1 5 4 15,1-1 3-15,1-1-4 0,0 1 4 16,0-3 1-16,-1 0 1 0,-1 2-8 0,1-1 2 16,0 0 1-16,-1 0-1 0,1-1-3 0,0-1-3 15,1 0 4-15,-2 1 1 0,1 0-1 0,0 1-2 16,-1-2-1-16,1 1 3 0,0-1 3 0,-1 2-1 15,0-1 5-15,2-2-5 0,-1 0 1 16,-1 1 4-16,1 0-2 0,0 0 4 0,-1-1-6 16,1 0 2-16,1 1-1 0,0-2-4 0,0 0 0 15,0-2-8-15,0 2 8 0,-1 1 1 0,-1-2 0 16,1 0 6-16,-2 1-4 0,0 0 4 15,1 0 0-15,-2 0-5 0,0-2-1 0,0 2-2 16,1-1 4-16,1 0-4 0,-2 1-4 0,0 0 7 16,1 0-4-16,0 0 0 0,1-1-1 15,-2 1 3-15,-2-2 1 0,2 2-4 0,0 0 9 16,0 2-2-16,0-1-10 0,0 0 3 0,0-1 0 15,-1-1-4-15,0 2 7 0,1-1 2 16,0 1 9-16,0-1-3 0,-2 0-2 0,2-2 4 16,-1 2-9-16,0-1-5 0,0-1-1 0,-1 3 5 15,0-1 1-15,-2 0 1 0,2 1-5 0,1-1-1 16,0 2 6-16,-1 1-8 0,0 0 7 0,1 1-2 15,-1-3 2-15,2 2 9 0,0-1-4 16,0-1-2-16,0 0-6 0,-2 2 4 0,0-2 6 16,1 2-8-16,0-1-4 0,-1 3 11 0,0-2-2 15,2 0-4-15,1 0-2 0,-1 0-1 16,0 3 5-16,0 1-2 0,-1-1-2 0,2-1 5 15,-2-1-5-15,1 1 3 0,0-1 0 0,1 0-3 16,0 1 5-16,-1 0-5 0,0 2 6 16,-2-2 0-16,1-1-4 0,-1 0-4 0,2 1-1 15,0-2 2-15,-1 2 2 0,-2-2-4 0,2 3 1 16,0-1 1-16,-1 0 0 0,1-2-3 0,0 3-1 15,-3-4 13-15,2 2-4 0,1 2 1 16,0-3 6-16,1 3-1 0,0-4-1 0,-1 2-7 16,-1 1 0-16,2-1 0 0,-1 0-7 0,-2 0 3 15,-1-1-1-15,2 0 4 0,-2 1-3 0,1 0-6 16,-1-1 5-16,3-1-1 0,-2-1 4 0,0 1-3 15,-1-1 9-15,-2 1 2 0,2 1-1 16,-2 0 3-16,-1-1-11 0,-1 0 4 0,-3 0-5 16,2-2 1-16,1 2 0 0,-1-1-8 15,2 2 12-15,-1 0-7 0,3-1 7 0,1 3 3 16,-2-1-2-16,4 0 4 0,0 0-3 0,1 1 11 15,1 1-17-15,0-1 4 0,0-1 4 16,0-1-4-16,0 4 1 0,0-3-1 0,0 1 10 16,0 1-10-16,1-2-3 0,1 2-2 0,-1-1 1 15,-1 1 1-15,0 1-2 0,0-1 5 0,2 1 5 16,-1-1 2-16,0 2-4 0,1-2-6 0,-1-1 8 15,-1 1-3-15,1 1-7 0,-2 1-4 16,0 0 2-16,-1-1 10 0,2 0-6 0,-1-2 3 16,1 2-6-16,-1-1 8 0,1 1 1 0,-2 1-5 15,2 0-3-15,-1-2 3 0,0 2 9 0,0-3 0 16,-2-1 0-16,2-1-6 0,-1 2 3 15,1-1-2-15,1 0 3 0,-1 3-5 0,1 1-5 16,0-3 3-16,-2 1 2 0,1 2 0 0,1 0-4 16,0-1 6-16,0 0 7 0,2 0-7 15,-3-4 3-15,3 3-9 0,-1 0 0 0,0-1 2 16,-1 4-4-16,-1-1 7 0,-1-1-4 0,2 0 7 15,0-2-1-15,0 1 1 0,1 2 2 16,0 0-2-16,0 0-4 0,1 0-1 0,-1-1 3 16,1-1 0-16,-1 1-2 0,0-1-2 0,-1 2 2 15,0 0 3-15,0-2-4 0,0-1-5 0,0 1-2 16,-2 0 6-16,0 1 2 0,1 1-5 0,0 1 4 15,-1 0-6-15,1-1 7 0,0 0 0 16,0 0 3-16,1 0 2 0,-1 0-3 0,3 0 3 16,-1-1 2-16,0 0-2 0,1 1-3 0,-3-2-1 15,2 1 0-15,0 0 7 0,1-1-11 16,2 2 2-16,-2-1 1 0,0 0 4 0,-2 0-4 15,-2 0-7-15,2 2 9 0,-1-1-5 0,1 0-1 16,-1 0 4-16,-1 0 2 0,2 1 6 16,-1-1 0-16,0 0-1 0,2-1 1 0,-1 0-9 15,0-1 2-15,-1 1-11 0,-1 1 0 0,1 0 4 16,0 1 7-16,1 1-1 0,0-1-6 0,1-1 8 15,1-1 3-15,-2 1-8 0,1-2 0 16,-1 2 3-16,-3-1 8 0,2 0-8 0,0-1 0 16,1 2-1-16,0 0-1 0,1 0 0 0,0-1 2 15,0 0 3-15,0 0-3 0,-1-1 0 0,0-1 1 16,0 3-1-16,0 0 0 0,0 0 0 15,0 0-3-15,0 0 6 0,1 0-2 0,1 0-1 16,-1 0-5-16,-1 0 2 0,0-1 11 0,0 2-6 16,0-1-2-16,0 3 0 0,-1-1 0 15,2 0-1-15,2-1-7 0,-1-1 4 0,1 0 4 16,-2-1 0-16,-1 0 0 0,0 1 3 0,0 1-19 15,-1 0 16-15,1 1 0 0,0-2-1 16,1 0 7-16,1 1-7 0,-1 0 22 0,0 2-17 16,1-1-2-16,-1 2-1 0,0-1-6 0,1-1 2 15,-2-1 5-15,0 1 2 0,0-2 0 0,0 0 3 16,0 3 2-16,-2-3 0 0,0 2-10 0,2 1-3 15,-1 0 1-15,1-1-3 0,0 1-2 16,-2-1 3-16,2 0 6 0,-1-4-1 0,1 2-11 16,0-1 8-16,1 1 2 0,-1 7 1 0,2-1 0 15,-2-2-5-15,0 0 8 0,0 0-3 0,0 0 4 16,1-1 0-16,1-1 0 0,-1 0 5 15,-1 1-2-15,0-1 0 0,-2 1-4 0,0 0-1 16,2 1 0-16,0-1-1 0,0 1 6 0,0-1-7 16,0-1-3-16,0 1 4 0,-1 0-4 15,-1-2 3-15,1 0-4 0,1 1 2 0,-1 0-1 16,-1 1-6-16,-1 1 4 0,0 2-3 0,3-4 3 15,-2 3 4-15,1-1 5 0,0 0 4 16,0 0 0-16,1-1 6 0,0 1-10 0,0 0-2 16,-2-1 0-16,1 1 2 0,-2-1-4 0,2-1-6 15,0-1 9-15,-1 1 1 0,1 1-3 0,0-3-1 16,0 2 0-16,-1 1 0 0,1 0 1 0,-2 2 1 15,2-1-3-15,-2 0-4 0,1 1 3 16,-1-2 7-16,0 1-9 0,-1-1 2 0,3 3 4 16,-2-2 2-16,1-1-6 0,-1 2 2 0,-1 1 0 15,1 1 1-15,1-2-7 0,0-2 7 16,0-1 4-16,2 3-4 0,-1 0 5 0,1 0-6 15,0-1 8-15,0 1-3 0,-1-3-2 0,0 1-9 16,1 0 0-16,0 2 8 0,-1-1-3 16,1 1-4-16,0 0 3 0,0 0 5 0,-1 0 4 15,1 0-8-15,0-1 4 0,0 1 0 0,0 1-3 16,-2-1 3-16,0 2-4 0,-2-1 3 0,3-1-4 15,-1 0-3-15,1 2 0 0,1-4 5 16,-1 1-3-16,2 0 3 0,0 0 4 0,-1 1 2 16,0-1 1-16,-1-1-2 0,1 2 1 0,0-3-4 15,-1 4-5-15,1-1 2 0,0 2-1 0,0-1-6 16,0-1 7-16,-2 2-3 0,0-2 4 0,2-2 0 15,0 0-1-15,0 1 4 0,-1 1-2 16,-1 1 1-16,1 0-2 0,0-1 3 0,1 2-5 16,0-1 3-16,0 1-3 0,0 0 2 0,-2-1-8 15,2 0 4-15,-1 1 3 0,1-2 3 16,0 2 2-16,0-1-3 0,0 1 8 0,0 1-3 15,0 0-1-15,0-3-6 0,2 2-2 16,-1 0 3-16,0-2-1 0,1 2 0 0,-1 3 0 16,0-2 6-16,0 1-2 0,1 0-3 0,-2 0-2 15,-1-1 5-15,2 2 1 0,-1-2-8 0,1-1 7 16,1-2 9-16,-1 2-4 0,2 2-11 0,-2 1-1 15,0 2 2-15,2-1-5 0,-2-1-2 16,1-2 7-16,-2 2 9 0,1-2-5 0,0 3 5 16,-1-1 0-16,0-2-8 0,0 2 1 0,0 0-2 15,2 1 2-15,-1-1-3 0,-1-1 3 0,2 1 4 16,-1-1-4-16,0 2-1 0,0-2-2 15,-1 1-1-15,0 0-1 0,0 1-2 0,-1 1 4 16,1-2-3-16,2 0 7 0,-2-3-3 0,0 0-1 16,0 3-2-16,-2-2 2 0,2 6 5 15,-2-2-9-15,0 0 5 0,2-1-2 0,2-1 6 16,-1 0-2-16,0 1-3 0,1-1 8 0,-1 1-3 15,-1-2 6-15,0 2-3 0,0-2-6 16,0 1 0-16,1 0-7 0,1-1 5 0,-2 2-4 16,1-1 2-16,0 0 2 0,2 0 4 0,-1 0 6 15,-1-1-3-15,2 2-6 0,-2-1 6 0,0 1-4 16,2-2 1-16,-2 2-3 0,6 0-5 0,-2-1 4 15,1-1-10-15,-1 2 4 0,-5 0-1 16,5 1 7-16,-1-1 4 0,0 0-1 0,0 0 8 16,-5-2-1-16,1 3-1 0,0 0-6 0,1 0-3 15,2 0 1-15,-2 2 4 0,2-2-2 16,0-1 1-16,1 0-1 0,-2-1-1 0,2-2 0 15,0 2-5-15,0 0 1 0,2 1 4 0,-2 1 1 16,1-1 0-16,0 0-8 0,-1-1 4 16,3 0 0-16,-3 0-3 0,0 1 4 0,0-1-1 15,0 0 11-15,0 2 6 0,0-3-9 0,0-1-3 16,0 3 4-16,0-1 0 0,0-1-6 0,-3 2-14 15,3 0 12-15,0-3-3 0,0 2-7 16,3-2 0-16,-2 1 7 0,0 1 8 0,2-1-2 16,0 3 1-16,1 0 2 0,-1 0 2 0,-2-1-3 15,-1 0-1-15,1 1 2 0,1 0-1 0,-1-1 3 16,0 0 2-16,1 1-1 0,-1-1-4 0,0 2-4 15,1-1 2-15,0 1-3 0,-1 1 4 16,-1-2 0-16,0 3 4 0,0-1 6 0,0-2-6 16,0 0 3-16,0 1-7 0,0-2 2 0,2 2-1 15,-2-2-2-15,1-1 4 0,0-2-1 16,1 3 0-16,-1-1-3 0,-1 0 5 0,0 2-3 15,0 0 1-15,1-2 1 0,1 3 4 0,0-1-1 16,1 2-5-16,1-3-13 0,2 2 9 0,0-1 0 16,-1 0-5-16,1 0 5 0,-1-2-1 15,0 0 10-15,-1 1-7 0,3-3 3 0,-3 2 0 16,1-1 1-16,2 2 7 0,-2 0-1 15,3-1-2-15,-3 0 0 0,1 1 1 0,-1-1-6 16,1 2-8-16,1-2 5 0,0-2 2 0,0 1-2 16,-1 0 1-16,1 0 5 0,0-1 0 0,-1 0-14 15,1 1 3-15,-2-1 0 0,3-1-1 0,-3 0 0 16,2-2 5-16,-1 2 11 0,-1-2-4 15,0 2 2-15,2 1-7 0,1-2 4 0,0 0-2 16,2 0-5-16,-2 0 1 0,0-1 1 0,0 3 0 16,1-2-2-16,1 1-1 0,-1-2 6 15,3 2-2-15,0-1 0 0,-1 1 6 0,1-1-2 16,-2-1 1-16,2 1-1 0,0-2 1 0,0 0-4 15,1 0-5-15,-1-1 1 0,0 1 1 0,-1-1 1 16,-2-1-6-16,2 1 6 0,-2 1 1 0,1 0 4 16,-1-1-2-16,1 0 0 0,-2 1-2 15,1-1-4-15,1 0 3 0,-2 1-1 0,1-1 1 16,2 1-4-16,-2 1 8 0,1-2 0 15,0 2-3-15,1-3 1 0,0 1 2 0,0 0-2 16,0-2 0-16,0 2 6 0,1-1-1 0,-2 0-7 16,1 1-1-16,4 0 3 0,-2-2-6 0,3 2-3 15,-3-2 0-15,-1 2 2 0,-3 0 4 16,2-5-2-16,-1 2 2 0,0 0-1 0,1 0 4 15,-1 3-2-15,1-1 0 0,0 0 0 0,-1 1 6 16,-1-1-6-16,1 1-3 0,0 1 0 16,0 0 3-16,-1 0-3 0,0-1-5 0,0 0 4 15,1 0 5-15,-1-1 4 0,2 1-1 0,-2 0 3 16,3-2 0-16,-3 2-3 0,-1 0-3 0,1-1-3 15,-1 1-5-15,2 0 0 0,-1 1 3 0,2 0 5 16,-2-1 1-16,0 1 2 0,2-1 2 0,-2-2-8 16,1 0-1-16,1 0-1 0,0-1 1 15,0 2-4-15,1-2 3 0,-2 3 4 0,2-1-2 16,-1 0 2-16,0 1-4 0,0-1 2 15,0 1 1-15,0-1-2 0,1 1 7 0,-3-3-5 16,1 2 3-16,0-1-1 0,-1 1-5 0,2-2 9 16,2 0-4-16,-2 0 2 0,1-2-1 15,-3 1-2-15,0 1 0 0,2-2-7 0,-2 2 2 16,2 0 1-16,1 0-2 0,0 0 3 0,0 0 4 15,1 0 2-15,-1-3-2 0,1 1 0 0,-2-1-5 16,-2 2 3-16,3 0-2 0,0 1-1 0,0 0 0 16,3 0-2-16,-3-2 6 0,1 1-7 15,0 1 6-15,2 0 4 0,0 0-4 0,-1 0 6 16,1 0 0-16,-1-2 4 0,0 2-6 0,3-2-1 15,-2 2 5-15,2-3-4 0,-2 3 2 0,-1 0-4 16,-1 0 2-16,2 0-3 0,-3-2 1 16,0 1-2-16,1 0 4 0,-1 1 4 0,0 0 1 15,0-1-4-15,-1-1-7 0,1 1 2 0,-2 0-7 16,1-2 1-16,0 1 1 0,-1-2 6 15,0 0 7-15,-1 2 1 0,0 0 1 0,1-1-3 16,0 1-2-16,1-1-1 0,-2-1-5 0,3-2 0 16,-3 0 1-16,1 1 6 0,1 0-1 15,0-2-4-15,0 2 2 0,1-1 4 0,-2 0-2 16,1 0-3-16,0 0 0 0,-1-2 0 0,2-1 10 15,-1 2-8-15,0-1 0 0,0 6 5 16,0-3-2-16,0 0 2 0,1-2-8 0,-2 0-1 0,2-1-1 16,-1-1-2-16,0 1-1 0,0-1 2 15,0-1 1-15,0 0 3 0,1 1 2 0,-2 1-3 16,1-3 3-16,2 1-4 0,-2 1 0 0,2-2 2 15,-1 1-3-15,0 1 0 0,1-1 1 16,-1 0 4-16,0 0 2 0,-1-4-4 0,1 2 1 16,1 0-4-16,1 0-3 0,0-1-3 0,-1 1 0 15,2-2 4-15,-2 2 1 0,2 0 6 16,-2-2 1-16,2 2 4 0,-3-2 2 0,0 1-7 15,1-2-3-15,-1-2 0 0,0 0-1 0,-2-1-2 16,1 0-6-16,1-3 5 0,-1 1 1 0,-1-2 2 16,2 0 2-16,-2-1-2 0,-2-1 1 15,-1-1-2-15,0-1-6 0,0-1-1 0,0 0-3 16,-1-2 0-16,3-1 4 0,-2-1 0 15,0 0 8-15,0 0-2 0,-1 0-2 0,-1 1 6 0,1 1 5 16,-1-2 3-16,-1 1-3 0,-1-4 2 16,-2 1 3-16,-1-1-1 0,-1 3-11 0,-1-3-1 15,0 2 4-15,-2 2-2 0,0-1 1 0,-3 2 0 16,0 0 1-16,-1 1 0 0,0 1-3 15,0 2-3-15,-2 1-3 0,-1 3-14 0,-1 2-36 16,-2-4-105-16,-4 4-53 0,-6 1-25 0,-4 3-13 16</inkml:trace>
  <inkml:trace contextRef="#ctx0" brushRef="#br0" timeOffset="78970.5">26605 4750 167 0,'-2'-1'192'0,"1"0"-29"0,-1-2-55 16,1-1-42-16,0 0-37 0,1 1-11 0,-2-1-7 15,1 0-5-15,0 2 14 0,-5-1-1 0,2 0-1 16,0 2-2-16,-1-2-3 0,1-1 5 15,2 0-9-15,-1 1-1 0,2-1-2 0,-1-2 2 16,1 1-10-16,0 2-5 0,-1-2-7 0,-1 1 15 16,1 1-2-16,-1 0 0 0,0 0 8 15,0 0 0-15,0-2 8 0,0 1-11 0,1-1 1 16,-1-2-4-16,-1 1-6 0,0 0-2 0,0 0 9 15,0 4-4-15,-1-4 4 0,1 2 2 16,0 0 6-16,1 0-8 0,0-1-3 0,1 0 2 16,-2 0 0-16,0 1 3 0,-3 0-8 0,2-2 2 15,-1 1 3-15,0-1-2 0,0-1-1 0,0 2-4 16,-1-2 6-16,2 2 0 0,-2-1-1 0,6-1-4 15,-2 2 4-15,0-2 3 0,-3 0-3 16,-3 2 2-16,-1-2-5 0,0 2 8 0,2-2-7 16,0 0-3-16,0 3 13 0,-3-2-7 0,3 1 1 15,0 1 2-15,-1 0 1 0,1 0-4 16,-1 1-6-16,-4-2 3 0,-1 2 0 0,1-3-8 15,-4-1 3-15,-1 1 5 0,2-1 5 0,-1 1-1 16,1 1 2-16,0-2-1 0,1 2 1 16,-3-1-3-16,-1 1-6 0,-1 0 2 0,1-2-3 15,2 4 7-15,2-1-2 0,1 0 6 0,-2 2-2 16,2-2 1-16,-3-1 9 0,0 2-2 0,0 2-7 15,4 1-3-15,-2 0-1 0,2-3 2 16,0 1-1-16,1-2 2 0,-3 2 1 0,3-1-1 16,-1 3-1-16,-2-3 4 0,3 1-5 0,1 0-4 15,0 1 9-15,1 2 0 0,0-1 2 0,-1 0-5 16,0-1 5-16,0 1 3 0,0 0-7 0,-1 0-1 15,3 0 7-15,-1 0-1 0,1-2-7 16,0 1-4-16,0 1 5 0,-1 1-3 0,1 4-5 16,0 0 1-16,1-1 8 0,-3 1 4 15,2 0-5-15,1-4-1 0,0 1-1 0,-1-1 4 16,2-1-4-16,0 3 3 0,2 0 0 0,-2 2-1 15,1-1 3-15,-1 0-5 0,0-2-4 16,1 2 1-16,-2-1 0 0,2 0 5 0,2 1-7 16,-1 0 0-16,-2-1 5 0,-2 1-3 0,1 2 1 15,0-1 1-15,-1 0 4 0,1 1 0 0,1-3-4 16,-1 0 0-16,-1 2 5 0,0 0 0 0,-1 1 2 15,2 1 0-15,-1 1 3 0,0-1-5 16,-1 1 2-16,-1-3-6 0,0 2 1 0,0 0-1 16,-1 0 0-16,3-2 2 0,0 2-2 0,-2-2 1 15,3 1-4-15,-1 2 3 0,-2-1 2 0,2 1 0 16,-1-1-1-16,-1-2 4 0,0 2-1 15,0 0 4-15,-1-1-9 0,3 0 1 0,0 0 1 16,-2 2-1-16,0 0 3 0,-2 0-6 0,3-1 14 16,-1 0-3-16,-2-2-8 0,1 1-2 15,-1 0 1-15,1 2 3 0,1-1-6 0,-1 2 3 16,0-2 8-16,-1 1-1 0,1 1 2 0,-2-1-3 15,1 2-5-15,1-2 6 0,0-2-10 16,2 2 5-16,-1 1 5 0,-2-1-2 0,1 1 3 16,-1 0-4-16,-1-1-4 0,2 2 3 0,-1-2-6 15,1-1 1-15,-1 0 0 0,2 0 1 0,0 2 12 16,-2 0-4-16,1 0-4 0,-1-2 1 0,1 1-3 15,0 0 4-15,-3 2-5 0,2-1 2 16,-2 1 0-16,3-1-7 0,-2-2-1 0,0 1-1 16,0-1 7-16,-1 1-4 0,1 0 1 0,0 1-3 15,-1 0 7-15,0-1-1 0,-1 2-4 16,1-2 5-16,2 0 3 0,-2 0 3 0,2 2 3 15,-1-2-2-15,0-1-3 0,0 1-2 0,0 0-2 16,1-1 4-16,1 2-5 0,1 0-4 16,0-1 0-16,1 0 0 0,1 2 1 0,-2-2-2 15,2 0 4-15,-2 0 9 0,1-1 3 0,2 1-3 16,-2-1-5-16,1-2 0 0,1 0-2 0,0 2-6 15,1 0-5-15,0 3 3 0,0 1 3 16,0 0 5-16,-1 0-2 0,-1-1-3 0,1-1 4 16,0 2 1-16,0 1 1 0,-1 0-6 0,-1 0 5 15,2 0 7-15,1 0-2 0,-1 0-4 0,-1 3 0 16,1-1-1-16,-1-1-3 0,1 1-2 15,0 0 3-15,-2-1-2 0,2 1-3 0,-2 0 5 16,2-1-1-16,-1 1-3 0,1 1-2 0,3-1 6 16,-2-2 0-16,-1 3-3 0,2 0 3 15,-1-4 1-15,-1 0 2 0,-1 1-1 0,-2 2-2 16,0 3 2-16,0 0-2 0,1-2-4 0,5 1 2 15,-1-1-5-15,1 0 7 0,1 0-2 16,-1 0-1-16,0 2 5 0,-2-2-3 0,0 0 0 16,-1-2 3-16,2 1 0 0,2 1-1 0,0-2 1 15,0 2 2-15,0-1-5 0,-1 1-10 0,-1-1 6 16,2 1 0-16,0 0 0 0,0 1-2 0,0 1 10 15,-1-1 7-15,2-3-5 0,2 0-5 16,0 0 0-16,-1 1 9 0,0 0-9 0,-1-1-4 16,2 2 6-16,-1 0 7 0,4 0-1 0,-1 2-18 15,2-3 3-15,-1 0 7 0,1 0-2 0,-2-1-1 16,2 1-5-16,1 0 8 0,0 1 10 15,2-2-8-15,0 4 0 0,1-2 3 0,0 0 2 16,0 3 3-16,2-2-8 0,1 0 8 0,0 1 0 16,-2-1 0-16,2 1 4 0,0 0-5 15,-1 1 3-15,2 0-6 0,2-1-3 0,-1 1 0 16,3-2 4-16,-2 1 1 0,2 0-1 0,-2-2 3 15,2 2 1-15,-2-2-5 0,0 0-4 16,2 0 8-16,-2 0 1 0,2-1-6 0,-2-1 2 16,3-1-7-16,-1 2 5 0,1-1-1 0,-2 1 2 15,2 0 7-15,0-1-3 0,1 1 9 0,0 0-5 16,1-1-4-16,-1 1-6 0,1-2 0 0,0 1 1 15,1-2-1-15,1-1 3 0,0 2-2 16,-2 0 2-16,3-2-2 0,2 0-3 0,-2 1 0 16,2-1 3-16,-1 0 5 0,0-2-10 0,-2 2-1 15,1-2 2-15,-1 0 8 0,-1-1-7 16,0 1 0-16,3-1 8 0,-2 0 1 0,2 0-2 15,1-2 0-15,1 2-4 0,-2 1-4 0,1-1 5 16,-2 0-1-16,1-3 2 0,-1 2-5 16,0-1 2-16,3-1-1 0,-1 2-3 0,0-2 4 15,3 1-3-15,-1 1-1 0,-1-2 2 0,-2 0 5 16,2 0 1-16,0 1-2 0,1-1 0 0,1 0-1 15,-1-1 0-15,0 0-5 0,0-1-3 16,-1 0 1-16,0 0-1 0,-1-1 7 0,1-1-2 16,0-1 1-16,1-1 1 0,0 0 2 0,2 0 1 15,-3-1-6-15,1 1 1 0,0 0 8 0,-1-1-4 16,0 0-4-16,-1-1-2 0,1 1-1 15,-1-2-1-15,1 0-10 0,-1 0 1 0,1-1-1 16,0 2 5-16,0-3 1 0,-1 0 1 0,0 2 5 16,1-2 2-16,0-1 7 0,1-2 0 15,2-1 2-15,0 1-1 0,2-2 2 0,-1-2-3 16,-2 0-3-16,1 0-2 0,-1 1 2 0,1-2-1 15,-2 1-1-15,-1 1 5 0,0-3-5 16,0 1 1-16,-2-2-2 0,1 3 1 0,-2-1-3 16,1-2-3-16,-1 0 2 0,0 1-4 0,3-4 1 15,1 1 5-15,-1 2 3 0,3-1-1 0,-5 2 1 16,1-1-9-16,-2 0 5 0,-6-2-1 0,2-1-2 15,-1 3-2-15,1-2 3 0,-1 1 11 16,0 0-11-16,-1-1-3 0,1-1 2 0,0-2 4 16,-2 0 0-16,2-2 1 0,-1 0-1 0,-2 2 1 15,2-1-6-15,-2 0 2 0,3-3 3 0,0 0-4 16,3 0 10-16,-1-1 1 0,1-1 3 15,1 0-2-15,-1 1-2 0,0 1 2 0,0 0 0 16,-2 0-1-16,0-1-6 0,-1 2 0 16,-1 0 3-16,-2 0-5 0,0 2 0 0,-2-2-4 15,1-1 8-15,-1 2 3 0,-1-1-5 0,1-1-1 16,-2 2 2-16,1-1 7 0,-1-2-5 0,-4 2-1 15,1 0-1-15,-4 0-1 0,0 0-2 16,0-1 1-16,0 0-1 0,-2-1 0 0,0 3 2 16,0-2-2-16,0 0-1 0,-2 0 3 0,2-2 1 15,-2 1-1-15,-1-2 1 0,2 1-2 0,-2 1 1 16,1 0-4-16,1-1 2 0,-2 1-4 0,-2 0-2 15,1 0 8-15,0 0-3 0,0 1-1 16,-1-1-4-16,0 2 7 0,-3-1-1 0,1 0-4 16,-1 1 5-16,0 1-4 0,-1 0 5 0,0 0-1 15,-1 0-4-15,0 0 1 0,-2 2-1 16,0 0 4-16,-3 3-1 0,0-1-1 0,-2 0 4 15,0 0-2-15,-3 0-3 0,-1-2 1 0,1 1-3 16,-2 0-2-16,0 0 3 0,-1 1 1 16,2-1 3-16,-3 1 1 0,2-1-2 0,-1 1-7 15,2-1-6-15,-1 0 2 0,1 3 9 0,1 3-5 16,0-1 6-16,-1 4 16 0,1 0-4 0,-1 3-3 15,0 1-7-15,-2 3 0 0,2 3-1 16,-3 2-9-16,-3 2 3 0,-1 5 0 0,-1 5-5 16,-3 3-2-16,-1 6-10 0,0 4-3 0,-2 2-12 15,-1 5-106-15,3-2-54 0,-3-1-25 0,2 0-9 16,1-5-2-16</inkml:trace>
  <inkml:trace contextRef="#ctx0" brushRef="#br0" timeOffset="85081.86">25492 4065 98 0,'-5'-34'160'0,"-3"-4"-6"0,1 1-13 16,-1 1-21-16,0 0-28 0,-1 3-28 0,1 0-25 15,0 0-21-15,-2 2-10 0,0 0-1 16,-1-2 0-16,0 0-5 0,0 1 9 0,0-1-1 15,-2 1-3-15,1-1-2 0,-2-1 2 0,1 0 3 16,-1-1-9-16,1 0 2 0,-1-1 5 0,0 2-4 16,0-3 2-16,-2 3 0 0,2-1-6 15,-2 5 4-15,1-1-4 0,-1 3 0 0,2-1-5 16,-2 1-2-16,1 3 9 0,-1 2-2 0,1 0 1 15,-2 2 1-15,1 1 0 0,-1-1-5 16,-1 1 1-16,0 4-4 0,-2-2 3 0,-1 3-1 0,1 1 3 16,-3 2 6-16,2 1-4 0,1 4 3 15,-2 1-2-15,0 1 4 0,2 4-3 0,-1 1-5 16,-1 1-2-16,-1 2 3 0,2 1 7 0,-2 1 0 15,2 1-6-15,1 1 0 0,-1 2 2 0,0 1-2 16,2-1-4-16,-1 1-3 0,0 2 3 16,1-1 4-16,-1 0-3 0,1-1 2 0,1 0 4 15,2 0-3-15,2-2 5 0,-1 0-5 16,2 2 0-16,-2 1-2 0,3 0-6 0,0 0 7 15,-1 2-6-15,2 1 7 0,0 1-3 0,1-1 4 16,1 3 1-16,1 1-2 0,-1 0-2 0,1 2 1 16,1 2 6-16,-1 4-4 0,1 1-2 15,1 4 2-15,0 1 2 0,1-1-3 0,0 3 0 16,-2 2 0-16,3 0 4 0,0 1 2 0,1 1-2 15,1-1 0-15,0 2-4 0,1-1 0 0,1 3 0 16,0-1-1-16,1 0-3 0,2 0-7 16,0 1 0-16,-1-1 4 0,2 2-1 0,0 0 2 15,3 0 2-15,-2 2 5 0,1-2 1 0,0 0-2 16,2 3-4-16,1-2 1 0,1 0 3 0,1 2 5 15,2-1 0-15,0 1 0 0,2-2 2 16,-1 1 0-16,2 0 1 0,-1-1-2 0,2 0 4 16,-1-2-5-16,3-2 9 0,-2-1 1 0,2-2-1 15,-1-1-4-15,1-2-6 0,2-2 1 16,2-1-5-16,0-3 0 0,2 1 1 0,0-1 1 15,3 0 4-15,1 0 1 0,1-2 1 0,4-2-9 16,0 2 0-16,1-2 4 0,0-1 2 0,0 1 2 16,1-1-6-16,1-3 7 0,1 2 0 15,0-4-2-15,-2 1 0 0,0-3-1 0,-2-3 1 16,0-2-3-16,-1-2-2 0,0-3-3 0,-1-3 1 15,1-1-2-15,-1-2 4 0,1-2-1 0,0-3 1 16,1 0-5-16,-1-3 1 0,0-1 1 16,-1-1-1-16,1-3 1 0,-1-1-4 0,0-1 6 15,0-3 2-15,0-2-2 0,1-2-8 0,0-3 3 16,0-1 4-16,1-2 1 0,-1-4-2 15,-1-2-1-15,1-6 8 0,-1-1-2 0,0-3-4 16,-2-1-6-16,-2-3 3 0,-1-1-2 0,-2-1-2 16,-1-2 1-16,-4-2 8 0,-3 0 4 15,-4 1 5-15,-1-2 2 0,-4 1-1 0,-2 1-9 16,-4 1 2-16,-2-1 4 0,-1 0-3 0,-3 0 0 15,-3 2 2-15,-3 0 1 0,-1-1-4 0,-1 0-5 16,-1 2-8-16,-1-1 3 0,-1 3-5 0,-3 0 5 16,0-3 1-16,-1 3 1 0,0 0 3 15,-2-3-3-15,-4 3 3 0,-1 0 0 0,-1 0-4 16,-4-3 2-16,-2 3 3 0,0-3-5 0,-2 6 5 15,1 1 3-15,-1 1-2 0,-1 0 2 16,-1 3-4-16,-3 3 0 0,2-1-2 0,-1 2-5 16,-2 1 8-16,1 2-5 0,0 3 3 0,-1 2 12 15,0 2-2-15,0 4-3 0,-2 3-5 16,2 3-4-16,1 5-2 0,2 4-12 0,2 1-6 15,1 5-27-15,2-1-96 0,-2 3-48 0,1 3-25 16,-1 6-13-16</inkml:trace>
  <inkml:trace contextRef="#ctx0" brushRef="#br0" timeOffset="86764.96">24000 2285 167 0,'-3'-15'207'16,"-1"-1"-17"-16,2-2-66 0,-1 0-57 0,0 1-29 15,1-3-19-15,-1 1-7 0,2 0-9 0,-1 2 10 16,2-8-6-16,2 1-2 0,-1 2 3 0,0-1-7 16,2 5 2-16,0-3-7 0,1 1 3 0,3-4 3 15,0-1 3-15,0-3 5 0,1-1 0 0,1 0 1 16,-1-4 1-16,2-1-5 0,1-1 0 0,1-5 0 15,2-1 2-15,2-1-3 0,0-2-2 0,2 2-1 16,3-1-2-16,1-4 3 0,3-2-9 16,4-2 6-16,3 0 1 0,3 0 7 0,2 0-4 15,-1 2-8-15,1 2 2 0,0 1-4 0,1 5 2 16,0 0 1-16,-2 4 7 0,-2 1 1 0,2 4-1 15,-1 2 2-15,-1 3-8 0,-1 5-13 0,-1-1-5 16,0 5-4-16,-1 0 3 0,1 3-1 0,-2 2 7 16,1 2 8-16,-1 2 2 0,1 0 9 0,1 1 1 15,0-2 0-15,0 2 1 0,0 0-9 0,-1 2-1 16,1 0-2-16,0 3-3 0,1 1-5 0,-1-1 4 15,0 0 4-15,-1 2 5 0,-2 1 3 0,0 3-4 0,1 1 1 16,-3-1 3-16,1 1-2 0,0 0-6 0,0 2-9 16,1-1 12-16,-1 2 6 0,0 0-9 15,1 0-1-15,-1 0 4 0,1-1 8 0,1 1 0 16,-4 1 0-16,2-1-2 0,-1 2 3 0,1 1 6 15,0 0 1-15,-1 1-7 0,1 2-1 0,-1-2 1 16,-1 2 6-16,-1 3-5 0,-2 0-1 0,0 2-1 16,-2-2 0-16,-1 2 4 0,0 2-2 0,0 2 0 15,-1 1-5-15,-1 2 1 0,-2 4 8 0,-1-1-4 16,-3 2-1-16,1 0-3 0,-2 0 5 0,-1 0-2 15,1 0-6-15,-2 0 1 0,-1 0-2 0,0-1 7 16,-1 1-3-16,-2 0 0 0,-1 1 0 0,-1 2-3 16,0 0 0-16,-2 1-3 0,-1-1 4 15,0-2 0-15,0 3 0 0,0-2 3 0,0 1 0 16,0 0-5-16,-1-2-8 0,-1 0 8 0,1-3 0 15,-2-1-2-15,-1-1 5 0,-1-1-2 0,-2 0 4 16,-2-1-5-16,0 0-10 0,-1-2 7 0,-2 3-6 16,0 0 7-16,-2 0-1 0,0 0-5 0,1 0 10 15,-1-2-11-15,0 1 0 0,-2 0 2 0,0-2 1 16,-2 2 4-16,-1-3-1 0,0 1 3 0,-2 2-2 15,-1-1-7-15,-3 0 9 0,0 1 1 0,0-2-6 16,0 0 5-16,0 0 3 0,1 0 2 16,1 1-5-16,1 2-2 0,0-3 7 0,0 2 2 15,2-2-2-15,-1-3 3 0,0 3-2 0,0-2 0 16,0 2-3-16,0-1-5 0,0-1 2 0,1 0 0 15,0 0 3-15,1 0 3 0,-1 0 0 0,-1 1 0 16,1-4 1-16,-1 1-6 0,0-3 0 16,-1 0 0-16,0-1 1 0,0-1 3 0,0 1-1 15,2-2 2-15,-3 2-1 0,-1-3-5 0,1-2 4 16,0-1 0-16,-1-1 6 0,1 0-7 15,0 0 1-15,-2 0 2 0,-2-2-2 0,-7-2-1 16,-1-1 0-16,-1-4 3 0,0-1-6 0,0 2 2 16,0-2-2-16,-2 0 4 0,0 1-8 15,1-1 6-15,-2-2 3 0,1-1-5 0,2 0-2 16,0 0-5-16,2-2 4 0,2 0-1 0,1-4 1 15,2 0 4-15,2 0-1 0,4-2 0 0,2-1-6 16,3-1 2-16,2-2-5 0,4-2-5 0,4-3-1 16,3-4-4-16,3-2 2 0,4 0-6 15,0-1-7-15,1 0-101 0,0-2-51 0,-1 1-24 16,2-1-13-16</inkml:trace>
  <inkml:trace contextRef="#ctx0" brushRef="#br0" timeOffset="88463.05">23943 2309 96 0,'-16'-7'203'0,"0"1"1"0,-3 0-60 16,0 0-58-16,-2-1-37 0,0 0-11 0,-1-1-18 15,0 1-7-15,0-1-8 0,-1 3 2 0,1-1 7 16,-1 0-6-16,-1 3 0 0,0 1 3 0,0 1-2 16,0 2-4-16,2 1-5 0,-2 1 0 15,-1 1 9-15,-2 1-4 0,-1 0 3 0,-2-3-3 16,-2 2-2-16,0 1-3 0,-1 1-7 0,-1 6 3 15,2 0 2-15,0 0-4 0,-1 0 3 0,1-2 5 16,-1 3 3-16,0 0-4 0,-3 1-2 0,0 1 5 16,0 0-1-16,0 5-2 0,2 2 0 15,-1 0 2-15,0 4 0 0,-4 1 5 0,2 2-6 16,1 4 1-16,0-1 2 0,8 2 0 0,0-1 0 15,0 2-4-15,2 1 1 0,-1 3 4 0,1 1 5 16,-1 2-7-16,1 2-3 0,0 1 2 0,-1-1-2 16,2 2-2-16,0 3 3 0,1 0 1 15,0 3 2-15,2-2-3 0,-2 1 0 0,0 1 1 16,0-1-12-16,1-1 9 0,1 0 0 0,-1-1 1 15,2-1 1-15,2 1 1 0,-1-3-4 0,3 0-4 16,-2 0-4-16,1 0 2 0,3 2-5 16,-1-2 0-16,3 2 3 0,1-2 2 0,0 3-6 15,1-1 1-15,5 3 5 0,1 0 5 16,2 4 8-16,3-1-2 0,3 3 8 0,3 0 2 15,2 0 1-15,4 4-4 0,4 0-6 0,0 3 3 16,4 1 14-16,1 2-3 0,2-2-3 0,3 2 1 16,4-1-5-16,2-1-1 0,1-2-12 15,5-5 1-15,1-3 2 0,2-3-1 0,4-6 8 16,2-5-2-16,3-5 0 0,2-4 5 0,0-6-5 15,4-4 3-15,2-5-3 0,2-3 1 0,1-4 1 16,1-7-8-16,1-3 1 0,1-3-2 0,0-7-1 16,0-4-1-16,0-5-2 0,1-4 4 15,1-7-1-15,0-5-1 0,3-6-5 0,4-5-4 16,0-5 2-16,2-4 4 0,-2 1 0 0,-3-3 1 15,1 0 6-15,-6-1 6 0,-3 4-5 16,-3-2-2-16,-4 0-1 0,-4 1 4 0,-2-2-2 16,-3-5-2-16,-4 1 2 0,-4-3 2 0,-2 3 2 15,-6 0 0-15,-5-1 1 0,-4 1 2 16,-8 0 1-16,-1 0-2 0,-7 1-2 0,-3 2 1 15,-5-3 1-15,-6 0-1 0,-7-3-4 0,-5-4-3 16,-6 0 1-16,-5-3-5 0,-5-1-7 0,-6 2-1 16,-6 2 2-16,-5 0 1 0,-5 3-5 15,-3 3 2-15,-2 3 1 0,0 2 5 0,2 6 3 16,1 4-2-16,4 4 6 0,4 4 0 0,5 5 5 15,4 3-6-15,5 3-4 0,6 4-7 0,4 3-19 16,0 2-71-16,1 0-81 0,0 0-38 16,1 1-20-16,6 3-3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9-02T00:24:46.7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10295 10737 69 0,'-8'-15'217'0,"-2"1"10"0,1-1-39 16,1 1-70-16,2 4-57 0,-1 1-31 15,1 1-31-15,0-1-66 0,-1 4-80 0,1-2-42 16,0 2-21-16,-1 2-11 0</inkml:trace>
  <inkml:trace contextRef="#ctx0" brushRef="#br0" timeOffset="420.02">9919 10418 210 0,'-4'-15'225'0,"-9"1"-8"0,3 1-76 0,2 4-62 16,-1-1-36-16,12 3-15 0,-2 3-7 0,0 1-3 16,2 3 1-16,-2 5 0 0,1 7 1 15,0 3-2-15,1 6-1 0,1 6 0 0,1 6-2 16,1 4-1-16,0 6-6 0,1 1 0 0,1 6-4 15,0 1 4-15,2 3-2 0,1-3-5 16,0 0 1-16,-1-1 3 0,0-3-2 0,-2-6-1 16,-2-5 0-16,2-4 1 0,-3-6 1 0,0-5 1 15,-3-1 5-15,1-5-5 0,0-5-6 0,-1-1-1 16,0-2-6-16,-1-5-8 0,1-4-11 0,-4-5-10 15,-1-8-39-15,-1-4-91 0,-1-6-45 16,-3-2-20-16,-3-4-8 0</inkml:trace>
  <inkml:trace contextRef="#ctx0" brushRef="#br0" timeOffset="639.03">9987 10336 150 0,'17'-1'230'15,"-1"2"6"-15,0 6-64 0,-2 3-74 16,2 4-39-16,-2 3-13 0,-4 2-17 0,-1 5-2 15,-4-1 9-15,-4 1-8 0,-1 2-7 16,-3 1-12-16,-2 4 0 0,-6 4-4 0,-1 0-20 16,-2 4 8-16,-1-3 3 0,-1 1 2 0,1-1 0 15,1-2 0-15,1-5 2 0,-1 0-4 0,1 0-8 16,2-6-16-16,1-4-57 0,3-5-84 0,0-5-44 15,2-3-23-15,0-6-4 0</inkml:trace>
  <inkml:trace contextRef="#ctx0" brushRef="#br0" timeOffset="1074.06">10186 10701 136 0,'4'2'229'0,"-1"4"9"16,1-1-48-16,0-1-88 0,1 1-47 0,2 1-27 15,0 1-4-15,0 1-10 0,1-2-4 0,0 0 4 16,3-3-1-16,-2-2-1 0,0-1-1 16,3-2 1-16,-1-2 1 0,1-1-4 0,-2-2-3 15,0-5-1-15,0 3 0 0,-2-4 2 0,-1-1 0 16,-2 0-1-16,-1 1-3 0,-1-1 0 0,-3 0-6 15,-1 1-2-15,-3 1-1 0,-4-1 2 16,-2 2 1-16,-3 1 1 0,0 1 1 0,-2 2 0 16,1 2-3-16,-2 2 3 0,0 3-1 0,5 5 1 15,-1 4 1-15,1 3-4 0,-2 5-1 0,-3 3 0 16,0 3 5-16,4 3 0 0,1 2-1 0,2 3 3 15,3 1 2-15,2-1-7 0,1 1 1 16,2-3 0-16,3 0 2 0,2-3 4 0,3-1-1 16,1-2 6-16,3-5-2 0,1-1 2 15,1-3-2-15,0 0-2 0,2-4 3 0,1-2-1 16,5-6 0-16,-2 1-1 0,1-4 0 0,-2-3 0 15,-6-4-5-15,0-5-4 0,1-2-5 16,-1-1-6-16,2-3-9 0,-4-2-8 0,0-2-13 16,-1 0-31-16,-4-1-51 0,-2 2-57 0,-1-3-29 15,0 2-13-15,-2 0 8 0</inkml:trace>
  <inkml:trace contextRef="#ctx0" brushRef="#br0" timeOffset="1598.09">10406 10674 47 0,'3'-2'235'0,"0"4"6"0,0 3-17 0,-1 2-50 16,1 6-72-16,0 3-41 0,2 4-27 0,-1 0-14 15,1 3-7-15,0 1-1 0,1-1-5 0,-1 1-1 16,-1-2 3-16,0-3-1 0,0 0-1 15,-1-2-3-15,-1-3-3 0,1-1 4 0,-2-4-2 16,-1-2-1-16,0 0 1 0,2-2 3 0,-1-1 0 16,0-4-4-16,2-2 1 0,0-5-5 15,-2-1-4-15,3-5 0 0,-2-2 0 0,0-3-1 16,0 0-3-16,0-4 1 0,-1 1-2 0,0-1-3 15,1-2-4-15,1 2-1 0,-1-1 0 16,1 2 0-16,0 1 4 0,1 1 0 0,-1 3 6 16,1 1 0-16,0 1 4 0,2 3 4 0,-1 2-2 15,2 3 3-15,1 3 5 0,-2 3 3 0,2 4 1 16,0 2 2-16,1 3 5 0,0 1 0 0,-3 1-2 15,1-1 1-15,1 2-1 0,-2 1 1 16,0 3-4-16,-1 1 0 0,-1 1-3 0,-1-2-3 16,-2-2 2-16,3-3-4 0,-3-2 1 0,1 1-3 15,-1-3 3-15,0-2-2 0,1-2-1 0,-1-1 0 16,3 1-1-16,0-6 0 0,0 0-1 15,1-3-3-15,3-5-2 0,-1-1-1 0,0-3-2 16,1-1 0-16,-1-6-4 0,1 3 1 16,1-1 0-16,-1 3 3 0,1 5 3 0,-1 1-1 15,-2 1 4-15,1 2 2 0,0 4 1 0,-2 1 8 16,0 3-4-16,1 2 4 0,-1 1 1 0,1 7 6 15,1 1 0-15,0 5-5 0,0 1-3 16,2 3-7-16,-1 3 3 0,0 3 0 0,0 0-1 16,1-1 0-16,-1-1 4 0,0-2 6 0,-1-3-5 15,-1 1-4-15,-2-4 0 0,0-3-2 0,0-4 0 16,-1-7-9-16,1-1-1 0,-1-1-2 0,1 0-3 15,1 5-7-15,0-10-29 0,-2-4-100 16,-1-6-58-16,-3-4-29 0,0-3-16 0,-1-5-1 16</inkml:trace>
  <inkml:trace contextRef="#ctx0" brushRef="#br0" timeOffset="2269.12">10919 10314 44 0,'10'5'231'16,"-1"2"16"-16,-2 1-1 0,-2 1-98 0,2 2-67 15,-1 3-29-15,2 3-14 0,1 4-13 16,0 3-6-16,0 1-8 0,1 1 3 0,0 3-1 16,-1-2-8-16,0 4 1 0,-1-2 0 0,0 2 3 15,0-4-4-15,1-1-2 0,-2-2 2 0,-1-2-3 16,-2-5 4-16,0-1-2 0,0-3-4 0,1-3 1 15,-1-1 3-15,-2-4 1 0,1 0-5 16,-2-4 2-16,2-2 2 0,0-5-1 0,1-4-3 16,0-3 0-16,2-4-3 0,0 0-4 0,-1-1-1 15,2-2-4-15,-1 2 4 0,2-1-2 16,0 1 1-16,0 0 1 0,0 2 3 0,3 1 1 15,-2 3-6-15,1 0 8 0,0 4-3 0,-1 2-16 16,1 2 12-16,2 4 6 0,-2 1 4 16,0 3-2-16,0 3 5 0,-2-1 20 0,0 6-9 15,0-3-2-15,-3 5-1 0,-1-1-6 0,-2 2 5 16,-4 2-1-16,-2-1-1 0,-1 1-1 0,-3 2-1 15,2-1 7-15,-3 3-6 0,0-1-2 16,-3-1-1-16,0 0 2 0,-1-2-3 0,1-1 1 16,0 0 0-16,-1-2-1 0,2-2 1 0,-1-3 3 15,2-1-1-15,0-2-1 0,1-1-3 0,2-2 2 16,5-3-5-16,-1-3-4 0,2-3 0 0,1-4-4 15,1-2 1-15,3-5-3 0,1-1 6 16,3-2-4-16,2-4 2 0,0 2-1 0,3 0-1 16,-1-2 0-16,3 3-1 0,-2-1-2 15,1 3 4-15,0-1 3 0,0 3 1 0,1 0 2 16,-1 2-2-16,0 1 4 0,-2 2-2 0,2 4-4 15,-4 1 2-15,0 0 1 0,0 2 2 16,-2 3-1-16,-1 1-2 0,0 1 6 0,-2 1-2 16,1 1 1-16,0 5 3 0,-1 1 0 0,0 2 1 15,1 4-5-15,-1 1 3 0,-1 4-1 0,0 1-2 16,0 1 3-16,1 3 1 0,-2 0 0 0,1 0-1 15,1 2 0-15,-1-1-1 0,0-3-3 16,0 2 0-16,0-4-1 0,0-1 2 0,2-2 0 16,0-5-1-16,-1 0-4 0,1-3-6 0,0-1-5 15,1-6-13-15,1-2-22 0,-3-2-108 0,-1-10-55 16,-1-5-28-16,-2-7-12 0,2-3 2 15</inkml:trace>
  <inkml:trace contextRef="#ctx0" brushRef="#br0" timeOffset="2487.14">11515 10143 134 0,'6'0'237'0,"0"4"9"0,-1 1-40 0,0 5-96 15,1 4-49-15,-1 3-22 0,3 1-15 0,0 2-9 16,0 2-1-16,0 3 1 0,2 1-6 0,0 2-2 15,-1 4-3-15,2 2 0 0,-2 3-4 16,2 1-3-16,2 3 0 0,-1 1 2 0,2 1 1 16,0-2-6-16,0-2-7 0,0-5-24 0,-4-5-80 15,-2-4-72-15,-2-7-35 0,-2-7-13 0,1-7-2 16</inkml:trace>
  <inkml:trace contextRef="#ctx0" brushRef="#br0" timeOffset="2905.16">12111 10332 200 0,'2'-6'255'0,"-4"1"10"0,-2 2-58 16,-1 1-90-16,-1 4-47 0,-1 3-28 16,0 0-19-16,-1 6-9 0,-2 0-7 0,0 3 1 15,1 2-2-15,-3 3-4 0,1 2 2 0,-1 2 0 16,-1 1 2-16,0 1-6 0,-2 1 5 0,3 1 4 15,1 0-1-15,0 1 1 0,1 0 2 16,2-2-3-16,-1-3-4 0,2 1 1 0,2-4-3 16,2-5-3-16,2 0-4 0,1-2 4 0,0-3 2 15,1-1-1-15,2-3 4 0,0-2-1 0,1 0 0 16,1-3-3-16,3-2 1 0,0-3 0 0,0-1 2 15,0-5 1-15,2-4-1 0,0-1-2 16,1-4-2-16,-1 2-2 0,-1-3-6 0,1 1 4 16,-2 0 2-16,-2 2 1 0,0 2-1 0,-1 1 1 15,-1 2 2-15,-1 4 0 0,-1-1-2 16,2 2-1-16,-1 2 2 0,-1 2-1 0,0 2 0 15,-2 2 0-15,0 4 2 0,1 3 3 0,2 4 4 16,1 3 1-16,1 0-1 0,1 1-2 16,1 1-2-16,1-1 1 0,-1 2-3 0,1-2-2 15,1-1 0-15,-1-4-6 0,0-3-4 0,1-1-13 16,0-4-11-16,-1-3-16 0,-3-3-96 0,-1-6-64 15,-4-4-30-15,0-3-8 0,0-4-1 16</inkml:trace>
  <inkml:trace contextRef="#ctx0" brushRef="#br0" timeOffset="3590.2">12194 10364 15 0,'5'1'235'0,"-1"3"13"16,-1 1 4-16,1 3-91 0,0 4-73 0,1 0-35 15,0 2-24-15,1 1-12 0,0 1-2 16,4 2-5-16,-1-2-3 0,-1 2 1 0,-1 1 1 15,-6-2 1-15,2 4 0 0,-1-2-1 0,0 1-1 16,0-2-2-16,-1-4-1 0,1-2-2 16,0-7-1-16,1 1 0 0,0-3-2 0,-1 0-2 15,1-2-3-15,1-2-1 0,0-4-1 0,3 0-3 16,-2-2 0-16,2-2-2 0,-1-1-2 0,1 0-3 15,1 0 1-15,-2 0 1 0,1 2 0 16,1 0 3-16,1 0 1 0,-2 2 5 0,0 1 2 16,-1 1 0-16,2 2 1 0,-1 0 1 0,1 4 2 15,0 0 1-15,2 3-1 0,-1 0-1 0,0 1 0 16,0 0 6-16,-1-3-3 0,0 3-1 15,-1 0 1-15,1-4 4 0,-2 1 4 0,0-3-6 16,-1 2 3-16,0 1 0 0,1 0-6 0,0-3 1 16,1-4-3-16,0-3-5 0,1-1 1 15,1-3-2-15,0-3 1 0,1-2-3 0,0-2-9 16,-1 1-3-16,1 0-10 0,0 0 2 0,-2 0 3 15,0 2-1-15,-2 1 9 0,-2 2 15 16,1 4 21-16,-3 1 13 0,1 0 2 0,-2 4 8 16,-1-1 4-16,0 4-6 0,-1 4-14 0,-2 1-9 15,-1 3-9-15,4 4-5 0,0 5 2 0,-1-2-1 16,-1 4 0-16,-4 1-3 0,2 1 5 0,2-1 3 15,0 1-1-15,2 0 0 0,2 1-2 16,2-2 0-16,2 2 1 0,2-1-3 0,0-2-5 16,2 0-2-16,0-1 4 0,-1-1 2 0,2 0 0 15,1 0 4-15,0-1 2 0,0 0-2 0,0 0 2 16,-3-1-2-16,-2 0 2 0,-1-2-1 15,-2 0 2-15,-2-1 5 0,-2 2-7 0,-2 0 3 16,-2-1-7-16,-2 1-2 0,-2-1 0 16,-2 3-1-16,-3-1-4 0,0 0-2 0,-2 0 4 15,1 0 0-15,-2-2 1 0,2 0-1 0,1-2 5 16,4-2-1-16,1-3 8 0,0-2-3 0,1-3-1 15,-1-2 0-15,4-3 1 0,3-4 1 16,5-6-5-16,3-5 0 0,2-7 1 0,2-4-1 16,-1-6-3-16,3-3-5 0,2-4-3 0,2-3-9 15,1-2-11-15,0-2-29 0,-6 1-113 0,-1 0-55 16,-4 1-29-16,-5 2-9 0,1 1 1 0</inkml:trace>
  <inkml:trace contextRef="#ctx0" brushRef="#br0" timeOffset="3781.21">12022 9956 211 0,'-1'0'253'0,"1"-3"7"0,0-1-65 16,3-2-87-16,2-3-48 0,4 1-24 0,2 0-17 15,1 0-11-15,5-2-19 0,3 0-17 16,-4 6-92-16,1 0-72 0,-1 3-37 0,0 1-17 16,2 0 1-16</inkml:trace>
  <inkml:trace contextRef="#ctx0" brushRef="#br0" timeOffset="4269.24">13500 10144 147 0,'-25'-2'239'0,"-2"0"11"15,-1 2-43-15,-1 2-84 0,1 0-46 0,0 5-25 16,0 1-9-16,3-1-10 0,-2 3-3 0,2-1-5 15,1 2-4-15,2 0-2 0,2 1-4 16,1-1-1-16,2 0-5 0,4 1-2 0,2 2-1 16,2-2-3-16,3 1-1 0,4-1 1 0,2 0-2 15,2 0 1-15,4-1-2 0,3 2 5 0,0-3-4 16,1 2 0-16,1 0-1 0,1 0 0 0,3-1-2 15,0 0-4-15,0-1 7 0,0 3-4 16,0-2 1-16,-3-1 3 0,-1 2 1 0,-1-2 3 16,-2 0-4-16,-3-1 6 0,-2 3 2 0,-2 0-2 15,-2 2 2-15,-3 2 0 0,-3 2 3 0,-3-1 0 16,-1 3-2-16,-1 1-3 0,-2-1 1 15,2-1-6-15,0-4-2 0,1-1-2 0,3-3-3 16,0-2-4-16,2 3-16 0,3-4-7 0,3-1-15 16,1-2-65-16,1-2-92 0,0-6-44 15,3-5-14-15,2-4-5 0</inkml:trace>
  <inkml:trace contextRef="#ctx0" brushRef="#br0" timeOffset="4717.26">13641 10239 30 0,'-3'-4'246'15,"-2"1"17"-15,-3 2 8 0,-4 1-94 0,0 1-64 16,-2 3-42-16,0 3-27 0,-1 1-18 0,-1 4-10 16,2 0-5-16,-2 3-12 0,1 2 1 0,-1 4 4 15,2-1 3-15,-1 4 6 0,3-2 1 0,0 2-6 16,2-2 1-16,0-1-1 0,1-1-1 15,2-1-6-15,2 0-3 0,2-3 3 0,2 0-2 16,1-3 0-16,3-2-1 0,-1-1 2 0,4-1 6 16,-1-2 0-16,3-2-1 0,-1-2 3 15,1-3 2-15,0-4-2 0,2-4-2 0,1-2-1 16,0-4-8-16,0 0-1 0,-1-3-3 0,-1-3 1 15,2 2 1-15,-3-1-3 0,0 1 9 16,-1-2-3-16,-1 3 2 0,-1 1-1 0,-1 1 0 16,0 1 0-16,-1 3-1 0,0 2 3 0,-1 4 1 15,1 0 2-15,-3 3 2 0,0 1-2 0,0 1 4 16,0 2 2-16,-3 4-4 0,2 3 1 0,1 6 0 15,0 2 0-15,1 0-5 0,3 4 1 16,-1 1-1-16,-1 0-1 0,2-1-2 0,2-1 3 16,-1-2 1-16,0-2-1 0,0-3-1 0,-2 1 0 15,0-5 1-15,1-1-1 0,1-1-2 16,1-4-2-16,0-1-7 0,3-5-6 0,1-2-6 15,-1-4-10-15,3-2-10 0,-1-4-14 0,0-3-53 16,-1 1-87-16,-3-2-43 0,-2-2-16 16,-1 1-1-16</inkml:trace>
  <inkml:trace contextRef="#ctx0" brushRef="#br0" timeOffset="5465.31">13740 10369 27 0,'4'3'251'0,"-1"-3"16"16,-2 3 8-16,2-1-88 0,-2 3-81 0,1 2-46 16,-1 2-24-16,-1 0-15 0,0 2-6 0,-1 1-4 15,1 0-7-15,0-3 0 0,1 0-1 0,0-1-1 16,1 0 0-16,-1-4-2 0,0 1 1 0,2-2 0 15,-2-2-1-15,2 0 0 0,0-2 2 16,-1-2-2-16,4 0 1 0,0-4-3 0,1-2-3 16,2-3-4-16,-1 0-1 0,2-1 1 0,0 0-1 15,-1-3 2-15,2 1 2 0,0 1 3 16,-2 2-1-16,0 0 0 0,-1 4 2 0,0 0 1 15,-2 2-5-15,-1 0 0 0,0 0 2 0,-1 3 2 16,0 2 2-16,1 1 1 0,1 2 10 16,0 4 2-16,0 0 3 0,1 2 2 0,-1 3-5 15,-2 0 4-15,0 0 0 0,1 0-3 0,-1 0-1 16,2 1 1-16,-1-1-2 0,-3-1 5 0,1-1-7 15,0-2-1-15,-2 0-3 0,1-3 1 16,-1-2-2-16,0-1-8 0,2 0 2 0,1-1 3 16,1-2 3-16,3-3-2 0,4-2 0 0,0-2-3 15,1-2 0-15,-1-3-7 0,-3 2-2 0,1-2-1 16,1 1 2-16,0-3 4 0,3 3 0 0,0-1 3 15,1 2 2-15,-2 2 0 0,2 1-2 16,-2 1-4-16,2 4-2 0,0 1 1 0,-1 3-2 16,-2 2 4-16,1 2-2 0,-1 2 4 0,-1 4 4 15,1-1 0-15,-3 3-2 0,1 0 1 16,0 1-1-16,-2-2 0 0,0-1-1 0,3-2-2 15,-2-3 1-15,0 0-4 0,2-2 3 16,0-3-5-16,1-4-1 0,2-2 0 0,-2-2 0 16,3-4-1-16,-3 0 4 0,2-3 1 0,-2 1-2 15,0-1 0-15,0 1 3 0,-3-1 3 0,0 1-1 16,-3 4 5-16,-1 1 4 0,-1 3 2 0,-2 1 2 15,-1 1 5-15,-1 0 3 0,-1 0 1 16,-3 2-1-16,-2 2 2 0,-3 3-5 0,0 1-3 16,-1 3-7-16,-1 2 0 0,0 0 1 0,1 3-1 15,-1 0-1-15,1 0-1 0,2 2 2 0,-1-2 0 16,2 0-6-16,2-4 0 0,0 0-7 15,2-2 3-15,2-1 1 0,-1 0 0 0,1-1 2 16,1-1 3-16,0 0 12 0,1-3-4 0,1-3-1 16,2 0-1-16,-2-4-1 0,2 0 0 15,0-1-5-15,1 0 0 0,-1-2-1 0,1 1 0 16,-1-2 4-16,1 2-1 0,2-1 2 0,-1 2-6 15,3 0 5-15,0 2-2 0,-1-1-4 16,1 2 1-16,3 3-1 0,-1 2 1 0,2 2 3 16,0 3 3-16,1 2 2 0,0 5 0 0,2 2 5 15,-2 4-7-15,2 1-20 0,-1 3-35 0,-2 5-133 16,-2 1-74-16,-7-3-42 0,-7 0-13 0,-6-11 5 15</inkml:trace>
  <inkml:trace contextRef="#ctx0" brushRef="#br0" timeOffset="6723.38">27279 11715 220 0,'2'41'245'0,"-1"0"11"16,0 3-78-16,1 0-75 0,-1 0-36 16,0-1-22-16,2 0-11 0,0-2-5 0,-1 0-6 15,2-4-4-15,0-1-4 0,1-2-3 0,0-3 0 16,-3-4-7-16,1-4-2 0,0-3 1 0,-2-3-1 15,0-5 3-15,1-2-2 0,-1-3 3 16,0-4 1-16,1-3-1 0,-1-3 1 0,-1-6-4 16,0-3-1-16,0-7-8 0,0-3-6 0,0-3-5 15,0-3-5-15,-1 2-6 0,-2-2-2 0,0-4-17 16,-2-1-77-16,-2-4-72 0,-3-3-37 15,-1-3-15-15,0-3-6 0</inkml:trace>
  <inkml:trace contextRef="#ctx0" brushRef="#br0" timeOffset="6940.39">27306 11358 199 0,'13'1'245'0,"1"2"4"16,0 4-70-16,-2 3-79 0,1 3-43 0,-2 0-21 15,-2 7-15-15,1 1-5 0,-4 1-1 0,0 4-4 16,-4 1 3-16,0 2-1 0,-4 1 1 0,0 0 2 15,-4 2-1-15,0-2-3 0,-4 2-2 16,1-1 1-16,0 1-2 0,-3-2-3 0,2-1 1 16,2 0-4-16,0 0 2 0,1-3-7 0,1-1-10 15,2-1-32-15,-1-2-115 0,-1-4-60 0,0-6-36 16,2-5-11-16,4-7 1 0</inkml:trace>
  <inkml:trace contextRef="#ctx0" brushRef="#br0" timeOffset="7362.42">27495 11951 116 0,'2'11'227'0,"2"0"-14"0,2-1-39 15,-1-2-44-15,3-3-53 0,0-1-32 0,1-1-17 16,3-2-8-16,0-2-6 0,2-5-5 0,1 0-4 16,0-6-4-16,1-3-3 0,-1-2-2 15,-1-4-3-15,-2 1-1 0,0-1 3 0,-3-2-3 16,1 1-1-16,-4 0-1 0,1-2 4 0,-4 4 6 15,-2 0-2-15,-2 1 7 0,-2 3 0 16,-4 2 0-16,-1 2 1 0,-1 4-3 0,0 3 2 16,-6 4-3-16,2 3 0 0,-3 5 3 0,0 1-1 15,1 6 0-15,2 1 5 0,-2 2 3 0,3 2 2 16,-2 3 1-16,2 1 3 0,1 2 0 15,1-1-5-15,2 2 0 0,1-2-1 0,2-1-3 16,2-1 3-16,0-3-4 0,6 0 14 0,0-2-10 16,2-3-4-16,2 0-2 0,1-4-6 15,2-2 0-15,1-3-18 0,2-2 10 0,3-2 3 16,0-1-1-16,1-4-2 0,3-1-6 0,-2-5-2 15,1-1-12-15,0-4-48 0,-4-1-94 0,-2-4-48 16,-1-1-19-16,-3-2-8 0</inkml:trace>
  <inkml:trace contextRef="#ctx0" brushRef="#br0" timeOffset="7562.43">27776 11779 100 0,'2'4'242'0,"-4"0"11"16,1 3-21-16,-2-1-100 0,2 4-56 16,0 1-35-16,1 3-13 0,1 1-11 0,0 2-2 15,1-1-2-15,0 2-6 0,2-3 0 0,0 1 0 16,0-1 1-16,3 0-3 0,-2-1-4 15,1-2 4-15,0-3-2 0,-2-1-2 0,3-3 2 16,-1-4 0-16,0-2-1 0,2-2-6 0,1-3-6 16,-1-2-5-16,1-2-6 0,1-3-6 15,0-2-22-15,-3-3-73 0,-3-1-65 0,0-2-34 16,-1-1-15-16,-1 0-4 0</inkml:trace>
  <inkml:trace contextRef="#ctx0" brushRef="#br0" timeOffset="7927.45">27956 11710 164 0,'8'4'239'0,"0"1"9"0,0 3-52 16,-3 2-93-16,0 0-41 0,1 2-20 0,-1 1-13 15,1 1-5-15,-2 2-6 0,-1 1 7 0,0-1-8 16,-2 0-5-16,2 1 0 0,-2-2 0 16,1-2-3-16,0 0-4 0,1-1 4 0,0-3-1 15,-2-1-2-15,3 1-6 0,0-5 1 0,1 0 1 16,3-4-2-16,3-3-8 0,-1-2-2 15,2-5-3-15,1 1-2 0,1-3-4 0,0 0-3 16,1-1 1-16,2-1-2 0,-1 0-9 0,0 1-22 16,-2 1-22-16,-1 0-7 0,-3 0-2 15,0 2 3-15,0 0 11 0,-2 1 22 0,0 2 27 16,-2 0 14-16,0 4 19 0,0 2 38 0,-1-1 21 15,-1 2 14-15,0 3 1 0,-1 0 2 16,-1 2-11-16,1 4-30 0,-2-1-20 0,2 1-14 0,-3 1 0 16,0-1-2-16,1-1-3 0,2-2-6 15,1 0 1-15,0-1 1 0,3-1-2 0,-3 0-3 16,0-3-3-16,3-1 5 0,1-4-3 0,4-1 1 15,2-5-4-15,-2 0 8 0,1-4-8 16,-1-1-22-16,0-2-40 0,1 0-56 0,-1-3-58 16,0-1-43-16,-1-2-9 0,-2 2 7 0</inkml:trace>
  <inkml:trace contextRef="#ctx0" brushRef="#br0" timeOffset="8146.46">28515 11581 99 0,'2'0'235'0,"-2"3"-3"0,-2 2-34 0,0 2-47 16,-1 5-42-16,2 1-43 0,-1 5-27 0,2 3-12 16,0 3-2-16,0 2-2 0,0 3 3 15,2 0-2-15,-1 4 0 0,0 0 3 0,2 2-1 16,-2 1-3-16,-1 3-5 0,0 2-3 0,0 3 1 15,-1 1-1-15,0 1-2 0,-3-1 1 0,-2-1 0 16,-1-3-3-16,-2-2 0 0,0-3-7 0,-2-2 0 16,-2-1-2-16,1-4 0 0,-1-2 0 15,-2-5 0-15,2-3 0 0,-2-3-3 0,2-3 1 16,-2-2-2-16,3-3-7 0,-1-2-8 15,2-5-13-15,2-3-47 0,-3-10-117 0,0-5-62 16,-2-7-27-16,2-5-9 0,1-1 6 0</inkml:trace>
  <inkml:trace contextRef="#ctx0" brushRef="#br0" timeOffset="8415.48">28688 11747 42 0,'3'8'153'0,"-1"1"-16"0,2-2-15 0,3 0-19 16,-2-2-13-16,3-2-5 0,0 0-1 15,1-2-8-15,1-2-11 0,0-3-21 0,4-2-16 16,-1-2-14-16,3-4-11 0,-1-2 4 0,0-2-4 0,0-2-9 16,1 0-22-16,-3-3-31 0,-2 1-38 15,-1-2-50-15,-3 1-50 0,-3-2-20 0,-1 2 7 16</inkml:trace>
  <inkml:trace contextRef="#ctx0" brushRef="#br0" timeOffset="9443.54">28830 11480 92 0,'-14'7'236'0,"-3"3"2"16,-1 3-35-16,-2 3-51 0,3 1-57 0,-2 1-39 15,3 4-23-15,0 0-15 0,2 1-1 16,0 0-2-16,2 2 1 0,2 3-1 0,1 1 3 15,2-1 1-15,3 0-3 0,4-3-2 0,2-1 1 16,4-2 0-16,3-6 0 0,4-1 0 0,1-2 2 16,3-4-1-16,1-4-4 0,3-5 0 15,2-2-3-15,4-4-4 0,1-3 0 0,1-5 0 16,-1-4-4-16,-3-4-8 0,2-2-4 0,-3-2 2 15,0-3-1-15,-2 0-6 0,-3-5 5 16,-1 2 1-16,-3-1 5 0,-3-1-2 0,-4 0-1 16,-3 1 3-16,-2 0-2 0,1 2 0 0,0 2 0 15,-4 5 0-15,-3 1 3 0,-2 4 2 0,0 3 3 16,-2 4 0-16,0 4 4 0,-2 3 1 15,1 3-1-15,0 5-1 0,-1 4-1 0,0 1 1 16,-1 5-2-16,2 3 2 0,0 1-3 0,2 4 2 16,0 2-2-16,2 3 2 0,3 0 0 15,1 3 1-15,0 0 4 0,1 2-3 0,2 1 1 16,1 0 0-16,1-3 1 0,3 2 2 0,0-4 2 15,2 0 0-15,0-2-2 0,2-2 2 0,-1-1 0 16,1-2-3-16,-2-5-3 0,0-1 1 0,0-4-1 16,-2-5-4-16,0 0 2 0,-1-4-2 15,1-4-1-15,-2-4 0 0,1-4 0 0,0-3 2 16,-2-2-4-16,-1-3-2 0,-1-1 1 0,-2-1-3 15,-1-1 0-15,0 2-1 0,-1-1-3 16,-1 3 6-16,1 2-1 0,0 3 4 0,-2 0-2 16,2 2 2-16,0 2 1 0,1 2 0 0,0 0 0 15,0 4-3-15,1 0-1 0,0 2 3 16,2 1-2-16,-2 0-4 0,2 1 3 0,1-1 3 15,2 0 3-15,2 3-3 0,1-3-3 0,1 0 2 16,1 0 1-16,0-3 1 0,0 2 1 0,1-3-1 16,1 0 4-16,-1 1 1 0,0-1-1 15,-2 0-6-15,-1 0-1 0,0 2 2 0,-2-1 0 16,-2 3-3-16,-1-3 1 0,-1 2 3 15,0 0-1-15,-2 1 5 0,-1 0 2 0,-1 1-2 0,-1 3 0 16,0 0 2-16,-1 4-1 0,0 1-3 0,0 4 0 16,-1-4 3-16,0 3 2 0,-1 1-3 15,1-1 2-15,0 3 0 0,0-1-1 0,2 1-1 16,0-3-4-16,1 2 5 0,1-4 0 0,1 0-2 15,2-3-4-15,0-2 2 0,1-2 3 16,1-2-5-16,3-1-1 0,-2-2-5 0,3-3 7 16,0-1 3-16,1-3-3 0,2-2 1 0,3-3-2 15,-2-1 2-15,3-5-7 0,-2 3-6 16,-1-2 1-16,0 1-1 0,-2 2 3 0,-1 2 4 15,-3-1 4-15,0 4 1 0,-2 1 2 0,-1 1 3 16,1 2-1-16,-1 2-5 0,-1 2 0 16,-2 3 3-16,-1 6-2 0,0 2 8 0,0 3-6 15,0 4 1-15,1-1 0 0,-1 4 0 0,0 1 2 16,2 5-3-16,-1-3 6 0,2 1 0 0,1 2 4 15,0-2 2-15,1-1-3 0,2-2-6 0,-2-3 1 16,2-3 2-16,-2-4-2 0,2-2-5 16,2-3 0-16,-1-5 0 0,3-5-1 0,0-2-7 15,2-5-5-15,1-5-2 0,-1-4-7 0,3-1-2 16,-2-3-3-16,-1-1-2 0,0-2-4 15,1 0-7-15,0-1 2 0,-2 2 1 0,1 1-2 16,-2 0 6-16,-2 4 13 0,1 0 6 0,-4 7 7 16,1 1 9-16,-3 3 10 0,0 1 3 15,-1 5 1-15,-2 2 8 0,1 3 1 0,-2 3-1 16,2 4-3-16,0 4 6 0,1 3 1 0,1 2-7 15,0 3 2-15,0 0-2 0,2 1-4 0,0 1-5 16,1-1-3-16,-1 2 2 0,2-1-5 0,2 0-6 16,-4 0 1-16,1 0-3 0,0-1-7 15,-1-3-13-15,1 1-14 0,-5-2-24 0,-3 2-121 16,-4-3-64-16,-4-4-28 0,-2-3-9 0,2-5 6 15</inkml:trace>
  <inkml:trace contextRef="#ctx0" brushRef="#br0" timeOffset="10091.57">30643 11343 52 0,'-11'-8'262'0,"0"1"15"0,-2 0 12 0,1 3-92 15,-2 0-86-15,0 2-47 0,1 4-25 0,-2 0-13 16,2 4-12-16,-2 1-5 0,1 2-4 0,-2 4-3 16,1 1-1-16,1 2-1 0,-1 1 0 0,0 3 3 15,2-1-4-15,0 1 1 0,2 0 0 0,3 1 0 16,0 0 1-16,4 0-5 0,2 0 4 0,0-4 0 15,2 1-1-15,2-2 0 0,2-1 1 0,3 1 3 16,3-3-1-16,0 0 2 0,4-1 2 0,-2 0-1 16,2-1-5-16,-2 0 2 0,0 0 0 15,1-2 2-15,-2 0-3 0,0-1 1 0,-3-3 4 16,-2 2-6-16,0-2 5 0,-4-2 3 0,1 0 6 15,-2-1 2-15,-1 2-1 0,-2 1 6 0,-2-3 1 16,-2 4-5-16,-2-2-5 0,-2 1-5 0,-1 1-4 16,-1-2-3-16,-2 2-4 0,0-2 3 0,1 2 0 15,2-1 2-15,2 0-1 0,0 0-7 0,3-2-8 16,2 1-9-16,2-1-13 0,0-1-7 0,4-2-12 15,0 0-71-15,2 0-83 0,2-4-42 0,2-4-14 16,0-1-6-16</inkml:trace>
  <inkml:trace contextRef="#ctx0" brushRef="#br0" timeOffset="11364.65">30936 11523 236 0,'0'-3'284'15,"-4"0"12"-15,-3-2-43 0,-4 4-107 0,-1 1-65 16,-2-3-31-16,-2-4-18 0,-1 3-15 0,1 4-4 15,-1 7-6-15,1 7-2 0,-3 1-5 0,2-1 2 16,-1 4 0-16,0 0-1 0,2 0 0 0,0 2-1 16,3-1 1-16,1 0-1 0,2-2 2 15,1 0 2-15,4 0 3 0,1-2 0 0,3-3-2 16,1 2-2-16,2-5-1 0,2 2 3 0,2-4-5 15,2-2 2-15,2-3 2 0,2-2-1 0,4-2 1 16,0-5-3-16,3-1 3 0,-2-4 0 0,2-1 0 16,-2-3-3-16,0 0 1 0,-1-2-2 0,-2 1-1 15,-2 0-3-15,-1 0 3 0,-1 0 1 0,-2 1 1 16,0 2 4-16,-3 2-2 0,-2 1-2 0,-1 1-1 15,0 3 0-15,-1 1-1 0,0 0-2 0,1 2 4 16,-2 1 5-16,0 2-3 0,-3 2 2 0,0 2-2 16,-1 4-3-16,-1 1 0 0,-1 3-4 15,-1 1 2-15,1 3 1 0,1 1 2 0,0 1 0 16,1 1 2-16,-1 1 1 0,3-2 0 0,1 0-4 15,2-1 0-15,2-1 4 0,1-2 0 0,0-2-1 16,2-1-1-16,1-3 4 0,1-1-1 0,1-2 1 16,-3-3-2-16,0-1 1 0,4-3-3 0,1-2-4 15,2-2-4-15,1-3-4 0,-1-2-5 0,2-4-4 16,-2 1-1-16,1 0-4 0,0-3 2 0,-2 0 0 15,1 1 9-15,-2-1 4 0,-1 2 2 0,0 2 7 16,-2 2 1-16,-1 1 2 0,-2 0-2 0,1 3 1 16,-1 1-2-16,-1 1 1 0,-2 2 1 15,0 2 3-15,-1 2 2 0,0 1 0 0,-1 3 1 16,0 3 1-16,-1 0 1 0,0 4 2 0,-1 1-1 15,1 2-1-15,0 1 1 0,-1-2 2 0,2 4-3 16,0-2-5-16,2 2-3 0,-1-3-2 0,0 1 2 16,2-3-2-16,0-1 1 0,-1-3 3 0,2 0 2 15,1-1-3-15,2-4-1 0,1-2-2 0,2-2-5 16,3-2-2-16,-1-5-1 0,2-1-3 0,1-4-6 15,1 0 0-15,-1-1-1 0,0-1 0 0,-1 0-4 16,0 0 4-16,0 1 4 0,-1 1 1 0,2 1 5 16,-3-2-3-16,-1 2 3 0,-1 2 3 15,-4 3 0-15,0 0 4 0,-1 3 0 0,-2 0 3 16,1 1 3-16,-2 2 3 0,-2 2 1 0,-1 5 4 15,-3 1 2-15,-1 2 1 0,-2 4-1 0,3 1-3 16,0-2 1-16,-1-2-7 0,-1 4-1 0,2 0 3 16,-1 5-3-16,3-1 2 0,-1-1-3 0,2-2 4 15,-1-1-2-15,2-2-4 0,2-1 2 0,-1-1-4 16,2-2 0-16,2-3-2 0,0 1 4 0,3-4-3 15,0 0-2-15,0-4 1 0,3-2-2 0,-1-1-3 16,3-3-4-16,1-3-1 0,0 2 0 16,0-1 4-16,-2-1-1 0,1-2 0 0,-2 1 3 15,0-1 3-15,0 2 1 0,-3 1-1 0,0 1 2 16,0 3 2-16,-3 1-2 0,-1 1 2 0,-1 2 1 15,-2-1 0-15,1 3 4 0,-2 3-1 0,-2 0 3 16,0 4-2-16,-1 1 2 0,0 3 7 0,1 3-6 16,-1-1-3-16,0 1-2 0,0 0 3 15,1-2-1-15,1 1-10 0,0-2 4 0,1 0 5 16,0-1-3-16,1-1-1 0,0-2 0 0,3 0 2 15,0-2 1-15,0-1-5 0,1-1 2 0,2-3-1 16,1-1-1-16,4-3-6 0,0 0-1 0,1-3-1 16,-1-1-4-16,3-2-4 0,-1-1 0 0,2 0 3 15,-1 0-2-15,1-1 2 0,-1 1 2 0,0 0 3 16,2-1 2-16,0 0-1 0,-1-1 3 0,0 2 2 15,-3 1-2-15,0-3 3 0,-2 5-1 0,-2-3 3 16,0 3 0-16,-2 1 2 0,-2 0-1 0,-1 3-1 16,-2-3 2-16,-2 2-1 0,-2 1 3 15,0 3 1-15,-2-2 5 0,0 3 1 0,-2 3-3 16,-1-2 1-16,0 4-2 0,0 1-4 0,-1 2 0 15,-2 1 1-15,0 2 0 0,0 0 2 0,-2 3-3 16,2 0 1-16,2 0 3 0,-1 1-3 0,4-1-2 16,-1 1 3-16,2-1 1 0,2-1-2 0,-1-1-3 15,2-2 0-15,-1 0 2 0,2-2-5 0,0-2 3 16,2-2 0-16,2-1 0 0,1-3-1 0,2-5 0 15,0-2 0-15,2-1-4 0,-1-1 1 0,0-3 4 16,2 0 3-16,-2-2-3 0,0 0 3 0,0 0 2 16,0 2 1-16,-1 0-5 0,0 3-4 15,-2 0 10-15,-1 1-8 0,-1 1-2 0,2 2 2 16,-1 0-1-16,1 1-1 0,3 2-8 0,0 0 5 15,3 1 0-15,-2 2 1 0,2 2 3 0,1 1 1 16,-2 2 0-16,2-6-2 0,0 0-4 0,-1 2-18 16,-6 5-101-16,-4 3-90 0,-4-4-47 0,-3-4-25 15,2-5-8-15</inkml:trace>
  <inkml:trace contextRef="#ctx0" brushRef="#br0" timeOffset="18299.04">13018 3643 67 0,'-2'-2'236'16,"1"-1"11"-16,-2 0-40 0,0-1-60 0,0 0-65 15,0 1-33-15,0-3-22 0,1 3-10 0,-2 0 4 16,1-3-4-16,0 1-3 0,1 0 1 16,-1 1-2-16,-1-1-1 0,-1 3-8 0,1 1 2 15,1-1 4-15,2 0-10 0,-1-1 1 0,1 1 6 16,0 1-2-16,1 0-1 0,-2-1-2 15,2 2 4-15,-1 0 3 0,0-1-10 0,-1 1 1 16,2 0 1-16,0 0-5 0,0 0 1 0,0-2-3 16,2 1 4-16,-2 0-8 0,0 1 3 15,1 0-2-15,0 0-3 0,-1 0 4 0,2 0 0 16,0 1 3-16,1 0-6 0,0 2 4 0,0 1-1 15,-1-2-2-15,3 1-4 0,-1-3 1 0,0 0-12 16,-1 0-40-16,1 0-62 0,-1 0-61 16,-1 0-30-16,1 0-16 0,0 1 5 0</inkml:trace>
  <inkml:trace contextRef="#ctx0" brushRef="#br0" timeOffset="22949.31">11685 4132 97 0,'0'0'168'0,"1"0"-13"0,0 0-18 0,1 0-25 15,-2 0-28-15,0 0-27 0,0 2-22 0,0-2-18 16,0 0-5-16,0 0-4 0,0 0-2 0,0 0 2 15,0 0-1-15,0 0 1 0,0 0-7 16,-2 3 2-16,1-3-2 0,0 0-1 0,1-3 0 16,1 3 2-16,0-2 0 0,1 2-2 0,-2 0-1 15,0 2-3-15,0 1 7 0,0 0 2 0,0-1-1 16,0-1 1-16,0-1-2 0,0 0 5 15,0-1-4-15,0 0-1 0,-2 0 1 0,1 0 1 16,1-1-1-16,-1 2 4 0,1 0-3 0,-2 0-3 16,0 0 3-16,-1-3-3 0,0 3 2 15,2 0-7-15,0-2-3 0,-2 2 2 0,2 0 3 16,0 0-5-16,-1-2 2 0,2 1 0 0,0 1 4 15,0 0 2-15,-1 0-3 0,1 0 1 16,0 0 3-16,0 0 2 0,0 0-1 0,-1 0-6 16,-1 0 5-16,1 0 2 0,0 1-4 0,-1-1-1 15,2 0 2-15,0 0-4 0,0-1-5 0,2-2-4 16,0-2-4-16,1-2-52 0,-2 0-84 0,1-2-38 15,-1-4-22-15,0-5-8 0</inkml:trace>
  <inkml:trace contextRef="#ctx0" brushRef="#br0" timeOffset="23844.36">13795 1669 218 0,'-1'-1'234'0,"-1"-1"-13"16,0-1-55-16,0 1-69 0,1 0-45 0,0-5-23 16,1 2-7-16,-2 2-9 0,1 1-4 0,0 2-1 15,-1 2 1-15,1-2-9 0,0 0 3 0,-1 0-3 16,2 0 1-16,0-2-7 0,0 2 4 0,0 0 6 15,-1 0-4-15,0 2 2 0,-1-2 1 16,1 0 6-16,1 0-10 0,0 0-10 0,1 0-19 16,-2 2-110-16,-2-1-55 0,-2-1-32 0,-2-1-11 15,2-3-1-15</inkml:trace>
  <inkml:trace contextRef="#ctx0" brushRef="#br0" timeOffset="25296.44">25172 10721 42 0,'-3'-8'234'0,"1"-2"12"0,-1 2-21 0,0-1-66 15,1 0-69-15,-1 1-33 0,-1-1-20 16,-1 2-7-16,1-1-4 0,0 1-3 0,0 0-2 16,1 2-3-16,-1-1 2 0,1 0-4 0,1 3 1 15,-1 0-1-15,-1 0-2 0,3 0-1 16,0 1-3-16,-1-1-1 0,1 3-1 0,0-3 0 15,1 3 0-15,0 0-2 0,0 0 1 0,0 5-2 16,0 0-1-16,0 3-4 0,0 4 1 0,1 0-1 16,2 4-1-16,-1 1 1 0,3 3 0 15,-1 2 0-15,2 2 0 0,-1-1 3 0,0-1-1 16,2 1-3-16,1-2 1 0,-3-1 0 0,1-3 0 15,-2-1-2-15,0-4 1 0,2-7 0 16,-1 0 3-16,2-4 4 0,0-4 3 0,1 0 2 16,2-6-2-16,2-9 1 0,3-10-2 0,0-6-4 15,2-4-7-15,0-8 1 0,4-3-2 0,3-2-8 16,1-2-11-16,2-3-9 0,6 0-14 0,2 1-49 15,-1-4-100-15,2-1-47 0,-2 3-19 16,-2 0-6-16</inkml:trace>
  <inkml:trace contextRef="#ctx0" brushRef="#br0" timeOffset="40816.33">25489 12465 90 0,'2'-5'231'0,"-2"-2"5"0,0 0-43 16,0 2-57-16,0-1-57 0,0 1-37 0,0 1-16 16,0 1-13-16,0-1 0 0,0 1-6 15,0 2-8-15,0 0 2 0,0-1 1 0,-2 2-1 16,1-2-1-16,1 2-6 0,0 0 12 0,1 2-4 15,1-2 0-15,-1 3-3 0,0-1 1 0,-1 2 7 16,2 1-6-16,-1 2 0 0,0-1 6 0,1 1-2 16,1 4-1-16,-1 0 2 0,0 1-2 15,0 2-2-15,1 0-5 0,2 1 3 0,-1-1 0 16,-1 3-2-16,-1 0 3 0,0 1 0 0,-1 0 0 15,2 0-1-15,-2-3 3 0,0 1-1 16,1-1 2-16,-2-3-2 0,1-2 2 0,0-3-1 16,1 0 3-16,-2-5 0 0,1-2-3 0,2-4 2 15,2-6-4-15,0-6-1 0,2-9-2 16,0-4 0-16,2-3 1 0,0 1-1 0,1-1-2 15,1 0 2-15,1-3-1 0,2 2-2 0,3 0-3 16,1-1-4-16,1 1-1 0,2 0-8 0,2 3-51 16,-2 1-89-16,1 4-45 0,-3-1-21 15,-1 6-9-15</inkml:trace>
  <inkml:trace contextRef="#ctx0" brushRef="#br0" timeOffset="48721.78">25677 14099 23 0,'-4'1'216'0,"1"0"-4"0,0 1-20 16,0-1-39-16,1 0-41 0,0 1-42 0,-1-1-28 16,0-1-15-16,1 0-15 0,-1 0 0 0,0 0-1 15,1 0 1-15,-1 0-2 0,0 0-3 0,1 0 7 16,-2 0-3-16,1-1-2 0,0-1-1 15,1 1-1-15,-1-2 2 0,0 2 0 0,2 1-2 16,0 0-2-16,-1 0-1 0,2 0 1 0,0 0-4 16,2 0-1-16,-2 0 0 0,0 0 0 0,0 0 0 15,0 0 0-15,0 1 1 0,0 2 1 0,1 1-1 16,0 0 0-16,2 4 1 0,0-1-2 15,-2 3-1-15,2 0-1 0,-2-1 2 0,2 3 4 16,1-2 1-16,-2-2-5 0,1-1 4 0,-2-3 6 16,1 0 1-16,-1-1 3 0,0-2 0 15,1-2 3-15,0-3 0 0,1-3-5 0,1-3-4 16,1-5-4-16,2 1-5 0,-2-3 1 0,2 0-3 15,0 0 0-15,2-2 3 0,0-1-2 16,0 0-3-16,2 1 0 0,2 0 1 0,2 2-2 16,2 0-1-16,2 0-3 0,-2 1-2 0,3 1-8 15,0 0-4-15,4 3-18 0,0 4-118 0,0-1-57 16,-1 0-25-16,-2 2-11 0,0-3-4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9-02T00:27:04.3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5757 1688 57 0,'-1'0'168'0,"-2"0"-10"0,1 0-15 0,2 0-23 15,0 0-29-15,2-3-23 0,-2 3-32 0,-2-1-13 16,0 1-11-16,1 0-5 0,-2 0 0 0,1 0-2 16,-1 0 2-16,0 0-1 0,0 1 0 0,2-1-2 15,0 0 0-15,-2 0-1 0,2-1-2 0,-1 0 11 16,2-1-11-16,0 1 2 0,0-1 0 0,-1 1-2 15,0 1-1-15,-2 0-4 0,2 1 9 0,0 1 2 16,-1-1-1-16,1 1-2 0,1-1 6 16,-1 0-3-16,-2-3-3 0,0 0 1 0,2 1-8 15,-2-1 7-15,1 7-5 0,-1-3 1 0,-2 1 0 16,-1-2-3-16,2 3-1 0,-1 0-4 0,1-1 5 15,1-1 4-15,1 1-1 0,-1-3 0 0,0 2 5 16,1 1 3-16,-2-1-8 0,1 3-8 0,1-3 5 16,-1 0 2-16,0-1-3 0,0 1 6 0,1 0 9 15,0 2 3-15,1-1-6 0,0-2-13 0,-1 1 1 16,1-1-3-16,0 0-8 0,-2 0 4 0,-1 1 6 15,3-2 6-15,0 2 2 0,-1 0 3 0,1 1 3 16,0 0-8-16,-1-2 5 0,1 0-3 16,-2 1-2-16,1 1 0 0,-1-1-6 0,2 1 6 15,-2 1 0-15,0-1 2 0,-1-2-1 0,2 0-3 16,0-1 3-16,1 2 6 0,0 1-3 0,-1-2-2 15,0 3 7-15,-1 0-2 0,-1-1-7 0,0 2-7 16,1-2-7-16,1 1 6 0,0 0-1 0,1-1 6 16,-3 0 6-16,2-1 5 0,-1 3 6 0,0 0-7 15,-1-1-12-15,1 2-1 0,1-1 4 0,0 0-5 16,1 1 4-16,-2 0 2 0,2 0 3 0,-3 0 0 15,2-1-1-15,0 0 0 0,0 1-10 0,0-2 3 16,0 2 8-16,-1-1 1 0,2-1-5 16,-1 0 0-16,1 0 3 0,0-1 4 0,-2 1-5 15,0 0 1-15,2 2-1 0,-2-1 4 0,-1 2-1 16,3 0-7-16,0 2-12 0,-1-2 9 0,1 1 5 15,0-2-7-15,-2 1-4 0,2-2 5 0,-1-1 11 16,0 0-7-16,-1 0 8 0,0-1 4 0,2 3-2 16,-2-1-2-16,1 2 8 0,-1-1-13 0,2 1-15 15,0-3 3-15,1 3 9 0,-2-1 0 16,1 1-4-16,1-2 4 0,-1 3 9 0,1-5-6 15,-2 0-3-15,1 2 8 0,-1 0-5 0,1 7 7 16,1-2-4-16,0-1-3 0,0-1 2 0,0 1-9 16,0-2 6-16,0 1-5 0,-1 1 1 0,-2-1 6 15,2 1 4-15,-1 1 1 0,1-1-7 0,0 1-4 16,-1-2-1-16,1 3 0 0,-2-5 3 0,2 1-4 15,-3 0 7-15,3 1 3 0,1-1-2 0,0 2 0 16,-1-1-8-16,-1-3 4 0,1 2 1 16,0 0-5-16,-1-1 8 0,1-2 2 0,0 2-5 15,-2 0-2-15,2 1 1 0,-1 1 0 0,1 1-5 16,0 1 6-16,-2-1 13 0,0 2-4 0,-1-2-1 15,2 0-1-15,-1 1 1 0,0-2-9 0,1 0-7 16,-2-2 3-16,1 3-2 0,0-1 1 0,2-1 5 16,0 0 8-16,-1 1 8 0,1-1-11 0,0 0 0 15,-1 0 10-15,1 0-13 0,-1 0-6 0,0 1 1 16,1 2 4-16,1-1 6 0,0 1-3 0,0 0 6 15,1-3-2-15,1 0-9 0,-2 2 7 16,0 2-9-16,0-2-2 0,-2 3 7 0,2-2-1 16,0 0 5-16,0-1-3 0,0 1 27 0,0 0-8 15,2 0-10-15,0 1-16 0,-2 0 4 16,-2 0 7-16,0 2-18 0,1-3 2 0,0 1 13 15,-1 1 13-15,2 0-3 0,0 2-11 0,0-1-2 16,2 0 7-16,-2 0-4 0,-2 2-2 16,1 1-4-16,-2 2 14 0,0-1-4 0,1 1-6 15,-1-2-2-15,2 3 6 0,1-1 3 0,-2-4-10 16,2 2-7-16,-1 2 8 0,0-1 2 0,1 2 1 15,-2 0 3-15,2-2 4 0,0 0 0 0,0-1 0 16,2 0-6-16,-1 2-3 0,-1 0-6 16,0-1 6-16,-1 0 6 0,-1-1 2 0,1 1-1 15,0-1-1-15,-2-1 4 0,2-2-7 0,-2 1 1 16,1 0-4-16,-1 1 4 0,0 1-2 15,2-2-2-15,0 1 2 0,-1-3-5 0,0 4-1 16,0-1 1-16,-1-1 6 0,1 1 0 0,-1-3-1 16,2 2 7-16,-2 1 5 0,2-2-7 15,1 1-4-15,-1 0 1 0,1 0-3 0,0-1-4 16,1 2-1-16,-1-1 3 0,1 1 0 0,-1-3 0 15,3 2-3-15,-3-2 3 0,0 0 5 0,1 0-2 16,-1 2-2-16,0-1 0 0,0-1 8 16,-1 1-6-16,-2-1-8 0,3 1 2 0,-1-1 5 15,1-4-3-15,1 1 1 0,-1-1 3 0,0 1 5 16,-1 5-1-16,0-2-5 0,-1 2 4 0,1 0 4 15,-2-1-7-15,1 1 0 0,0-1 4 0,1-2 0 16,1 0-4-16,-1 0-7 0,-1 0 5 16,1 2-4-16,0 0 1 0,-1-1 1 0,1 2 6 15,1-5 1-15,-1 3 1 0,-1 0-1 0,1-2-3 16,0 1 2-16,-2-1-8 0,2 1-2 15,-1-2-1-15,1 0 9 0,0-1 3 0,-2 1-3 16,2-1 7-16,-2 1-2 0,2 0-1 0,-1 2-4 16,1-1 0-16,0-1-1 0,-1 1-6 15,1 0 3-15,0 0 2 0,-1-1-4 0,1 3-2 16,0-2 0-16,-1 0 7 0,1 1-1 0,-3-1-2 15,2 0 0-15,-1-1-2 0,0 0 7 0,2-1 0 16,0 3-3-16,-1 0 4 0,1 2-4 16,-1-1 5-16,1 1-3 0,0 0-4 0,-2-1-3 15,2-1 3-15,-1 0 1 0,1 1 1 0,0-1-3 16,-1 1 2-16,0 2 7 0,1-5-3 0,-1 3 4 15,2-2-2-15,2 0-3 0,-2 1 3 16,-2-1-2-16,0 3 3 0,-1-1 3 0,0 2-5 16,1-2 2-16,-1 1 3 0,0 0-6 0,2-2-4 15,0 1 6-15,-1 0 3 0,1-1-2 16,1 0-3-16,-1 1 5 0,-1-1-1 0,1 2-2 15,-2-1-3-15,1 0 4 0,0-2-2 0,1 0-2 16,0 0 4-16,-2 1-4 0,2 1 2 16,-1 0-1-16,1 1-1 0,1-1 1 0,-1 0 1 15,-1-1-1-15,2 0-5 0,-1 1-1 0,1 1 7 16,0 0-4-16,0 2 0 0,-1-1 0 0,1-2 4 15,0 3 3-15,0 0-5 0,0 0 5 0,0 1-3 16,0 1-2-16,0-2 3 0,0 1 4 16,0-1-5-16,1-1 2 0,0-2-3 0,1 1 5 15,-1 0-2-15,-1 1-11 0,1-1 8 0,1 2 3 16,0-1 4-16,0 0-6 0,-1-1-2 15,0 1 4-15,2-2-4 0,1 1-4 0,-1-1 1 16,-1 0-3-16,1 0 6 0,1 3 0 0,-1-1 0 16,1 1-2-16,-2-3-3 0,2 2-1 15,1-2-3-15,1 2 2 0,-1-1-1 0,1 1 9 16,-1 0 2-16,0 1 6 0,2 1-5 0,-2 0 4 15,0 2-3-15,1 0-5 0,0-1 1 0,2 0-3 16,-1 0 2-16,0-1-1 0,-1 0-1 16,2-1 0-16,-1-1 3 0,0 0-3 0,-1-2 0 15,1 3 5-15,1-3-5 0,-2 0 1 0,1-1-6 16,0 0 6-16,-1 0 2 0,0-1-2 0,-1 0 3 15,0-2-1-15,1 2 0 0,-1-1-1 0,1 1-2 16,0-1 0-16,-1 0-4 0,2-1 0 16,-2 2 5-16,2-2 0 0,-2-1-3 0,0 2-1 15,2 1-1-15,0-2-2 0,1 1-1 0,-2 0 1 16,1 1 9-16,0 0 1 0,2 0 5 15,0 1 0-15,1-2 1 0,0-1-2 0,-2 3-6 16,0-1-6-16,0 1-3 0,3-3 3 0,-2 1 5 16,0-2-1-16,3 0 2 0,-1 1 1 15,0-1 1-15,0 1 2 0,2-1-9 0,0 0 2 16,-1 0-1-16,0-3-2 0,0 2 5 0,-2 1-1 15,3-1 4-15,1 0-4 0,0 0 0 0,0 2 6 16,-1-2-2-16,0-1-4 0,-1 1-2 16,3-1 2-16,-2 2-6 0,3-2 2 0,-1 1-5 15,1 0 3-15,-2-3 2 0,2 3 4 0,-1-1 4 16,1-2 0-16,-3 1 4 0,2 0-2 0,-1-1 3 15,2-2 1-15,-1 2-6 0,2-3 5 16,-1 0 3-16,1 0-3 0,-1 0-4 0,0 0 1 16,0 0 4-16,1-3-4 0,1 2-2 0,-1-3 0 15,2 0 3-15,-1 1-5 0,2-1 2 16,-1-1-3-16,-2-2-1 0,0-1 4 0,1-2 5 15,2 2-1-15,1-2 0 0,-1 2 1 0,0-3 5 16,-1 2-5-16,-1-3-7 0,0 0 0 16,1-1 2-16,1 0 0 0,-1 1-2 0,-1 0 4 15,1-1-1-15,-2 1 3 0,2-1 0 0,-2 0 6 16,-1 1-5-16,1 0-2 0,-2 0 2 0,1-1 1 15,-2 0-6-15,2-1-7 0,-1 0 2 0,1 1 5 16,-1-2-1-16,0 0-2 0,0-2 1 16,1 1 4-16,0 0 0 0,0-1-5 0,-1 1 3 15,-1-2-1-15,-1 2 4 0,2-2-5 0,-2-1 3 16,2 2 4-16,0 0-5 0,0-2 4 15,-1 1-3-15,2-1 2 0,-3 0 1 0,0 1-4 16,1-1 1-16,-2 0 1 0,1 0-4 0,-1 1 8 16,1-2-10-16,0-2 5 0,-1-1-3 15,2-3-4-15,-2 0 4 0,1-3-4 0,0 1 5 16,2-1-7-16,-3 2 3 0,0-2 2 0,1 2 2 15,0 0 0-15,2-5 2 0,-3 3 1 0,2 0-2 16,-2 0-1-16,1 0 1 0,-2 2-4 16,0 3 0-16,1-2 1 0,-3 1-2 0,1 1 3 15,-2-2 0-15,-1 2 0 0,0 1 0 0,-2-1 1 16,1 0 2-16,-1 0-1 0,2-2-7 0,-2 1 5 15,2 1 0-15,-2-2-2 0,0-1 2 0,0 0 4 16,-1-1 2-16,1-2-8 0,-1 4 6 16,0-2 3-16,-2 0 7 0,1 1-1 0,0 0 4 15,-1-2 2-15,2 3-2 0,-1-1-1 0,-1 1-10 16,1 2 2-16,-2-2-3 0,2 3 0 15,-2-3 3-15,-1 1-2 0,0 1 2 0,-1-2-2 16,1 1 2-16,-1 2 0 0,-1-2 0 0,1 0 5 16,1 1-7-16,0 1-3 0,0 3 2 15,1-4-3-15,-1 2-5 0,0 0-4 0,-1-2 4 16,-2-1 0-16,1 1-2 0,-2-2 4 0,0 4 4 15,1 0 5-15,-1 0-1 0,2-2 5 0,-1-2-4 16,0-2 0-16,-1 2-1 0,-1 0-7 16,-2 4 4-16,2 0-4 0,2-1 6 0,2-3-9 15,-2 0-2-15,1 0 5 0,-1 1 0 0,0-1-3 16,1-2-1-16,0 0 5 0,0-1-2 0,-1 0 2 15,2 3-6-15,0 1 5 0,-2-1-3 16,0 1 5-16,0-2-1 0,1-2-8 0,-1-1 0 16,0 0 1-16,1 0 0 0,0 3-3 0,0 0 1 15,-3-2 6-15,2 2 13 0,-1 0-16 16,0-1 2-16,1 2 0 0,-1 1 1 0,0-2 2 15,0 1-12-15,-2-1 8 0,2 0 6 0,-2 1-1 16,1 1 2-16,0-1-1 0,-1 4 7 0,0-2-1 16,0 1-5-16,1 2 2 0,1 0 2 0,0 1-3 15,-1 1-4-15,0-1 5 0,-1 1 5 0,0 0-3 16,-1 0-8-16,0 1 1 0,-1 1 5 0,3 0-2 15,0 1 0-15,-1-1-1 0,1 2 5 0,-3 1 7 16,1 0 1-16,1-1-6 0,-1 1-5 16,-1 1 0-16,2-1 3 0,-3 0-7 0,3 2 13 15,-3-1 3-15,1 1-3 0,0-1 4 0,0 1-1 16,-2-1-1-16,4 1-15 0,-4-1 0 0,-1-1 2 15,-2 1-1-15,-2-3-3 0,1 1-4 0,1 0-2 16,-2 0 5-16,1-4-1 0,-2 1 1 0,0-2 0 16,0 2 4-16,2-1 4 0,0 1-4 0,1 2 6 15,-3-1-7-15,1 1 6 0,-1 1 0 0,1 0-4 16,0 1 3-16,1 0-2 0,0 1 6 0,0-1-1 15,1-1-1-15,3 2 5 0,-1 0-5 0,-2 1-4 16,1 2-5-16,-2-2 2 0,2 2 1 16,0-3-9-16,-1 2 6 0,1 1 1 0,-1 0 4 15,2-1-7-15,-1 1-5 0,-1 0 5 0,0-1 0 16,0 1-3-16,-1 0 0 0,0-2 9 0,0 4 4 15,0-1-8-15,0 2 3 0,1-1 6 0,-3 1-3 16,3-3-6-16,-2 2-8 0,2 1 5 16,0-1 0-16,-1 1-3 0,0 0 3 0,-1 1 5 15,-1 1 4-15,1 2-2 0,0-3 0 0,0 3-2 16,0 0-3-16,3 1 4 0,0 0-1 0,1 2 0 15,-2-1-2-15,0 0-3 0,1 1-4 0,0 0 0 16,-1 1 3-16,0 2-1 0,0 0 9 0,0 1 0 16,0-1 5-16,3 1-5 0,-2-2-4 0,0 1 9 15,1 2-8-15,-2-2-5 0,2 2 2 0,-1 1-3 16,-2-2 6-16,2 0-1 0,-2 0 1 0,2 2 2 15,2 1-1-15,-2-1 4 0,2 2 0 0,1 0-1 16,-1-1-2-16,0 0 2 0,-1 1 2 16,1 1-5-16,-1 1 0 0,2 2-2 0,-3-2 0 15,1 4 11-15,1-2-7 0,-2 3-1 0,2-1 3 16,1 1-2-16,-1 0 5 0,2-1-11 0,-2 0 3 15,1 0 5-15,1 0-4 0,-1 1-4 0,-2 0-11 16,3-2-5-16,-1 1-1 0,-2 0-12 0,5 1-9 16,-2 1-3-16,1 0-11 0,-2 1-46 0,-5-5-98 15,0-1-45-15,-4-1-17 0,0-1-9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9-02T00:27:58.7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6620 410 84 0,'-3'3'220'0,"-1"-3"11"0,-2-3-51 0,0 2-73 16,2-2-47-16,0 0-30 0,-1 1-14 0,1-1-14 15,-3 3 14-15,0-3-6 0,2 1-3 0,-2-2 4 16,2 1-6-16,0 1 8 0,1-2-5 0,-1 1-7 16,3 2-2-16,1 0 6 0,-2-1-3 0,-1 1-8 15,-1-2-5-15,-1 1 11 0,1 0 4 0,-1-1-4 16,2 2 12-16,0 1 1 0,0 0 3 0,1 0-11 15,0 0 1-15,1-2-2 0,-3 0-6 0,0-2 4 0,0 0-2 16,0 4 0-16,1-1 3 0,-2 0 2 16,2-1-7-16,-2-3 3 0,-1 0 2 0,0 0 4 15,-1 1 3-15,1-2-3 0,-1 2-3 0,-3 0-3 0,-1 1 6 16,0-1 1-16,-1-1-7 0,-2-1 0 0,2-1 3 15,-3 1 8-15,1-1-13 0,-1 2 0 0,2-4 0 16,-2 2-3-16,1-1 8 0,1 1-9 0,-1 0 4 16,-1-1 1-16,1 2-1 0,-2 0 2 0,2 0 3 15,0 0 4-15,1 2-15 0,1-1 7 0,1 0 0 16,0-2 2-16,3 2 0 0,-2 0-3 0,-1 0 10 15,0 2-7-15,0-1 11 0,-1-1-3 0,1 1-12 16,0-2 4-16,1 2-2 0,1 2 6 0,-2-2-8 16,0 0 7-16,-1 1-2 0,1 0-6 0,-1-1 15 15,-1 2-9-15,2 0-1 0,-2 2 0 0,0-3 6 16,1 3 6-16,2-1-6 0,2-1-3 0,-3 1 7 15,3 1-11-15,-2 0-6 0,-4 0 1 0,2 0 0 0,-3 0 3 16,0-1-7-16,-2-1 5 0,2 1 11 16,-2 0-8-16,1 1 7 0,2 1 5 0,0 0 0 15,-1 2-1-15,-2 1-4 0,4-1 4 0,-2-1-11 0,1 0-3 16,-1-4-4-16,2 2 1 0,-4-2 6 0,2 4-1 15,-1 0 1-15,1 1 3 0,-2 0 7 0,0 1-5 16,2-1-5-16,-1-2-1 0,0-2 5 0,-3-1-2 16,1 2-1-16,-1 2 3 0,2 0 8 0,2 2-4 15,-3 1-3-15,0 1-2 0,1-2-2 0,-1-2-1 16,2 1-7-16,-1 0 2 0,1-1 9 0,-1 0-5 15,1 1-2-15,1 0 0 0,-4-2 9 16,2-1-1-16,-4 3-9 0,-1-3 9 0,5 0 0 0,-2 0 6 16,0 3-11-16,1-3 4 0,-1 2-4 0,1 0-5 15,1 0-1-15,-2 0-7 0,0-1 11 0,3-1 2 16,0 3-8-16,1-1 8 0,-1-2 11 0,0 2 1 15,-1 0-4-15,-1-2-1 0,2 0 9 0,-1 1-4 0,0-1-5 16,0 1-1-16,1 1-6 0,0 2 1 16,0-1 2-16,1-1-4 0,-1 0-9 0,1-1-5 15,-1-1 9-15,2 2-4 0,-2 0-3 0,1-1 6 0,-1 0 14 16,2-1 3-16,0 1-8 0,2 1 3 0,0-2 4 15,-2 0-3-15,-3 0-13 0,1 3 7 0,0-2-6 16,1 2-1-16,0-2 0 0,2 0-6 0,-3-1 2 16,1 0 2-16,4 2 1 0,1-1 3 0,-2 2-1 15,1-2 14-15,-3 0-8 0,0 0-1 0,1 0 1 16,1-1-2-16,-3 0 1 0,2 1-12 0,2 4 13 15,-1-1-4-15,2-1 0 0,-3-2 3 0,-1 0-6 16,2-1 9-16,1 0 0 0,1 0 1 0,0 2-2 16,-2-1-3-16,3 2 6 0,-3 1 3 0,0-2-7 15,0 2-3-15,1-2 3 0,2-2 8 0,-4 1-10 0,4-1 0 16,-1 1 6-16,1 3 4 0,0-3-1 0,-2 2-7 15,0 1 6-15,2-2 1 0,-2 2-12 0,1-1-3 0,2 0 3 16,-2-2 12-16,0 1-3 0,1-1-4 16,-1 1 16-16,2 1 2 0,0 2-9 0,-1 0-7 0,1-1-3 15,0 3-2-15,0-3 0 0,0 0 1 0,1 1-3 16,-2-1 0-16,-1 0 8 0,2 3 0 0,-2-2-3 0,2 1-4 15,0 0 6-15,-3-3-3 0,1 2 1 0,2 0 0 16,-2-1-7-16,2 2-1 0,0 1 1 0,0 0 5 16,0-1-1-16,3 1 3 0,-2-1 4 0,0 2 4 15,-2 0 4-15,2 0-10 0,0 0-1 0,1 0-1 0,-1-3-3 16,0-1 5-16,-1 3-1 0,2-3 10 0,-1 3-4 15,0 0-7-15,0-2-2 0,-3 0-27 0,0 0 10 16,2 0 2-16,-1-1 5 0,0 1 5 0,2 0 6 16,-1 2 23-16,0-2-11 0,1 0-8 0,0 2 3 15,-2-2 2-15,2 1 0 0,0 0-7 0,1-1 0 0,0 0 2 16,0 0-2-16,0-3-2 0,1 0 0 0,-2 0-1 15,1 3 6-15,-1 1-4 0,2-1-5 0,-2 2 4 0,2-1 0 16,1 1-5-16,-2-1 7 0,1-1 0 16,-2-2 9-16,3-2-8 0,0 2-1 0,0 0 8 0,1 1-16 15,-2 2 13-15,-1 1 2 0,0 1 0 0,1-1 7 16,-1 0 4-16,-1-3 0 0,3 0-9 0,-1 0-21 15,1 0 17-15,0 1-4 0,-2 1 2 0,0 0-4 16,1 1 1-16,-1 1 20 0,-1-2-16 0,3 1-2 16,0-1-4-16,1 1 3 0,-2 1-4 0,1 0-3 15,-3-1 4-15,1-1 2 0,1 0 5 0,-1 0-3 16,2 0 7-16,-3 1-8 0,2 1 1 0,1-1-5 0,0 0-4 15,1 0 0-15,-1-1 2 0,2 2 3 0,-1-1-5 16,0 1 11-16,1-1 4 0,-1 0-4 16,0 2-2-16,0 0 5 0,0 0-1 0,2-2-10 0,-1 0-4 15,2 3 4-15,-2-2 4 0,-1 3-1 0,1 0-4 16,1-1 6-16,-1 0 2 0,0 1 1 0,3 0-4 15,0 3 3-15,0-1 3 0,2 1-9 0,-1-2-9 16,-1-1 0-16,1 0 1 0,-1 2 4 0,0-1 7 16,3 1 6-16,0 1 8 0,1 0-5 0,1-1 3 15,-1 1-10-15,1-2-1 0,0 0 1 0,0-1-6 16,-1 0 4-16,0 0-1 0,0 2 5 0,2 3-7 15,-1-1-4-15,1 1 4 0,-1-2 8 0,0 0 4 16,1-2-3-16,0-3 4 0,0 2-11 0,0 0 1 16,1 0-4-16,0 0-4 0,0-1-2 0,-1 4-6 15,1-2 12-15,-1 1 3 0,2-1 2 0,0 0-1 16,0 0 3-16,-1 0 17 0,1 1-1 0,-2-2-6 15,2 0-7-15,3 0-6 0,1 3-3 0,-1-2-5 0,-2 0-4 16,1 0 0-16,-1 1 10 0,-1-1-1 16,1 0-3-16,-1-1 0 0,0 0 2 0,2 1 11 0,-2 0-9 15,0 1 3-15,0-4 5 0,1 1 0 0,-1 1 3 16,1-1-11-16,0 0-2 0,1 0-1 0,-2-1 0 15,0 1-4-15,2-3-1 0,-2 1 2 0,0 0 4 16,0 0 2-16,-1 2 2 0,0-2-2 0,0 3-4 16,0-1 1-16,0-1 0 0,0 1-4 0,0-2 4 15,-1 1 4-15,4-2 1 0,-2 1 9 0,-2 2-5 16,1-2 1-16,1 0-7 0,-2 2-8 0,1-2 4 15,0 0-2-15,1-2 9 0,0-4 3 0,0 3 2 16,-2 1 6-16,1 1 2 0,1 1-8 0,-3-2-12 16,2 1 2-16,0-2 0 0,0-1 0 0,2 3-4 15,-3-3 0-15,1 3 3 0,1 0 0 0,-2-3-2 16,1 1 0-16,1-1-6 0,0 0 7 0,1 0 0 0,-1 2 0 15,0 1 1-15,1 0-3 0,-2-2 7 0,0 2-4 16,1 0 3-16,0 0 1 0,0-2 1 16,0 2 3-16,1 1-2 0,3-3 0 0,-1 2-2 0,1-2 0 15,-3 2-13-15,-1 0 9 0,1-1 2 0,2-1 6 16,0-1 0-16,-1-1-3 0,2 3 8 0,-1-1-8 15,1 0 1-15,-2 0-4 0,0-3-1 0,0 1-5 16,0 0 7-16,-1 1-2 0,3 3-1 0,-2-2-5 16,1 2-4-16,1-2 16 0,-1 2-7 0,2 1 2 15,0-3-4-15,2 4-1 0,-1-1 7 0,0 0 0 16,0 2 2-16,0-4-1 0,2 4 8 0,-3 0 5 15,3-1-3-15,-1 2-14 0,0-3-1 0,0 2 5 16,0-3-2-16,-2 0 3 0,1-2-6 16,-2 0 7-16,3 2-1 0,-2-1-4 0,2 0-1 15,1 2-4-15,-3-3 6 0,0-1 8 0,0 1-1 16,-2 0-3-16,1-3 4 0,2-1 8 0,0-1 0 15,2 0-10-15,2 2 1 0,-3-1 1 0,0 0-5 16,1 0-8-16,0 1 5 0,1-2-1 0,-2 0-5 16,1 0 7-16,-2 0 0 0,2 0 10 0,0 0-10 15,2-2-3-15,-2 1 0 0,-1 0 0 0,0 1-3 16,2-1-8-16,-2-2 7 0,2-1 13 0,-1 1-1 15,3 1-6-15,-1-1 1 0,0 3 4 0,0-2-4 16,0 0-4-16,-1-1 0 0,3 1 2 16,-2 0 3-16,2 2-4 0,0-2 3 0,-2-2 5 15,1 0 2-15,0 2 1 0,0 1-6 0,0-1-5 16,0 2 6-16,1 0-4 0,1 0 7 0,-1 0-3 15,0 0 1-15,-1-3 10 0,-2 3-13 0,0-1-1 16,1 0-2-16,0-1-4 0,1 1 5 0,-2-1 3 16,2 0-2-16,-3 2 8 0,1-5-6 0,2 4 4 15,1 0-9-15,-1 0-8 0,0-1 23 0,2 1-12 16,0-2-4-16,0 0 3 0,0 0 7 0,-1-1 1 15,-3 2-15-15,2-2 1 0,-1 0 7 0,-1 1-9 16,2-4 4-16,-3 1-1 0,1 0 1 16,-1-1-2-16,1 4-2 0,-2-1 9 0,0 0-1 15,-2 3 1-15,2-2 1 0,-2 1 7 0,1 2-2 16,-1-1-2-16,1 0-5 0,2 0 4 0,0-2 2 15,-1 0-8-15,-2 0-6 0,-3-1 0 0,3 3-1 16,0-2 2-16,1 2-6 0,2 0 5 0,-1-1 8 16,1 1 1-16,-1-1 4 0,-1-3-8 0,1 2 1 15,-1-3 5-15,-2 3-3 0,0-2 10 0,2 0-5 16,0 1-2-16,2-1 0 0,-1-1-3 0,2 2 3 15,-2-1-7-15,3-4 5 0,1 2 8 0,-2-1-1 16,2 1 0-16,-3 0 3 0,0-5 4 16,-2 3-2-16,2 1-8 0,-1-2 5 0,2 5-2 15,2 0-17-15,-3 0 5 0,-1 0-5 0,0-2 10 16,1 0-5-16,-1-1 8 0,2-1 7 0,-2-1-8 15,0 1 4-15,0 0 0 0,0-1-1 0,-1 0 1 16,1 0-3-16,0 0-6 0,0 1 3 0,0-3 1 16,2-1-3-16,0 2 0 0,-2-2-1 15,-1 1 8-15,0 0 5 0,0-2-5 0,0-1 6 16,-1 0-9-16,1 1 5 0,-1 2 0 0,0-2-4 15,3-1-2-15,-1-1 1 0,1 0-5 0,-3 0-3 16,2 1-2-16,-2 0-2 0,0 2 2 0,-1-1 1 16,0-1 5-16,0 2 5 0,-1-2-4 0,2-2 0 15,-1 1 2-15,0-1 7 0,1 1-2 0,-3 1-1 16,-2 0 8-16,2 0 4 0,-2-1-6 0,3 1-7 15,-1-2-1-15,-2 0 0 0,0 2-6 0,-1-2-5 16,1 3 1-16,-1-1-3 0,-2-2 6 16,0 1 3-16,1 1 2 0,-1-2 4 0,0-1-3 15,1 0 1-15,-2 1-2 0,-2-2 0 0,1-3-1 16,0 2-4-16,-2-1 2 0,0 0-1 0,-1 0-7 15,0-1-2-15,0 1 6 0,-1-2 0 0,0 2-1 16,-2-4 4-16,-1 0 7 0,-1 0-2 0,-1-1-6 16,-1 0 0-16,-2-1-3 0,1 2 0 0,-1 0 1 15,0 2 6-15,1-1-8 0,0-2 1 0,0-1 2 16,-3 5-5-16,2-2-4 0,-2 2-8 0,-1-2 3 15,2-1 4-15,-3 3 3 0,2-2 0 0,-1 7 8 16,-1-4 1-16,-1 2 2 0,0 1 0 0,-1 1 1 16,0-3 8-16,2 2-10 0,-1-2 4 0,0 3 4 15,1-3 1-15,-2 0 0 0,3-1-2 0,-2 0 2 16,0 1-2-16,0 2-1 0,0 4-7 0,0 0-2 15,1-1-5-15,-2 1 7 0,2 0-4 0,1 2 4 0,-1-1 1 16,-1 2 2-16,1 1 6 0,1 1-5 16,-3 1-1-16,3-1-3 0,-1 2 6 0,1 3-4 15,0 0-11-15,-2 4-2 0,2 0 1 0,-4 2-9 0,1 1-5 16,-1 0-5-16,1 2-10 0,-3 2-11 0,-2 2-96 15,-3-1-59-15,-2 0-32 0,1-2-11 0,1-2 5 16</inkml:trace>
  <inkml:trace contextRef="#ctx0" brushRef="#br0" timeOffset="3120.17">4108 3196 7 0,'-8'-1'216'0,"-1"-3"8"0,-2 1-15 0,2-5-57 16,-2-1-64-16,-1 1-42 0,2 1-20 0,-2 2-3 15,-2 4-6-15,1-3-3 0,-3 2-3 0,1 0 0 16,1-2 5-16,1 3-6 0,0 0-2 0,2 1-6 15,0-1-2-15,-1 1 6 0,2 0-14 16,0 0 5-16,0 1 8 0,0 0 2 0,1 0 1 16,-3 3-3-16,0-2 17 0,0 1 5 0,3-1-13 15,-1-2-10-15,1 0 7 0,-3 0 3 0,0 1-3 16,-1 0-3-16,1-1 3 0,1 1 5 0,0 1-4 15,0-1-2-15,-1 1-3 0,1 0-10 0,-1 2 4 16,-2 1 0-16,0-2-1 0,-1 2-4 0,0-3 8 16,-1 3 0-16,1-3-2 0,-1 4-3 0,3 2 1 15,-1-2 4-15,0 1 3 0,1 2 2 0,1-1-1 16,0 0 6-16,-3 0-6 0,2-3-9 0,0 1-10 15,-1 1 4-15,1 0 5 0,0 0-2 16,-1 1 4-16,0-1 6 0,1-2 5 0,-1 3-8 16,2 0-3-16,1 2 3 0,-1 0 0 0,1-1 1 15,-1 1 1-15,0 0 0 0,1 2 2 0,-1 1-9 16,2-2-2-16,-1 1-3 0,2 1-1 0,-1-4 11 15,2 1 0-15,-1 2 0 0,1-1 1 0,-1 1-1 16,0 2 3-16,1-5-10 0,0 2-2 0,0 2 5 16,-1 0-1-16,0 0 0 0,0 0-4 0,0-1 3 15,2 0 6-15,1 1-6 0,-1-1 3 0,0-1 5 16,-2 0-7-16,1 0 0 0,0 1 2 0,-2 2 3 15,1-1-7-15,1 2 3 0,0-4 2 16,1 3 3-16,0-2-5 0,0-1-2 0,0 1 3 16,0 3-3-16,0-1 3 0,0-2-6 0,1 2 3 15,-2 1 4-15,1-2-2 0,0 0 3 0,2-1-4 16,0 1 1-16,1 0 1 0,0 0-3 0,1 1-1 15,1-1 3-15,0-3 1 0,1 2 3 0,0 0-10 16,-1-2-3-16,2 3 8 0,0-2-6 0,0 1 2 16,0 0 6-16,2-1-5 0,0 0 0 0,2 1 1 15,-1 3 12-15,1-1-5 0,-2 1-9 16,2-1 9-16,2 1 3 0,-1 1-6 0,2-1-8 15,-1 3-2-15,0 0 8 0,0-8-1 0,1 5 3 16,1-1-1-16,2 3-5 0,0 5 8 0,-1-1-8 16,2-2 1-16,-2 1 5 0,-1 0 5 0,3-2 3 15,-2-1-5-15,0-1 3 0,3 1 0 0,-1-1-6 16,0-1-6-16,2 2 4 0,-1-1 5 0,2-1 2 15,0-2-3-15,0 0 6 0,0-2-1 16,-1 1-2-16,3 0-4 0,0 0 2 0,-2 1 0 16,2 0-5-16,-1 1 2 0,1 0 1 0,-1-2 1 15,0 0-2-15,0 0 2 0,2 2 2 0,-2-2-1 16,2 2 0-16,-1-1-3 0,1-1 3 0,-1 2-3 15,2-1 0-15,-1 1 1 0,2-2-9 0,-1 2 7 16,-1-2 0-16,2-2-7 0,-2 0 2 0,2 0-1 16,-1-1 5-16,-2 2 0 0,3-1-4 0,-2 1 8 15,2-3 1-15,1 1 0 0,-3 0-3 0,3 0 3 16,-4 2 2-16,1 0 3 0,2-1-2 0,-2-2 0 15,6 2-3-15,1 0-2 0,-2 1-5 16,2-1-5-16,0-2-6 0,0 1 4 0,0 0 10 16,-1-1 1-16,3 1 2 0,-2 0 8 0,0 0 2 15,-1-1 1-15,1 0-5 0,-1 0 0 0,3 1-4 16,-1 0-4-16,-2-1 1 0,2 0-2 0,-1 0 1 15,-1 1 3-15,0 0-6 0,0 1 4 16,1 1-3-16,1-1 2 0,0-2 3 0,0 2-1 16,-2-1 10-16,1 0-4 0,-2-1 5 0,2-1-8 15,0 0-5-15,0 0-1 0,1-1-4 16,-1 0 3-16,0 0 0 0,-1-2 7 0,0 0-6 15,-1-2 3-15,-1 1 4 0,-1 0-3 0,1-3-2 16,2 0-3-16,0-2 9 0,2 0-3 16,0-1-5-16,0 2-10 0,1-2 7 0,-1 0 3 15,-1-2-1-15,3 2 4 0,-1-1-1 0,-1 0 14 16,0 1-8-16,-1-2-3 0,-1 0-3 0,1-1-4 15,-2 0 0-15,1 1-5 0,-3 0 4 16,0 2-2-16,0-1-6 0,-1 1 0 0,0 0 7 16,0-1 8-16,2 0-1 0,-1 1 2 0,0-2 2 15,0 2 1-15,0 1-3 0,-1-1-4 16,-1 0-1-16,1 0-4 0,-3-2 10 0,1 0-5 15,-1 0-3-15,1 1-8 0,1 0 10 0,0 3 3 16,-1-4-4-16,-1 2-2 0,2-3 5 0,-1 0 7 16,1 0-11-16,1 0 4 0,1-2-7 15,0 2 7-15,-1 1-1 0,2 0-9 0,-1 0 6 16,-2 0 3-16,1-2 1 0,-1 2-4 0,3-2-3 15,2 1 3-15,1 0 0 0,0-1-5 16,-1-1 4-16,-1 0 4 0,1 0 4 0,-1-2 2 16,-1 0-3-16,0 2 0 0,-3 0-4 0,0 1-3 15,-1-1-1-15,-1 3 11 0,1-5-4 0,-2 2-1 16,3-1 7-16,0 0-1 0,0 1 2 0,1-2-9 15,-6 2-9-15,2-1 9 0,-1 0 1 16,1-1 2-16,0-2-3 0,0-2 3 0,0 0 7 16,2 1-12-16,-1-1 2 0,0 2 0 0,-1-1 0 15,-1 1-1-15,0 2-1 0,-2-1 5 16,1 1-10-16,-1-1 6 0,3-3-1 0,-1-1 7 15,1 1 2-15,-2 1-2 0,0 2 0 0,-1-1-2 16,2 1 1-16,-1 1-5 0,-1-1 1 16,1 0 0-16,-1-2 1 0,3 2-5 0,-2 0 0 15,3 0 3-15,-1-1-10 0,-2-1 4 0,2 0 2 16,-3-1 3-16,1 0 0 0,-1 1-1 0,1 2 8 15,0-2-5-15,3 0 2 0,-2 0 1 16,-2-3 2-16,-1 3 0 0,0-2-2 0,2 1 1 16,-1-1-4-16,2 0-2 0,-2 2 0 0,-2-2 1 15,3 0-6-15,0 1 5 0,-1-1-1 0,2-1 8 16,0 1-1-16,-1-2-5 0,-1 1 13 0,-3-1-7 15,2 0 3-15,-1 1-3 0,2 0-8 16,0 3 12-16,0-1-7 0,-4 3-1 0,0-1 2 16,-3 1-4-16,1-3 7 0,-1 2-10 15,2-1 1-15,-2-3 7 0,0-2 1 0,1-1 0 16,-2 2 0-16,0 1-1 0,1 3 4 0,-3 2 0 15,2-1-8-15,-1-1 3 0,0-1 1 16,0-1 0-16,-2 1-5 0,0-1 1 0,1-1 3 16,0-2-6-16,1 2 2 0,-2-1-4 0,1-2 9 15,1 1-1-15,0-1 4 0,0 0 1 0,-1 0-2 16,1-1-1-16,-2 1-7 0,1 3-3 0,-1 0 1 15,-2 0 6-15,-1 0 1 0,1-1 5 16,-2 2-3-16,1-1 0 0,-1-1-1 0,-1 0 0 16,-1-1-2-16,1 3 11 0,-1-1-4 0,-2 4 4 15,0-1 1-15,-1 1-9 0,2 1 5 0,-1-3-4 16,-1 2 4-16,-3 1-6 0,1 0 3 15,0 2 6-15,-1-2-6 0,-2 0 4 0,0 1-2 16,-1 0 5-16,-1-1-9 0,0 3 4 0,0-1-4 16,1 1-5-16,-2 3 1 0,0-3-6 15,-1-1 3-15,0 2-4 0,-3 0 10 0,1-1 1 16,-2 3-3-16,-2-2 6 0,-1 0-6 0,-1 0 1 15,1-1-5-15,-2 1-6 0,-2 2 2 16,0-3 0-16,0 2 3 0,0-2-2 0,0 1-1 16,0 2 6-16,0 0-1 0,1 1 1 0,-2-1 7 15,-1 0-7-15,1 1 0 0,-2 1-2 0,2 0 2 16,0 1-8-16,-2-3-6 0,2 0 14 0,-3 1 0 15,1 0-12-15,3 1 3 0,-1 0 5 16,4 3 6-16,0-2-7 0,-2 0 5 0,2 2 14 16,0 0-6-16,-3 0 0 0,1 1-6 0,1 0 3 15,-1 1-4-15,1 1-2 0,-1-3 5 16,0 3 5-16,2-2 1 0,0 3-3 0,0-1 1 15,-1-1 0-15,1 1-7 0,0 2-4 0,-2-3 1 16,2 1 2-16,-2 0-6 0,1-3 3 16,-1 2 9-16,2 3 2 0,0-3-2 0,1 3 1 15,0-1-2-15,0-1 3 0,0 2-3 0,0-3-6 16,0 0 2-16,0 1-2 0,-1-1 2 0,0 2 1 15,1 0-2-15,0-1 4 0,-1 1-2 16,0-1-3-16,-2-2 6 0,1-1-8 0,-2-2-1 16,1-1-1-16,-1 0 0 0,1 3 2 0,1-3-4 15,-1 3 1-15,1 0 5 0,1 0 4 0,-1 0-6 16,0 3 6-16,2-3-1 0,-3 0 6 15,1 0-7-15,-1 0-5 0,-1 0 7 0,2 0-2 16,-2 0-7-16,0 0 5 0,0 0-1 0,1 1 0 16,-1 2-4-16,0 1-5 0,2-1 6 15,-1 0-6-15,1-1 4 0,-2 3 3 0,-1 0-1 16,-2-1 1-16,1 2 1 0,-1-1-4 0,3 2 3 15,0-3 2-15,0 1 3 0,1-2-1 16,-3-1 3-16,-1-1 1 0,-2 0-8 0,2 0-1 16,0 1 4-16,4-4 1 0,1 1-2 0,0 0 4 15,1 1 2-15,1 0-6 0,4-1-10 0,2-1-10 16,2-1-10-16,5 3-12 0,2 0-15 0,1 0-19 15,-4 5-118-15,0 0-53 0,-1-2-29 0,1-1-5 16,5-9 8-16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9-02T00:28:56.1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3634 2251 48 0,'-2'1'211'0,"1"1"13"16,0-1-46-16,-2 0-59 0,2-1-48 0,0 1-37 15,1-2-11-15,0 0-23 0,1 0 0 16,-1-2 3-16,0 2-4 0,0 0-7 0,0-6-2 0,1 4-2 16,2-1-56-16,-3 4-76 0,-3 7-35 0,2-5-20 15,0 1-10-15</inkml:trace>
  <inkml:trace contextRef="#ctx0" brushRef="#br0" timeOffset="21474.22">4602 5273 128 0,'-29'-6'231'16,"-2"0"12"-16,1-1-46 0,-1-1-86 0,1 1-47 15,-1 0-21-15,1 0-14 0,-1 2-14 16,1-2-1-16,0 0-1 0,2-1-5 0,1-1 5 16,-1 2-4-16,0-1-1 0,0 1-2 0,0 3-5 15,0-2 5-15,2-1-4 0,-1 3 2 16,3-1 6-16,1 2 1 0,1 0 3 0,3 1 0 15,1 0-1-15,-1 1-1 0,3 1-5 0,-1 1-2 16,1 3-5-16,-1 3-6 0,1 4-3 0,-3 3 8 16,1 3 8-16,0 2-1 0,-2 3 1 0,2 5 3 15,-2 1 1-15,0 3-4 0,2 3-10 0,1 1 4 16,1 4 2-16,-1-1-6 0,1 4 1 0,-1 1-2 15,0 3 3-15,2 0-9 0,-1 1 2 16,5 2 0-16,2 0 3 0,-1 3-5 0,3 1-1 0,1-1 3 16,2 4-1-16,3 0 7 0,0 1 1 15,1 0 3-15,1 1 4 0,0-3 4 0,2 1-3 16,0-3 1-16,2 1-4 0,3-4 4 0,3-1 0 15,1-1 2-15,2-2-2 0,2 1-5 0,3-2-3 16,-2-2 0-16,4-1-6 0,1-1-1 0,-1-2 1 16,3 0 2-16,1-2 3 0,8-2-2 0,2 1-8 15,2-2 2-15,-1-3 4 0,-3 1 2 0,3-4 7 16,0-1 1-16,0-4 6 0,2-1 5 15,1-1-7-15,1-2 3 0,3-2-8 0,1-3 8 16,3-4-3-16,-2 1 3 0,1-3 2 0,0-1 0 16,-1-1-3-16,-1-5-7 0,1 0 4 15,-1-2-5-15,2 0 4 0,1-4-3 0,2-2 5 16,3-1 0-16,1-2-5 0,-1-3 0 0,-1-4-7 15,-3-3 2-15,0-4-1 0,-1-2 3 0,-1-2 2 16,0-3-2-16,-3 0 4 0,-1-2-3 0,-3-2-5 16,0-5-3-16,-3-2-2 0,0-4 2 15,-3-3 0-15,0-2-4 0,-1-4-1 0,0-2 1 16,0-2 3-16,-3-2-7 0,0-4-6 0,-1-2 9 15,-1-6 9-15,-5-2 3 0,-6 0 6 16,-4-2 12-16,-7-1 17 0,-6 0-8 0,-4 1-7 16,-7-1 0-16,-3 0 1 0,-5 1-4 0,-6-1-10 15,-6 0 6-15,-5 2 6 0,-5 1-2 16,-4 4-1-16,-4 4-6 0,-5 5 3 0,-6 6 3 15,-7 5 2-15,-2 6-3 0,-3 5-6 0,-4 10-1 16,-2 6-6-16,-3 9-8 0,-3 9-5 0,-3 9-8 16,-2 11-6-16,-3 10-7 0,0 9-18 15,-2 7-13-15,2 4-10 0,0 7-121 0,6-1-57 16,6 1-26-16,7-3 0 0,12-9 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9-02T00:29:38.8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23797 4582 104 0,'1'-3'213'0,"0"-4"-5"15,1 2-39-15,-2-2-54 0,0 0-53 0,-2 4-26 16,0 2-13-16,0 1-14 0,1-1-9 16,1-1-4-16,0 1 5 0,0-1-2 0,-3 2 7 0,1 2 4 15,-1-1 1-15,-1 1-3 0,0-1-3 16,0-1-3-16,-1 0-4 0,-1 1-2 0,1-1 1 15,-3 3 7-15,0 0-7 0,0 1-3 0,0 1 10 16,-2 0 4-16,0 1 0 0,-2 2 0 16,-4 3 3-16,2 0 9 0,-5 1-5 0,-1 2-3 15,0 3-5-15,-5 1-3 0,-3 3 11 0,-2-1-6 16,-5 4 2-16,-1-1 5 0,-5 2-2 15,1 2 3-15,-1 1-1 0,-3 1 12 0,1-2-4 16,-2-1-2-16,0-1 8 0,-3-1-8 0,0 1-1 16,-1-1-9-16,2 0-1 0,1-2 0 0,3 0 3 15,3-1 10-15,2-1-12 0,5-3 2 0,3-1-1 16,3-3 2-16,5-1-5 0,3-4 1 15,2-2 0-15,3-1 5 0,2-1 5 0,4-3-2 16,3 1-5-16,2 0-3 0,1-2 0 0,-2 1-9 16,1 1-2-16,2-2 0 0,1 0 1 15,1-2-1-15,2 1 4 0,2-1 9 0,0-1-15 16,2 0 2-16,1 0-4 0,2-2-3 0,1 0-2 15,3-2-13-15,3 2 0 0,-1 2-10 16,4-1-5-16,0 1-9 0,0-3-40 0,0 1-109 16,-3-2-48-16,-1-1-27 0,0-6-8 0,-2-1 2 15</inkml:trace>
  <inkml:trace contextRef="#ctx0" brushRef="#br0" timeOffset="437.02">22884 4550 90 0,'-6'-12'225'16,"0"1"13"-16,1 0-15 0,-1 2-104 0,1-2-59 15,1-4-25-15,-2 1-2 0,1 2-15 0,1 3-3 16,0 5 2-16,2 2 8 0,0 1-2 16,2-1-8-16,-1 1 1 0,-2 2-10 0,2-1-5 15,0 2-2-15,2 4-4 0,2 1 2 0,1 4 8 16,2 4 1-16,5 0 2 0,0 6 6 15,1 1 6-15,3 3-6 0,0 3-6 0,1 0-1 16,0 2 10-16,1 1-8 0,2 2 0 0,1-1 3 16,2 0 4-16,2 2 5 0,1-1-16 0,-4 0 1 15,1 1-8-15,1-1 2 0,0 0 5 0,0 0-11 16,1 0 4-16,0-1 4 0,1-3 5 15,-1-1-3-15,0-2-4 0,1 0-1 0,1-3-2 16,-3 0-6-16,1-1 6 0,-2-2-3 0,-1 1 2 16,0-4 1-16,-2 0 3 0,-1-2 7 0,-2-4-3 15,0-1 3-15,0 0-11 0,-1-1-1 16,-2 0-8-16,0-1-17 0,-2 2-21 0,-4-3-90 15,-6-1-66-15,-2-2-36 0,-6-2-14 0,0 1 0 16</inkml:trace>
  <inkml:trace contextRef="#ctx0" brushRef="#br0" timeOffset="8880.5">4529 8465 199 0,'-4'-2'225'0,"-1"-1"-10"16,-2-1-62-16,0 1-72 0,0 1-37 0,-1 0-21 15,1-2-13-15,-1 0 0 0,2 1-5 16,-1-2 2-16,0 2 3 0,-1-1-1 0,-1 2 0 15,2 0-4-15,-1-1-8 0,-2 0 4 0,-1 1-2 16,0-2 4-16,-2 1 4 0,0-1 1 0,0-1 2 16,-1 3-5-16,0-4 2 0,2 2 1 15,-2 0 0-15,0 0-4 0,-1 0 1 0,-2 0-5 16,2-1-4-16,-2 1-2 0,-1-2 0 0,0 0 1 15,0 4-5-15,0-3 11 0,1 3 0 16,1-2 2-16,-1 1-6 0,0 0 5 0,1 1-2 16,-3-1-2-16,2 0 2 0,-3 1-2 0,0 2 6 15,3 0-3-15,-2 0 2 0,3 0-2 0,0-2 4 16,3 2-1-16,-2 0-8 0,3 0 2 0,-1 0 2 15,1 0 1-15,1-3-2 0,-2 3 2 0,1-1 0 16,-1 1-1-16,1 0 6 0,0 1 1 0,-1-1 1 16,1 3-4-16,-3-1 7 0,0-2-1 0,1 1-4 15,-1 0-4-15,-1 0 0 0,2 1 0 16,-2 0-6-16,1-1 1 0,1 0 3 0,0 2 3 15,1-2 0-15,0 1 0 0,3 0-2 0,0 0-5 16,2 0-10-16,-2 2-86 0,0 0-78 0,-4-2-40 16,1 1-19-16,0-3-5 0</inkml:trace>
  <inkml:trace contextRef="#ctx0" brushRef="#br0" timeOffset="14341.82">3954 8345 134 0,'-3'-3'206'0,"1"1"-17"0,-2-2-51 16,0 0-54-16,-2 0-32 0,1-2-17 0,1 2-13 16,-1 0-7-16,-1 1-2 0,1 0-5 15,-2 1-6-15,0-1 1 0,-1-2-1 0,-1-1 4 16,3 3 1-16,-2 0 4 0,3 0-4 0,-1 1-3 15,1-2 6-15,0-1-4 0,-5 2-5 0,1-1 5 16,0 1 0-16,-2 1 1 0,2 0-8 0,-1 1 4 16,1 1 6-16,1 0 1 0,0 0 0 0,2 0 2 15,-4 0 0-15,4 1-1 0,-1-1 2 0,0 0-9 16,0 2-3-16,0-1-2 0,0 2 6 0,0-1-3 15,-1 1-2-15,-1 0-14 0,0-1 8 0,-1 3 3 16,0-1 3-16,1 2 0 0,1-1-5 0,-3 0 18 16,3-1 1-16,0 1-1 0,0 1-10 0,-2 0 1 15,0-3 4-15,1 3-8 0,-2-2-7 0,3 2 6 16,-1-1 4-16,-1 0-2 0,0 0 3 0,-1-1 2 15,1 1 1-15,1-2-4 0,0 2 0 16,-1 0 3-16,2 0-3 0,-1 0 3 0,-3-1 1 16,1 1 7-16,-1-2-4 0,-2 3-3 0,0 0 0 15,1-1 0-15,1 0-3 0,0-1-11 0,-3 2 5 16,2 0 2-16,-3-2 2 0,1 1-2 0,0 0 5 15,0 1-1-15,-2-2-2 0,2 0 2 0,-2 0-5 16,0-1 5-16,2 1-2 0,-2 1-1 0,2 0 2 16,-1 0 2-16,1 0 5 0,0-1-3 15,0 1-2-15,-1-2 0 0,0 3-5 0,0 0-2 16,0 0 0-16,-1 0 2 0,1 2 1 0,-1-1 4 0,1 2 3 15,-3-2-2-15,1 1-5 0,1-1-5 16,0 2 4-16,3 0-4 0,-2-1 5 0,1-1 2 16,1 1-1-16,0-1 6 0,0 3-8 0,3 0 2 15,0-1-6-15,-1 0 2 0,2 1-2 0,-2-2 1 16,0 1 3-16,2-1-1 0,1 1-2 0,-1-1 2 15,0 1 1-15,-1-2-2 0,1 2 4 0,-1 1-1 16,0 0 6-16,0 1-7 0,0 0-1 0,-1 1 1 16,3 0 1-16,-2 1-1 0,-1 0-7 0,0 2 3 15,-1 0 7-15,1-1-2 0,0 0-5 0,-1-1 0 16,2 2 6-16,-2-5 1 0,2-1-4 0,1 3 1 15,-2-2-1-15,2 5-1 0,0-1 2 16,-1-4-1-16,2 2 1 0,-1 0-7 0,-1-3 3 16,1 3 1-16,1-2 1 0,-2 1-3 0,2-2 1 15,0 3 5-15,0 0 1 0,-1-2 3 0,1 2-1 16,1 0-4-16,-1-3 0 0,1 4-2 0,1-2-1 15,0-1-6-15,-1 0 0 0,2 0 2 16,0-1 3-16,1 3 6 0,-3 0-1 0,3-2-2 16,1 0 0-16,0 0-1 0,1 2-3 0,3 0-4 15,-1 0 3-15,1 0 2 0,0 1 2 0,0 0 2 16,0 1 0-16,0 1-1 0,0 0 1 0,-2 0 0 15,2 1 2-15,0-1-4 0,2 2 5 0,-1-1 0 16,2-1-3-16,0 2 3 0,1-2-1 0,0-1-1 16,1 1-7-16,-1-1 0 0,-2-1 0 0,1 0-1 15,1 1 1-15,1-1 10 0,1 1 2 0,2-1 2 16,-3-1-2-16,0 1-4 0,1-1 3 0,-1 0-9 15,3 1 3-15,0 0 0 0,0-1-2 16,0 0 3-16,1 0 0 0,-2 0-3 0,-1 1-2 16,2-1-2-16,2 0 3 0,0-1-2 0,1 0-2 15,1-2 3-15,-1 4 6 0,-1-1 4 0,3 0 0 16,-2 0 3-16,0 2 1 0,-1-2 3 0,0 1-5 15,0-2-5-15,1 1 2 0,-2-1-3 0,3 1 1 16,-3-1 3-16,2 0-1 0,1 0 4 0,-1 1-3 16,-1 0 1-16,2 0-3 0,-1-2-5 0,1 1 1 15,-2-2 0-15,1 3 2 0,1-3-1 16,0 4 5-16,0 1 1 0,1 0 0 0,-1-1-5 15,0 0 0-15,-1-2 0 0,-2 1-3 0,2-1 4 16,-1 1-5-16,1-1 7 0,1 2-4 0,-1-1 0 16,-2 0 5-16,1-1-6 0,0 1 5 0,-1-1-1 15,2 0 7-15,-2-1-2 0,-1-1-9 0,1 2 5 16,-1-2-3-16,0-2 1 0,-1 2-6 0,2-3 3 15,-2 1 6-15,0 2-1 0,2-1-2 0,1 0 0 16,1 0 0-16,0 0 0 0,1 2 0 0,0-1-2 16,1 1 0-16,0-2 2 0,3-2 4 15,0-3 0-15,3 3-6 0,-2 0 9 0,2 1-4 0,-1 0-2 16,-1-1 0-16,2 0-4 0,0-3 5 0,1 2-12 15,1-3 8-15,0 3-5 0,2-3-1 16,1 2 4-16,-2 0-3 0,0-4 8 0,0 0-3 16,-1 2 3-16,3-2 1 0,-1 2-2 0,2 1 0 15,0 0-4-15,1-1 2 0,-1-2-4 0,0 0-2 16,0 2-2-16,1-2 2 0,0 3 0 0,1-3-3 15,-1 0 1-15,1 0 6 0,-1 0 0 0,0 0 0 16,0 1-2-16,1 2 1 0,-1 0-1 0,1-1 1 16,1-2 4-16,0 3-1 0,0 0-1 15,-1-1 2-15,0 1 2 0,0 1-1 0,-1-1-2 16,1-1 1-16,-1 2 5 0,1-2-3 0,0-1 1 15,-1 2-1-15,-2-1 7 0,1-2 2 16,1 2-6-16,-3-2 2 0,1 0-2 0,1-2 1 16,0-1-11-16,1 0 3 0,1 1 6 0,-1-2-3 15,1 1-1-15,-1 1 2 0,0-1 4 16,-1 1-2-16,0-1-4 0,0 1-1 0,-1 0-1 0,0 2 1 15,0-3-1-15,0 3-5 0,1 0 1 16,1 3 5-16,-1-3 3 0,-1 3 0 0,1-2 1 16,0 2 1-16,1-1-5 0,-1 1 0 15,0 0-2-15,-2-1 1 0,1 3 0 0,-1 0 3 0,0-1 6 16,-2 2-4-16,1-1-2 0,-3-1 0 15,-1-1-1-15,2-1-1 0,-3 2-1 0,2-2 0 16,-1-1 1-16,0-1 3 0,0 0-3 16,-1 0-3-16,2-1 2 0,-2-1 1 0,-1 0 2 15,0 0-2-15,0 0 0 0,0-1 2 0,0 0-2 16,1-2-2-16,-1 1-2 0,0 1 1 0,-1-1-2 15,-1 0 0-15,0-2 3 0,-1 3 2 16,0 0-5-16,2-3 3 0,-2 1 3 0,2-2-2 16,-2-1-3-16,-1 3 0 0,1-2 6 0,-2 1-4 15,1-3-1-15,0 0 4 0,0-1 3 0,2 0-1 16,-2 2-4-16,2-5-3 0,-4 3 0 0,1-3 1 15,1 0-1-15,0-2-2 0,2-2 0 16,-2 1 6-16,-1-2-4 0,1 0-2 0,-3-2-1 16,2-2 1-16,-1 0 1 0,0-2 0 0,-1-2-1 15,-1 0 4-15,-1-1-4 0,-2-2 6 16,2-1-5-16,-2-1-1 0,2-2 0 0,-3 0-7 15,-3-1 5-15,0 0-4 0,-1 0 7 0,0-1 1 16,-1-1 3-16,0 1 9 0,-3-1 0 16,0-1 4-16,-3 1 2 0,0 0-2 0,-1-1 0 15,-3 4-3-15,0 1 5 0,0 0-4 0,-1 0-4 16,2-1-1-16,-1-1-2 0,-1 1-3 0,0 3-6 15,-2-1 1-15,-3 5 4 0,0-3 2 16,1 0 7-16,-1 2 2 0,1 0 1 0,-3-2 1 16,1 3-7-16,-1-3-3 0,-1 1-1 15,2 5-2-15,-4 0 0 0,0 2 1 0,-3 1 0 0,-2-1 2 16,-1 2-1-16,-1 2 4 0,-4 0-2 15,2 3-3-15,-1 1 5 0,-1 1-4 0,-1 1-2 16,-4 0-4-16,0-1 4 0,-3 0 1 0,-1-2-4 16,1 0-1-16,-3 1 4 0,3 0 0 15,-3 0 0-15,3-1-5 0,0 0 2 0,-2 0-1 16,2-2-10-16,-3 3 4 0,2-1 5 0,0 2-2 15,-1-2 1-15,0 1 1 0,1 1 12 16,2 2-5-16,3 0-8 0,-1-1 0 0,1 3 2 16,1 1-2-16,0 3-1 0,1 3-2 0,-1 2 8 15,-1 5 4-15,2 4-3 0,2 4 5 0,1 1 7 16,1 5-2-16,2 2 0 0,1 2 0 0,3 2 0 15,4 3-12-15,1 0-12 0,1 1-41 0,2 0-113 16,-3-5-58-16,1-5-30 0,1-4-7 16,1-9 1-16</inkml:trace>
  <inkml:trace contextRef="#ctx0" brushRef="#br0" timeOffset="16656.95">3808 10875 118 0,'-9'-7'227'0,"-4"-2"13"0,-1 1-52 0,2-4-76 16,-3 3-45-16,3-2-28 0,-3-1-13 0,0 2-6 16,-1-1-8-16,0 1 1 0,0 2-2 0,1-1-2 15,1 1 1-15,-1 1-4 0,-1 0 6 0,0 0-3 16,-1 2 0-16,1 1 3 0,-1 0 0 15,1 1-4-15,-1 0-2 0,2 2 1 0,-2 0 1 16,1 0-7-16,-2 1 2 0,1 0 5 0,0 1-1 16,-2 0-5-16,1 0 4 0,-4 1 1 0,3-1-4 15,0 0-1-15,-1 1 0 0,0-1 6 0,1 2-4 16,0-1 4-16,-1 2 3 0,0-2-4 0,-3 1 4 15,1 1-4-15,0 0 2 0,-2 0-7 0,0 3-3 16,-1 1-4-16,0 0 12 0,1-1-5 0,-1 2-4 16,-1-2 2-16,0 1 1 0,-1 1 2 15,1 1-15-15,-1-1 3 0,2 2 6 0,-2 1-2 0,1 0 4 16,-1 2 1-16,2-2 4 0,0 2-2 15,0-3-3-15,2 3-1 0,-1-1-5 0,1 2-2 16,1 6 4-16,0-2 0 0,1 1-2 0,1-2 3 16,3 1 2-16,-3 1-1 0,3-1-6 0,-2 1 6 15,2-3-1-15,1 0 3 0,-1-2 0 0,1 0-1 16,-1 0 2-16,2 0-4 0,-1-1-2 0,3-1 3 16,-2 2-2-16,2-1 4 0,-2-2-3 0,3 2 4 15,0-2 3-15,0 1-5 0,2 0 0 0,-4-1-3 16,2 2 6-16,0-2-3 0,-2 2 0 0,0-2 0 15,0 0-1-15,0 2-3 0,0-1 0 0,1 3-1 16,-2-1-1-16,2-1 1 0,1 3 8 16,0-1-2-16,1 0-6 0,1 1 3 15,-1-2 2-15,0-1 0 0,-1-1-6 0,2 1 3 16,-2 0 4-16,-1 0-1 0,0 3 4 15,0-2 0-15,3-1-1 0,0-1 2 16,0-1 1-16,0 3 4 0,2-1-8 16,-1-1 0-16,3-1 3 0,0 0-2 0,2 0 1 15,1-3-4-15,2 5 7 0,2 0-2 16,1 1-4-16,2 2 2 0,1 1-1 0,3 0 5 15,4 2-3-15,1 2 0 0,5 0-1 16,-2 0 0-16,4 2 2 0,-1 0-4 16,0-1 3-16,1-1 3 0,1-1 3 0,-1 0 0 15,4 1 3-15,0 0-6 0,1-2 3 0,0 1-3 16,-2-2 2-16,1 1 1 0,1-4-5 0,0 2 3 15,1-1-3-15,-2-1 0 0,1-1-2 0,0 1 4 16,2-1 1-16,-1 4 0 0,2-1 2 0,1-2 3 16,1 1-4-16,0-1-5 0,1 0 0 0,-1 1-2 15,1-1 1-15,-1-1-5 0,1 0 4 0,1 0 5 16,0 0-1-16,1 0 3 0,0-1-2 0,1-1 2 15,0 0-4-15,1-1-2 0,2 1 1 16,-3 0-2-16,2-2 1 0,0-2 4 0,0 0-4 16,4-1-3-16,-2-1 1 0,4 0-1 0,0-2 1 15,-1-1-3-15,1-2 3 0,-1-1 1 0,-1-1-2 16,1-1 4-16,1-1-1 0,1-4-4 0,0 1 0 15,0-3 1-15,0 0 3 0,0 4-9 0,1-3-1 16,3 0 4-16,-2 0 1 0,3-1-2 0,-1-2 0 16,-1 2 9-16,-1 0 5 0,0-2 1 15,-1 3 0-15,0-2 5 0,0 1-1 0,0-2-9 16,-3 2-1-16,-1-1-1 0,1 0-2 0,1 1-1 15,0 1 0-15,-1-1 5 0,-1 0-1 0,-4 0 1 16,1 0 3-16,-1 1 0 0,-2-2-2 16,1 3 3-16,-1-1-5 0,0 0 1 0,-3 0-4 15,1 1 0-15,-1 0 0 0,-2 1-4 0,0-2 4 16,-1 2 0-16,-1-1-2 0,-2 2 2 15,2-1 2-15,-2-1-1 0,-2 2 0 0,0-2 1 16,-3 1-3-16,-2 0 0 0,0-1-5 0,-2 0 4 16,1-1 0-16,1 1 2 0,-4 0 6 0,2-2-4 15,-1 1 3-15,1-1-2 0,-2 0-2 16,1 0-4-16,-2-3-3 0,3-1 2 0,-2 1-3 15,-2 0 0-15,2-2 2 0,-2 0 3 0,1-2 3 16,1-1-3-16,0-1 2 0,1 0 0 16,-1 0-4-16,0 0 2 0,-2 0-6 0,1 0 5 15,-1-3-5-15,3 2 5 0,-2-2-3 0,3-1 3 16,-1 1-1-16,0-2-2 0,0 1 2 0,0-4-7 15,-2 1 7-15,0 0-4 0,-2 1 2 0,0-1 3 16,-1 0 0-16,-1 3 1 0,-1-4 2 16,0 2 3-16,0-3 1 0,-1 0-1 0,-2 0 5 15,-1 2-3-15,-2-1-3 0,-4 1 2 0,-2 0 0 16,-2 2 0-16,-2 0-3 0,-2-2 4 0,1 2-2 15,-2 1 4-15,-3-3-2 0,-1 2-2 16,-2 0 5-16,-2 0-4 0,1 1 4 0,-3 2-4 16,-2-1 4-16,0-1-1 0,-1 2-1 0,-1 1 2 15,0-2 2-15,-2 3-1 0,2 0-1 16,-3 0 2-16,0 1 0 0,2-1-2 0,-4 3-3 15,0 0-3-15,-3-1 0 0,-6 2-1 0,2-2-1 16,-2-1 0-16,-2 1 1 0,-3 0 0 16,0 1-2-16,-2 0 2 0,2 0-4 0,-2-1-1 15,0 2-1-15,0-1 0 0,-1 0 1 0,-2 2-1 16,0 1 0-16,1 2 0 0,-1-1 2 0,2 1-5 15,-2 3 3-15,3-1-1 0,-3 3-1 0,1 1 1 16,3-1-5-16,-2 1 6 0,3 1-1 16,1 0 2-16,0-1 0 0,3 3 1 0,0 0 8 15,2 0-1-15,2 4 1 0,0-2 3 0,3 2 5 16,1 0-2-16,1 1-2 0,1 1-2 0,-1 1-4 15,2-1-8-15,1-1-6 0,1 0-3 0,4 1-8 16,0-2-6-16,3 0-9 0,0 1-50 16,0-2-97-16,1-2-51 0,0 1-22 0,1 0-7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9-02T00:31:40.5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14180 9653 111 0,'-5'0'244'0,"0"-2"16"0,-1 0-26 0,1 1-94 16,2-1-57-16,1 1-30 0,0 0-15 15,0 0-13-15,0-3 1 0,2 2-7 0,0 1 3 16,0-3 0-16,-2 1 1 0,0-1-1 0,-2 1 2 16,2 0 0-16,-1-1-1 0,0 0 1 0,1 0-1 15,1 2 1-15,-1 1 0 0,2 0 2 0,-1 0 2 16,1-1 0-16,1 0 0 0,1 2-2 15,-2 0-4-15,0 0-5 0,0-1-4 0,0 1-7 16,0-1 1-16,1 0-1 0,1 1 2 0,-5 0 1 16,1 0-1-16,0 1 4 0,0-1-3 0,5 0 4 15,-2 0-4-15,2 0 1 0,1 0 0 16,-4 1-1-16,1 0 1 0,-1 1 1 0,1 2 2 15,3 3 5-15,0 6 5 0,3 2 5 0,0 9 4 16,2 4 5-16,0 7 5 0,2 7 7 16,2 5 6-16,-1 6-1 0,0 4 8 0,-1 7 1 15,-1 2 1-15,2 1-9 0,0 1-8 0,0-5-3 16,0-2-8-16,-1-3-6 0,1-5-6 15,-3-5 0-15,0-7 2 0,2-6 0 0,-3-5 2 16,1-7 9-16,1-5 11 0,0-7 6 0,2-6 2 16,4-8 0-16,0-10-6 0,4-8-12 0,2-8-10 15,1-7-12-15,3-6-5 0,1-7-10 0,3-5 0 16,-1-4-5-16,3-2-5 0,1-1 0 15,2-2-1-15,3 2 5 0,2-5 0 0,2 2 6 16,4-2-1-16,-1 1-1 0,1 2-4 0,1 2-7 16,-1 3-5-16,0 1-11 0,-1 6-19 15,-3 4-21-15,1 4-22 0,-3 4-34 0,-1 5-44 16,2 5-50-16,-9 5-139 0,-2 7-63 0,-8 5-18 15,-2 6 13-15,0 4 39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9-02T00:34:05.2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5872 2019 150 0,'-4'-5'224'0,"1"1"2"0,0-1-71 0,0 3-70 16,1 1-38-16,0 1-27 0,1-2-12 0,0 2-3 15,-1-1-2-15,1-2 0 0,0 0-2 0,-1 2 5 16,2 1 1-16,0 1-7 0,-1 1 4 16,1-1 1-16,0-1-5 0,0 0-1 0,1 0 0 15,-1 1 5-15,2 2-8 0,-1 0-1 0,2 3 1 16,1-1 2-16,0 6-3 0,1 0 4 0,1 4 1 15,0 2-8-15,2 2-5 0,0 1-25 0,0 1-52 16,3 1-70-16,-3-1-33 0,-2 3-10 16,0 3-4-16</inkml:trace>
  <inkml:trace contextRef="#ctx0" brushRef="#br0" timeOffset="50788.9">4796 5199 193 0,'2'-3'240'15,"-1"1"-21"-15,-1-1-49 0,0 1-47 0,0-1-45 16,0 1-30-16,0 0-18 0,0-1-8 15,1 3-1-15,1-2-6 0,-1 1-4 0,0 1 1 16,1 0 2-16,-1 0 0 0,1 0-1 0,-2 1 4 16,-3 1-4-16,0-2-2 0,0 0 0 15,1 0-6-15,0 0 0 0,1 0-2 0,1 0 4 16,-1 0-3-16,1 0-4 0,0 3 5 0,-2-3 3 15,5 0 1-15,0 0-5 0,-2 0 3 16,0 0-1-16,-2 0-2 0,0-3-2 0,1 3-3 16,0-2 1-16,1 0 1 0,2 1-1 0,1-1 2 15,2 1-4-15,-2 1 2 0,2-1 3 0,0 1-2 16,1 0 1-16,2 0 6 0,-1 0 0 15,2 0-2-15,-1 0-2 0,1 0-2 0,0 0 1 16,-1 0-3-16,2 0 2 0,-2 0 2 0,0 0 3 16,2 0 1-16,-3 0-2 0,0 0-2 0,0 0-1 15,-2 0 2-15,0 0-1 0,-1 0-9 16,-1 0 5-16,0 0 1 0,0 0 1 0,0 0-1 15,0 0 3-15,-1 0 3 0,-1 0-3 0,1-2 0 16,-2 1-4-16,1 1 0 0,-2 0-7 16,-2 0 1-16,1 1-6 0,0-1-11 0,-1 0-7 15,1-1-16-15,0 1-41 0,-3-2-104 0,0-2-52 16,-4 1-20-16,1 1-6 0,0-1 7 15</inkml:trace>
  <inkml:trace contextRef="#ctx0" brushRef="#br0" timeOffset="51129.92">4873 4980 87 0,'0'-2'234'0,"0"1"5"15,-2 1-39-15,1 0-46 0,-1-1-48 0,1 1-38 16,4 0-26-16,0-1-17 0,0 3-3 0,-2 2-6 16,-2 0-3-16,0 2-4 0,-1 1 4 15,2 0 1-15,0 2 3 0,0 1 3 0,2 0 3 16,-1 1 3-16,0 2-3 0,1 0 3 0,-2 2-3 15,0 1 1-15,0-1-2 0,-2 2 1 16,2-1 2-16,-4 1-3 0,1 0-1 0,1-2 0 16,1-1-3-16,4 1-2 0,-2-1-3 0,1-2-5 15,0-1-1-15,-4-2-2 0,2 1-2 0,0-3-3 16,2 0-8-16,0-2-4 0,1-2-10 15,0 1-19-15,-1-3-21 0,0 1-74 0,-2-5-95 16,-2 0-45-16,-2 1-19 0,-1 0 3 0</inkml:trace>
  <inkml:trace contextRef="#ctx0" brushRef="#br0" timeOffset="52459">4764 5992 23 0,'6'-3'231'0,"-1"0"13"0,-3 2-25 15,-2-1-55-15,0 2-52 0,0 0-41 0,0 0-27 16,0-1-12-16,0 0-10 0,0 0 0 16,0-1-3-16,0 2-1 0,0 0-3 0,-2 0 1 15,2-3 4-15,-1 3 0 0,1 0 1 0,-1 0 2 16,1 0 4-16,-2 0-5 0,2-1-2 15,0 0-1-15,-1-1-4 0,1-1-8 0,0 2 2 16,0 0 2-16,0-2 3 0,0 1 0 0,0 1 0 16,0 0 2-16,1 0-4 0,-1-1 0 0,0 0-5 15,2-1-5-15,-1 1 0 0,2-1 1 16,2 1-2-16,0-1-1 0,2 1 3 0,1-3 2 15,0 3-5-15,1 2 0 0,0-3 3 0,1 3-11 16,0-3 2-16,1 1 2 0,0-1 5 0,0 0 0 16,0 2-2-16,1 1 12 0,0 0-4 15,0-2-3-15,0 1 0 0,-1 0-1 0,-2 1 4 16,1 0-1-16,-2 0 2 0,1-2-3 0,-3 1-2 15,1-1 1-15,-2 1-3 0,0 0 1 16,-1 0 0-16,-1 1 6 0,-2 0-3 0,-1-2-2 16,0 2 1-16,0 0 1 0,2 0-4 0,-2 2-1 15,0-2 0-15,0 0 2 0,-2 0-3 16,0 0-5-16,-1 1-7 0,-1 1-14 0,0 1-13 15,0 0-15-15,0-2-17 0,0 1-48 0,-2-1-99 16,-1 2-41-16,-3 2-19 0,-3 1-2 0,3-4 10 16</inkml:trace>
  <inkml:trace contextRef="#ctx0" brushRef="#br0" timeOffset="54052.09">1707 5251 56 0,'1'-1'241'15,"-1"0"15"-15,0-1-16 0,0 2-72 16,0 2-69-16,0-4-37 0,0 1-20 0,0-2-9 15,2 0-6-15,-1 2-2 0,0 1 1 16,1-1-1-16,0-1-1 0,-1 1 2 0,2-1-2 16,0 1-4-16,0-1-2 0,-1 0-4 15,1-1-1-15,2 1-1 0,1 0-2 16,1 1 2-16,1-1 0 0,1 1 1 15,-1 1 1-15,2 0-3 0,-1 0-1 0,2 1-2 16,1 1 1-16,0-1-3 0,1 1-2 16,-2-1-1-16,0-1 1 0,2 0 0 0,-1-1-1 15,0-1-2-15,-2 2 5 16,0 0-3-16,-1 0 3 0,-3-1-1 0,1-1 0 15,-1 1-1-15,-1 0-3 0,1 1 3 16,0-3-6-16,-2 3-6 0,-2-2-13 0,1 1-12 16,-2-1-19-16,1 0-20 0,-2-1-53 15,-3 1-96-15,-1 0-44 0,-3-2-15 16,0 1 4-16</inkml:trace>
  <inkml:trace contextRef="#ctx0" brushRef="#br0" timeOffset="54330.1">1860 5145 77 0,'-1'-4'243'0,"-1"-1"12"0,1-1-30 0,0 1-68 16,1 0-66-16,-2 0-35 0,2 1-20 15,0 0-12-15,-1 1 1 0,-1 1-6 16,2 0-5-16,0 1 3 0,2-1-4 0,-1 2 4 15,-1 0-4-15,0 0 3 0,0 2 2 16,0 0 1-16,0 1 3 0,2 4 3 16,-1 2 2-16,0 1-4 0,1 3 1 0,-1 2-10 15,2 3-3-15,-2 1-8 0,0-1-5 16,2 1 2-16,-2 0-2 0,0 0-2 15,2-1-14-15,0-2-19 0,-5-3-71 0,-2-1-103 16,-2-4-54-16,-1-1-23 0,5-3-2 16</inkml:trace>
  <inkml:trace contextRef="#ctx0" brushRef="#br0" timeOffset="55428.17">1659 6017 181 0,'1'-1'239'15,"1"1"-12"-15,-1 0-43 0,-1 0-60 16,0 0-54-16,0-1-22 0,0 0-8 15,1-1-1-15,1-1-7 0,-1 1-2 0,-1 2 1 16,0-3-2-16,1 3-2 0,1-2-4 16,-1 0 1-16,0-1-2 0,2 1-4 0,0 0 0 15,1-1-3-15,2-1 3 0,0 1 2 16,-1 1 1-16,2 2-1 0,1 0 0 15,1 0-1-15,2 0 1 0,2 0-6 16,-1 1 1-16,1-1 3 0,0 0 1 0,-1-1 1 16,2 0-5-16,-2-1 5 0,-2-1-3 15,2 1-3-15,-2-1-2 0,-1 0-4 16,0 2 1-16,-2-2-6 0,-1 1-2 0,0 1-6 15,0 0-21-15,-2 0-34 0,-8 1-123 16,-5 1-87-16,-3 1-45 0,-5 3-20 16,3-3 6-16</inkml:trace>
  <inkml:trace contextRef="#ctx0" brushRef="#br0" timeOffset="82902.74">15993 2835 13 0,'-2'0'8'0,"1"0"9"0,0 1 11 0,1 0 8 16,0 1-6-16,0-2 8 0,0 0 2 0,0 0-10 15,0 0-2-15,0 0-8 0,0 0 1 0,0 0-5 16,0-2 1-16,1 2 5 0,2 0 0 0,-3-1 7 16,0 1 1-16,-2 0 8 0,2 0 11 15,-1 0 4-15,1 0 11 0,1 0-2 0,1-1-4 16,-1 0-7-16,-1-1-17 0,1 2-10 0,1 0-10 15,-1 2-10-15,0-1 18 0,1-1-6 0,-1 0-5 16,-1 0-6-16,0-1 1 0,-1 1 0 16,-1 0-18-16,1 1 5 0,1 0 9 0,-1 0 3 15,-1 1-5-15,1 1 4 0,-3-3-3 0,0 2-3 16,-1-2 3-16,1 0 1 0,1 2 0 15,1-2 0-15,0 0 1 0,2 0-2 0,0 0-5 16,0 0 0-16,0 1 2 0,0 1-2 0,0-2-1 16,0 1 5-16,-1-1 3 0,1 0-1 15,0 1-2-15,0 0 2 0,0-1 1 0,-2-1 0 16,2 0-3-16,-1 0-1 0,1 1-2 0,0 1 2 15,1-1 4-15,1 0 0 0,-2-1-2 0,1-1 4 16,-2 2-1-16,-1 0-1 0,2 2-8 0,2-1-8 16,1 0 3-16,-2 0 2 0,2 1 6 15,-2-1-2-15,-2-1 4 0,1 0 6 0,-2-1-4 16,1-1-12-16,2 1 1 0,1 0 2 0,0 0 5 15,1-1 2-15,1 1-9 0,-3 1 11 16,0-2 1-16,2 2 3 0,0-2-1 0,1-1-7 16,0 3 12-16,-2-3-5 0,1 2-3 0,0 0-9 15,-1-1-15-15,2 2-18 0,-2 0-20 16,-2-1-21-16,-2 1-22 0,1-3-15 0,-2 0-12 15,3 3 3-15,0 0-12 0</inkml:trace>
  <inkml:trace contextRef="#ctx0" brushRef="#br0" timeOffset="86926.97">16038 2827 30 0,'0'0'32'16,"0"0"1"-16,1-2-2 0,-1 2-7 16,0 0-4-16,2 0-1 0,-2 0-8 0,0 0 4 15,1 0 4-15,1 0 7 0,0 0 5 0,-1 0 4 16,-1 0 13-16,0 0-8 0,0 2 6 15,0-2 0-15,-1 0 0 0,-1 0-4 0,8 0-6 16,-2 0 7-16,0 0-10 0,0 0-2 0,-7 0-3 16,0 0-2-16,1 0-5 0,-1 0-7 15,2 0-1-15,-1 1-6 0,1 1-2 0,0-1-1 16,-1-1 1-16,0 0-2 0,1 0 0 0,1-1-4 15,0 1 6-15,1-2-2 0,1 1-1 0,-2 1 3 16,0 0-4-16,0 0 3 0,0 0-5 16,2 0-1-16,-1 1-10 0,0-4 2 0,-1 2 3 15,-1-1 3-15,0 1-2 0,-3 1-1 0,3 0 12 16,-1 1-3-16,2 1 3 0,0-1-4 0,0 1-1 15,-1-1 7-15,1-1-8 0,-1 2 4 16,-1-1 0-16,0 0-2 0,-1 1 0 0,2-2-9 16,1 0 10-16,1-2 2 0,0 1-6 0,1 0 4 15,-1-1-1-15,2 2 10 0,-2 0-6 16,-2 2-7-16,-1-2 2 0,-2 1-5 0,2-1 1 15,0 0-4-15,2-1 7 0,-1 1-3 0,0 0 5 16,1 1 1-16,0 0 4 0,-2 1-2 16,2-1-7-16,0 0 5 0,0 0-1 0,2 1 0 15,-4-2-8-15,1 0 3 0,0 3 2 0,-1-3 0 16,2 2 3-16,-1 0 0 0,0-2 2 0,1 0-3 15,0-2 1-15,0 2-2 0,0-2-2 0,-2 2-3 16,1-3 1-16,1 3 2 0,0 0 2 16,-4 0 2-16,4 3 2 0,0-3-1 0,-1 2-1 15,2-2 0-15,0 0-1 0,-1 0-5 0,3 0-1 16,-2 0 2-16,-1 0-1 0,0 0-3 0,0 2-11 15,0-1-5-15,0-1-5 0,0 0-11 16,-1 2-9-16,-2-1-9 0,2 0 2 0,1 0-12 16,-1 1-16-16,1-2-17 0,-2 1-23 0,2-1-5 15</inkml:trace>
  <inkml:trace contextRef="#ctx0" brushRef="#br0" timeOffset="114119.52">3314 8422 16 0,'0'0'207'15,"1"0"-2"-15,0 0-22 0,-1 0-33 0,0 0-38 16,0 0-32-16,0 0-32 0,2 0-24 0,-1-2-7 16,0 2-6-16,1 0-1 0,-2-1-3 0,0 1 0 15,1 0 2-15,-1 0-1 0,0 0-1 16,0 0 0-16,0 0-3 0,0 0 2 0,0 0 1 0,0 0-3 15,0 0 1-15,0 0 1 0,0 0 0 16,0 0-2-16,0 0-4 0,0 0 0 0,2 0-2 16,0 0-1-16,-2 0 0 0,1 0 1 0,-1 0 2 15,0 0 1-15,0 0 3 0,-1 0-4 0,1 0 3 16,0-2-1-16,0 1-4 0,0 1 1 0,-2-1 1 15,0 0 0-15,2-1-4 0,0 1 1 16,2 2 1-16,-2 1-2 0,0-1-7 0,-2-1 0 16,1 0-8-16,-1-4-39 0,0 0-99 0,-2-5-49 15,-2-1-22-15,-1-3-13 0</inkml:trace>
  <inkml:trace contextRef="#ctx0" brushRef="#br0" timeOffset="115467.6">1117 6858 9 0,'4'1'208'0,"0"0"3"16,-1 0-30-16,-2 1-43 0,2-2-38 15,-2 0-37-15,0 0-28 0,1 0-17 0,-2 0-3 16,0 0-8-16,0 2-2 0,0-1-1 15,0-1-1-15,1 1 3 0,1-1-4 16,0 0 3-16,-1 0-2 0,-1 0-1 16,0 0 4-16,0 0 0 0,0 0 2 0,0 0 5 15,0 0-1-15,0 0-5 0,0 0 2 16,0 0-2-16,0 0-2 0,0 0-1 15,0 0 4-15,0 0 3 0,0 0-3 16,0-1-2-16,0 0 2 0,0 1-5 0,0-2-7 16,-1 2 1-16,1-2-1 0,0 0-3 15,0-2-9-15,-4-2-39 0,-3-1-97 0,-2-1-53 16,-2-4-27-16,2-3-12 0</inkml:trace>
  <inkml:trace contextRef="#ctx0" brushRef="#br0" timeOffset="116547.66">3396 3548 48 0,'3'0'235'0,"-1"0"12"16,1 0-28-16,-2 0-56 0,1 0-67 0,-1 0-38 16,0 0-21-16,1 0-11 0,-1 0-2 0,0 0-7 15,-1 0-1-15,0 0 3 0,0-2-4 0,-1 1-5 16,1 1-1-16,0 0-2 0,0 1 0 15,0 1-6-15,0-2 0 0,-1 0 4 0,1 0-10 16,0 0 5-16,1 2 5 0,0-2-3 0,-1 0-4 16,3 0-5-16,-3 0 9 0,0 0-16 0,1-2-19 15,-1 2-64-15,-1-3-85 0,-3-2-46 0,0-4-26 16,0-4-4-16</inkml:trace>
  <inkml:trace contextRef="#ctx0" brushRef="#br0" timeOffset="118189.76">18541 3023 167 0,'6'2'257'0,"-2"-1"12"0,-2-1-45 15,1 1-90-15,0 0-55 0,-2 1-33 0,-1-1-17 16,1-1-14-16,2 0-1 0,-1-1 1 15,1-1-1-15,1 1-1 0,2 0 3 0,-1 0 8 16,2-1 1-16,2 2 0 0,0 0 2 0,2-2 2 16,3 1 2-16,0 1-4 0,3 0-1 0,0 1-2 15,4 1-2-15,2 1 0 0,4 1 3 16,3 0 6-16,6-3-2 0,7 2 2 0,6-3-6 15,5 0-2-15,7-3-9 0,4-1-8 0,6-1-2 16,6-1-6-16,1-5-1 0,6 2 3 16,1-3 2-16,1 2 3 0,1 2-1 0,-3-2 10 15,-2 2 10-15,-2-3 7 0,-7 1 3 0,-4 1 2 16,-4 4 7-16,-4 2 2 0,-5 1-3 15,-3 1 0-15,-3 1-1 0,-6 1 0 0,-3 1 1 16,-6 1-5-16,-3-1 0 0,-3 3-7 0,-2 0-9 16,-6 0-3-16,-1-1-4 0,-4 2-4 0,-4-2-4 15,-1-1 2-15,-1-1 3 0,-3 1 2 16,-3 0 3-16,-2-2-2 0,0 2 2 0,-1 0-7 15,-1-1 1-15,0 1-4 0,-1 1 1 0,-2-1-2 16,-1 1-4-16,0 1 4 0,0 0-7 0,-2 0-9 16,2-1-24-16,0-1-29 0,0-2-40 15,1-2-58-15,-4 1-152 0,-2-4-73 0,0-2-25 16,-3-3 6-16,1-2 31 0</inkml:trace>
  <inkml:trace contextRef="#ctx0" brushRef="#br0" timeOffset="155507.89">22836 2225 167 0,'-1'-1'264'0,"-2"-1"12"0,0 0-25 0,1-1-99 15,0 1-50-15,0 0-29 0,-1-1-15 0,2 2-8 16,-1 0-3-16,1-1-2 0,0 2-2 0,-1 0 4 16,-1 0 4-16,0 0 4 0,1-1 0 0,1-1 0 15,0 1-1-15,1 0-2 0,0-2 0 0,-2 3-8 16,2-2-10-16,0 2-6 0,-1 0-7 0,0 0-8 15,1 0-5-15,-2 5-2 0,2-1 2 0,-1-1-3 16,-2-1-2-16,1-4 0 0,0-1-6 0,1 1-2 16,1 2-7-16,0 0-5 0,0 0-7 0,0 2-12 15,0 1-9-15,-1-1-18 0,-1 4-21 16,2-1-22-16,0 1-46 0,-2 2-110 0,-3-1-49 15,-1-2-13-15,-1-1 7 0,5-5 18 0</inkml:trace>
  <inkml:trace contextRef="#ctx0" brushRef="#br0" timeOffset="156440.94">23099 1857 19 0,'0'-2'237'0,"1"2"13"0,-1-3-21 0,2-2-51 16,-2 1-67-16,0 0-44 0,0 0-26 0,-2 2-7 16,1-1-8-16,0 0-7 0,-1 2-1 15,1-2-4-15,0 0 0 0,-1 2-7 0,2 0 1 16,0 1 3-16,0-2-6 0,-1 0-1 0,0 2 1 15,1 0 3-15,0 2 1 0,0 0 4 0,0 0 5 16,-2-3 2-16,1 0-7 0,-1 1-3 0,-1 0-3 16,0 5-5-16,1 0 2 0,-1 5-5 0,0-2 5 15,0 1-3-15,1 3 5 0,-1 1-3 16,-1 2-5-16,-1 0 2 0,0 5 1 0,-1 0 6 15,1 1-2-15,1 3 0 0,0-2 5 0,0 4-3 16,-1 1 3-16,1 2-3 0,0 3 2 0,0 1 1 16,0-1-1-16,0-1-1 0,0 1-2 0,-1-1 1 15,2-2-2-15,2-2 3 0,-1 1-1 0,1-2 4 16,-2-3 2-16,0 0 0 0,1-2 0 0,-1-2-2 15,2-2-3-15,-1 0-1 0,1-2-4 0,0-3 2 16,1 0 3-16,0-2-2 0,0-3-2 16,1 0-1-16,0-2-4 0,1 0-3 0,-1 1-18 15,0-3-5-15,2 0-19 0,2-1-15 0,1-3-39 16,-6 1-113-16,1-4-53 0,-1-5-24 15,-1 0 4-15,1-7 8 0</inkml:trace>
  <inkml:trace contextRef="#ctx0" brushRef="#br0" timeOffset="199933.43">14693 7616 47 0,'0'1'233'0,"0"-1"12"16,0 0-23-16,0 0-68 0,0-1-55 0,2 0-38 16,-1 0-26-16,-1 0-7 0,0-1-8 0,1 2-3 15,-1 0-3-15,2 0-4 0,-1 0 1 0,0-1-4 16,1-1-1-16,0 1-4 0,-2 0 2 0,3 0 1 15,-1-1 3-15,2-2-2 0,6 4-2 16,0-2 1-16,4 1-2 0,-2 0-2 0,1 0-3 16,0-1 2-16,3 1 2 0,-1 0 1 0,2-2-1 15,0 2 1-15,3-2 1 0,1 2-1 0,1-2-1 16,3 2 0-16,2-2 0 0,0 0 1 15,3 1-2-15,0-3-1 0,3 1 12 0,2 1-1 16,1 1-1-16,2-1 1 0,1 0 0 0,0-1 2 16,1 0-14-16,-1 1 1 0,-2-1 4 15,1 0-2-15,-4 1 1 0,0-1 6 0,-4-1-1 16,-2 0 0-16,-3 1-4 0,-4 1-3 0,-3 0 1 15,-1 3-6-15,-4-1 5 0,0-1 0 16,-3 1 4-16,-3 0 6 0,-2 1-2 0,-3 0 0 16,0 0-3-16,-2 0 2 0,-2 1-1 0,0 0-10 15,-3 2-5-15,-1 0-11 0,0 1-13 0,-1 0-25 16,-6 1-107-16,-1-1-66 0,-3 1-33 0,-3-4-12 15,2-3 2-15</inkml:trace>
  <inkml:trace contextRef="#ctx0" brushRef="#br0" timeOffset="-210856.23">17219 6788 45 0,'0'0'225'0,"0"-2"4"16,0 1-27-16,0-1-39 0,0 0-43 0,0 1-39 16,0 1-20-16,0 1-9 0,2-1-3 15,-1 0-7-15,-1 0-5 0,0-1-1 0,0 0-1 16,0 0-7-16,0 0-4 0,-1-2 0 0,-2 3-3 15,2-2-1-15,-1 1-8 0,-3 0 0 16,1 0-5-16,1 1-2 0,0 0-4 0,5 0 0 16,-1 1 0-16,0 0-4 0,1 0-1 0,-2 1-4 15,0-2 5-15,1 3-3 0,1-2-4 0,-1 1-7 16,2 1-2-16,1 0-12 0,0 2-21 15,1-1-35-15,-1 0-109 0,-3-3-49 0,-1-1-28 16,0 0-2-16,0 0 7 0</inkml:trace>
  <inkml:trace contextRef="#ctx0" brushRef="#br0" timeOffset="-210246.19">17418 6556 6 0,'2'0'231'16,"-1"0"12"-16,0 0-17 0,-1 0-57 0,0 0-69 15,0-1-41-15,0 0-25 0,0-1-11 0,2 1-9 16,-2 1-2-16,0 0-4 0,0 0-2 0,0 0-11 16,0 1 5-16,0-1 0 0,1 0-1 0,0 2 2 15,1-2-3-15,-1 0 6 0,-1 1-3 16,2 0 0-16,-1 2 3 0,0 1 0 0,2-1 3 15,1 2 3-15,-2 2 0 0,1 4-2 0,-3 1 1 16,1 4 1-16,1 3 1 0,-1 2 1 16,0 4-2-16,1 1 5 0,-1 4 1 0,0 2 3 15,1 3-4-15,-1 1-2 0,2 1-1 0,-1 1 0 16,1-1-2-16,0-4 0 0,-2-1 4 15,-1-1 3-15,0-3 2 0,0-5-6 0,0-1-2 16,0-3-3-16,2-4 2 0,0-2-6 0,-1-4-2 16,1 1 2-16,-1-3-3 0,0-2-4 0,1-1-14 15,-1-1-13-15,2-1-12 0,1-2-32 0,-2-2-115 16,1-4-56-16,0-5-23 0,-1-1-3 15,2-6 4-15</inkml:trace>
  <inkml:trace contextRef="#ctx0" brushRef="#br0" timeOffset="-138455.09">12348 13219 13 0,'-2'-2'231'0,"1"-1"12"0,0-4-23 0,-1 0-54 16,1 3-67-16,-1-1-43 0,-1 5-23 16,0 0-8-16,1 0-4 0,-1 0-3 0,0 0-4 15,1 0 1-15,-1-2 0 0,0 2-4 0,1 0-1 16,-1-1 3-16,-1 1 1 0,3-2-6 15,-1 1-3-15,1 0 2 0,0 0-1 0,-1-1-4 16,1 0-1-16,0 2 5 0,-2 0 0 0,2 0-4 16,-1-3 3-16,2 0 2 0,2-3-1 15,-1-2-1-15,2-1-3 0,-1-4 8 0,1-1-3 16,0-5-4-16,2-1 0 0,0-4 3 0,1-3 0 15,-1-5-6-15,0-3 1 0,1-4 1 0,0-4 0 16,-2-7 1-16,-1-4 0 0,0-3 1 0,-2-5 1 16,0-1 7-16,1-3 1 0,-1-4 1 0,-1 2 0 15,0-4 0-15,0 0-3 0,0-6-3 16,0 0-2-16,-1-3 2 0,1 1-1 0,-2-2 6 15,2 3 3-15,0 3 6 0,0-2 5 0,0 6-1 16,0 0 2 0,2 2-1-16,-1 1 2 0,0-1-5 0,1 2-3 0,-1-2 0 0,-1 2-2 15,1 1 1-15,1-1-5 0,-1 3 1 0,3 2 0 16,-2-1-3-16,1 4 0 0,0 2-1 15,-1 0 0-15,1 2-2 0,-2 0-1 0,2 1 0 16,-2 0-1-16,1 1-2 0,0 1 0 0,0 2-1 16,-1 0-1-16,1 0 3 0,1 1 2 0,0 1 1 15,1 1 0-15,-1 2 4 0,-1 0 3 16,0 0-3-16,0 0 0 0,0-3 2 0,0 1 0 15,1-1-4-15,0-1-2 0,-2 1 2 0,0-3-4 16,3 0 0-16,-1-3 0 0,-1 1-1 0,1-3-2 16,1-2 0-16,0 1-1 0,0-2 0 15,2 3-2-15,0 0 0 0,-1 4 3 0,2 0-3 16,0 2 0-16,1 0-2 0,-2 0 2 0,1 1-1 15,0-1 1-15,1 2 1 0,1 3-1 16,-1-3-3-16,-1 2 0 0,-2 0 0 0,3 0-1 16,-2 2-1-16,2 2 3 0,1 0 3 0,0 2-1 15,0 2 2-15,0 0 2 0,2 3-2 0,0 2-3 16,-1 1 4-16,3 2-10 0,0 2 3 15,1 3 2-15,-1 0 6 0,2-1 1 0,-2 2 0 16,2 4 10-16,-2-1-7 0,1 0-2 0,1 1-3 16,0 1-2-16,2 0 0 0,0 2-1 0,1 0 2 15,0-1-2-15,0 1 1 0,0 0 1 16,1 1-2-16,-2 0-1 0,3 0-1 0,-1 0 1 15,1 2-2-15,-2 0 0 0,0 0-2 0,1 2 1 16,1-2 0-16,-2 4 2 0,2-3 0 16,-2 2 3-16,3-1 0 0,2 0-1 0,-1-2 0 15,0 0 0-15,2-2-1 0,0 0-1 0,0-1 0 16,-2-1-1-16,4-3 1 0,-1 1 0 15,0-1-1-15,0-3 0 0,0 1-2 0,0-2-1 16,0-2-1-16,0 0-1 0,0-1 2 0,0 0 0 16,-1-2 0-16,2 1-3 0,-1-1 3 0,0-1 2 15,-1-1-3-15,-1 1 1 0,1-1-2 0,-1-4 2 16,1 1-9-16,1-3 0 0,-2 3 1 15,0-1 2-15,-1 1 0 0,-1 0 0 0,-2 0 8 16,1-2-2-16,-1 0 2 0,1-2 0 0,0 1 3 16,0-1 2-16,1 0 5 0,0-1-1 0,0 2 1 15,-1-2 2-15,1-1-2 0,1 1-2 16,-2-2 0-16,1 1 0 0,0-1 1 0,-2 0 0 15,-2 2-2-15,-2 0 3 0,-1-1-1 0,0 1 2 16,-1 0-1-16,-1 2-1 0,-1-2 0 16,-1 3 2-16,-1 1-1 0,1-1-4 0,-1 1-1 15,-1 3 1-15,0 0 2 0,1 0-4 0,-1 2 1 16,-1-1-1-16,0 2 2 0,-1 1-4 15,2 2-1-15,-1-1 1 0,-1 2-2 0,1 1 1 16,1 0-1-16,0 1 2 0,0 1 0 0,0 2-1 16,0 0 0-16,-1 2-1 0,-1 1 8 0,1 2-2 15,1 1-1-15,-2 2-3 0,1 1 0 0,1-1 0 16,1 3-9-16,1 0 5 0,-1-1-3 15,1 1 5-15,1-1 2 0,0 0 1 0,1 2-1 16,-2-1-1-16,4-1 5 0,2 2-3 0,-2-1-2 16,2 0-1-16,-1-1 2 0,1 1 0 15,1 0-1-15,0-1 1 0,5 1 0 0,0 0-1 16,0 2 0-16,0-2 0 0,2 1-2 0,0-1 1 15,-1-1 2-15,0 1 0 0,3 0-2 16,-2-1 0-16,1-2 1 0,-1-1-2 0,0 3 1 16,0-1 2-16,-2 0-1 0,-2 1 1 0,1-2 2 15,1 1-1-15,-2-2-2 0,0 0-2 0,-1 2 0 16,0 0 6-16,1 1-6 0,-2-1 1 15,0 1 1-15,-1 0 1 0,-1 3-5 0,0 0-5 16,-3 1 3-16,0 2 3 0,-2-2-3 0,-3 3 3 16,0-1 6-16,-3 2 0 0,1 0 4 0,-1 1 0 15,-1 0-1-15,0 2-3 0,-1 0-3 16,1 0-1-16,-2 1-4 0,0 0-2 0,-1 0 4 15,-1 0 1-15,0 0 4 0,0 0-2 0,0 0 1 16,0 1 1-16,1-1 2 0,1 0 2 16,-2 0 0-16,0 0 1 0,0 1-3 0,-2 0-4 15,1 1-4-15,0-2-9 0,-1 1-17 0,1 2-21 16,0-1-25-16,-3 0-26 0,1 2-27 15,-2-1-49-15,-5 2-103 0,-5-2-41 0,-2 0-7 16,0-3 11-16,4-3 21 0</inkml:trace>
  <inkml:trace contextRef="#ctx0" brushRef="#br0" timeOffset="-138012.06">15108 4143 155 0,'-4'5'254'15,"-1"-3"13"-15,-1 0-44 0,2-1-80 0,1 1-59 16,1-1-28-16,0 1-16 0,1-1-11 0,0 0-7 16,1-1-5-16,0 3-2 0,0-3-4 15,1 0-7-15,0 3 4 0,1-3 0 0,-1 2-1 16,2 3-3-16,1 0 2 0,0-1 1 0,0 3-2 15,1-3-1-15,0 2 1 0,2 0 1 16,0-2-2-16,2 3 3 0,-1 1-3 0,1-1 0 16,2 0 2-16,2 0 1 0,1-2 1 0,0 1-2 15,1-1 0-15,2 1 2 0,-1-2 1 0,3-1-2 16,-1-1 0-16,1 1-1 0,1 0 0 15,-3-1-3-15,2 0-3 0,-2 1 1 0,-3-1-1 16,1 2-1-16,-2 0 0 0,-1 0-1 0,2 2-2 16,-4-2 3-16,1 3-1 0,-2 1 2 0,-1-1-3 15,-1 3 3-15,-1 0 10 0,-2 1 4 16,-1 3 8-16,-2 2 4 0,-2 5 7 0,-3 2 3 15,-5 3-4-15,-2 4-4 0,-2 1-7 0,-3 3-1 16,-1 1-6-16,1 0-1 0,-1-1-3 16,0-1 0-16,2-2-2 0,1-2-8 0,2-4-11 15,4-1-24-15,4-5-26 0,0-3-69 0,0-5-115 16,0-6-55-16,0-7-21 0,2-6 4 15,4-7 16-15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9-02T00:40:49.8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4648 16031 73 0,'-4'6'236'0,"0"-5"11"0,-2-1-16 15,0 3-83-15,0-3-63 0,1 4-32 0,0-4-16 16,-1 0-7-16,1 0-8 0,-1 0-2 0,0 3-2 15,1-2 1-15,-1 0-2 0,1-1-2 0,-1 0-4 16,0 0 2-16,2 0-4 0,0 0-3 16,0 0 0-16,0 0 0 0,1 0 2 0,1 0-4 15,-2 0-1-15,1 0 0 0,1 1-2 0,0-1-1 16,1 2-1-16,0-2 2 0,1 0-1 0,0 0-1 15,0 0 2-15,0-2 1 0,0 1-2 0,0 1-1 16,0 0 1-16,0 0 2 0,1 1-1 0,2-1-1 16,-1 2 2-16,1-2-1 0,1 1-1 0,1 1-1 15,2 0 1-15,2 1 0 0,4-1-9 0,-1 0 5 16,3 1 4-16,0-2 0 0,2 2-1 0,0-2-1 16,4 1 10-16,3 0-6 0,-1 1 0 0,4 0-1 15,1-2 2-15,-1 2 1 0,3-3-1 16,0 3-1-16,1-1-1 0,-1 1 0 0,0 0 3 15,-3-1-2-15,1 0-2 0,-1 1 0 0,-3-1 0 16,-3 1 0-16,0-1-4 0,-1-1 1 0,-4-1 3 16,0 3 2-16,-2-3-2 0,-4 0 1 0,1-3 0 15,-3 3 2-15,-2-1-3 0,1-1-2 0,-2 1 1 16,-1-2 1-16,0 2 1 0,-1 0-2 0,0-1 0 15,-2 4 2-15,0-1 2 0,1 0-3 0,-1-1-3 16,-1 0-3-16,0-1-3 0,1-2-11 16,1 0-15-16,-4-5-85 0,0-1-84 0,-2-4-40 0,-3-2-22 15,0-1-1-15</inkml:trace>
  <inkml:trace contextRef="#ctx0" brushRef="#br0" timeOffset="31471.8">8413 8475 62 0,'0'-5'225'16,"-1"-2"11"-16,-2 0-20 0,1-1-86 16,-1-1-57-16,0-1-30 0,1-2-9 0,-1 2-11 15,-2-2-6-15,1-2-2 0,5 2 2 0,-1-1-1 16,0 1-1-16,0 0 3 0,-4 2 4 0,0 2 1 15,1 0-1-15,1 3 0 0,-1 2-5 16,0 0-3-16,2 2 0 0,0-1-6 0,1 2-2 16,0 2-5-16,1 2-1 0,2 1 2 0,1 6 0 15,2 3 2-15,1 5 2 0,2 4 1 16,-1 4 1-16,2 2-2 0,0 1-1 0,0 0-1 15,-1-1 2-15,0-1-2 0,0-2-2 0,-1-2 0 16,1-4 0-16,-2-3-1 0,0-2-3 16,0-3 2-16,-2-1 2 0,2-4 1 0,1-4-1 15,1-3 2-15,2-3 2 0,2-6-1 0,0-6-1 16,3-4-1-16,1-7 0 0,3-3-3 0,3-3 0 15,1-5 0-15,4-1-9 0,1-2-7 0,3 0-16 16,0-1-24-16,-4 7-117 0,-3 1-63 16,-4 5-26-16,-6 5-9 0,1 0 5 0</inkml:trace>
  <inkml:trace contextRef="#ctx0" brushRef="#br0" timeOffset="31863.82">8828 9714 226 0,'-4'-15'245'0,"-3"1"9"16,2-3-82-16,1 0-72 0,0 3-40 16,3 1-19-16,-1 1-13 0,1 4-7 0,0 0-7 15,-1 2-4-15,2 4-1 0,0 0-3 0,2 4-2 16,-1 3-1-16,2 4 1 0,1 1-3 0,0 4 1 15,0 1-2-15,2 0 0 0,-2-3 0 0,0 2-1 16,0-5-1-16,0-1-1 0,0-2-1 16,0-2 4-16,1-2 6 0,2-2 1 0,1-6 5 15,3-5 5-15,3-8 2 0,2-7-1 0,3-8-1 16,2-5 2-16,1-5-5 0,1-4-3 15,3-4-2-15,-1-2-3 0,1-2-10 0,1-2-12 16,-2 1-10-16,2 4-19 0,-3 1-102 0,-3 6-72 16,-4 2-32-16,-3 8-12 0,-4 7-1 15</inkml:trace>
  <inkml:trace contextRef="#ctx0" brushRef="#br0" timeOffset="33149.89">7567 13608 162 0,'-1'-23'238'16,"-2"4"10"-16,0 4-57 0,2 1-81 16,0 2-43-16,1 4-24 0,1 1-14 0,0 4-7 15,1 3-3-15,-1 3-5 0,0 5-1 0,2 4 1 16,1 4-3-16,1 6-3 0,-1 2 3 0,0 1-3 15,2 4 2-15,-1 1-1 0,2 0-2 16,0 1 2-16,0-1-2 0,0 1 2 0,-1-2-5 16,2-1-1-16,-1-3 1 0,0-3 0 15,-1-1-3-15,1-3 2 0,1-5-3 0,-1-2-1 16,-1-4 0-16,2-3 3 0,3-4 0 0,-1-4 1 15,4-8 2-15,-1-5 0 0,3-9-3 16,1-6-3-16,3-6-3 0,2-6-5 0,3-5 0 16,3-4 0-16,1-2 6 0,1-1-1 0,2 0 3 15,0 3 0-15,-1 2-7 0,-1 4-9 0,0 3-24 16,-7 7-113-16,-3 6-65 0,-5 5-27 0,-3 7-12 15,-1 7 1-15</inkml:trace>
  <inkml:trace contextRef="#ctx0" brushRef="#br0" timeOffset="33548.91">8169 15079 12 0,'0'7'220'16,"1"4"12"-16,-1 1-24 0,2 5-58 16,-2 2-68-16,0 2-34 0,1 3-22 0,0-1-8 15,1 0-5-15,-1 0-3 0,0-2-6 0,1-2 0 16,1-3 1-16,0-2-2 0,0-3 3 0,-1-4 1 15,1-3 5-15,1-3 1 0,1-3 1 16,2-7 2-16,2-3 1 0,1-9 1 0,2-5-2 16,2-6 0-16,1-9-1 0,1-4-1 0,2-4-2 15,1-3-1-15,2-3-1 0,2-2 0 0,1 1-7 16,1 2-7-16,2-1-18 0,-5 6-112 0,-1 5-72 15,-5 2-41-15,-1 7-14 0,0 2-5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9-02T00:42:07.6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4648 5566 176 0,'2'-1'231'15,"1"0"-17"-15,-2-1-46 0,1 1-59 0,-6-1-49 16,0 2-23-16,0-2-17 0,1 2-7 15,0-3-7-15,1 3 1 0,-1-3 2 0,0 2-8 16,1 0 4-16,0-1-4 0,2 2 4 0,0-4-2 16,0 1-2-16,0 1 2 0,0-1-3 0,0 6 0 15,2-1-2-15,1 0-3 0,2 1 2 0,-1 1 3 16,1-1 0-16,2 2 3 0,2 0 0 15,-1 0 2-15,1 1-1 0,1-2-4 0,1 2 0 16,0-1 0-16,1-2-2 0,-1 1 1 16,1 0 1-16,1 0 4 0,-1-2-4 0,1 0 1 15,0 1 1-15,1-2-2 0,-2 1-9 0,-2-2 5 16,-4 0 6-16,1 0 2 0,0 0-2 15,-1 0-1-15,-1 0 4 0,0 0-15 0,0 1-43 16,-5-1-99-16,0 0-51 0,-3-1-24 0,-3-1-12 16</inkml:trace>
  <inkml:trace contextRef="#ctx0" brushRef="#br0" timeOffset="255.01">4715 5490 197 0,'7'16'228'15,"-3"1"-23"-15,-1-1-52 0,-1-1-57 0,0 2-45 16,0 0-24-16,1 0-18 0,-2-1-23 16,1 0-67-16,-5 2-74 0,-1-3-39 0,0-2-23 15,-1 0-9-15</inkml:trace>
  <inkml:trace contextRef="#ctx0" brushRef="#br0" timeOffset="6600.37">1543 6362 139 0,'5'-2'211'15,"-1"0"2"-15,1 1-63 0,0 0-68 0,2-2-35 16,-2 3-20-16,2-3-9 0,-1 1-8 16,4-1-4-16,-2 1-1 0,0 0-1 15,0 2-2-15,1-3-1 0,-1 3 2 0,0-2-13 16,1 1 7-16,-1 0 1 0,-1 0-1 15,0 1 3-15,-2 0 2 0,1 0 10 16,-2 0-9-16,0 0 1 0,-1 0 2 0,0 0-3 16,-1 0-3-16,1 1 4 0,0-1-1 15,-1 0-11-15,0 0-30 0,-4 4-93 16,0-1-48-16,-4-2-27 0,1 0-13 15</inkml:trace>
  <inkml:trace contextRef="#ctx0" brushRef="#br0" timeOffset="42220.41">25591 2346 55 0,'-2'-1'231'0,"1"-1"13"15,-1-1-39-15,1 1-60 0,1 1-59 0,-1 0-42 16,1-1-17-16,-2 0-12 0,1 0-5 0,0 1-1 15,1-1-1-15,0 0-4 0,0 1-3 0,0-1 2 16,0 1 1-16,-2-1 2 0,2 2-1 16,0 0-5-16,-1 0-2 0,1 0-3 0,0 0 3 15,0 0-10-15,1 3-2 0,1 1-2 0,-1 0-25 16,0 0-78-16,1-2-67 0,-2-2-28 0,-3 1-15 15,-1 0-4-15</inkml:trace>
  <inkml:trace contextRef="#ctx0" brushRef="#br0" timeOffset="43053.46">25770 1996 49 0,'0'-3'219'0,"0"0"-3"16,0-2-32-16,0 3-40 0,0-3-43 0,1 3-46 15,-1-3-17-15,0 2-16 0,0-3-3 0,0 1-1 16,0 2-3-16,0-1 1 0,-1 1-6 0,0 2 2 16,1-1-4-16,-2 0-1 0,2 2 0 0,0-3 1 15,0 3-3-15,0-2-2 0,0 1 0 0,0 1-7 16,0 0 1-16,2 1-5 0,-2 1 19 15,1 3-7-15,0 0 2 0,1 1 3 0,-1 2-1 0,0 5 6 16,1 1-19-16,-1 5 5 0,-1 2 1 16,0 4-1-16,0 0 1 0,-1 4-1 0,-1 2 0 15,2 1-1-15,0 1-1 0,0 1 0 0,0-2-1 16,-1 0-4-16,0 1-1 0,1-2 2 0,0 1 2 15,1-4 4-15,-1-3 1 0,0-1 4 0,-1-4 1 16,-1 0 0-16,4-1-2 0,-1-3-6 16,0-4-8-16,2 1-13 0,0-5-45 0,-3 0-97 15,-2-3-53-15,2-5-23 0,-2-2-6 0</inkml:trace>
  <inkml:trace contextRef="#ctx0" brushRef="#br0" timeOffset="43528.48">25626 2310 224 0,'0'-1'241'0,"0"-1"-25"16,2 0-45-16,-2 2-64 0,0-2-42 0,0 1-23 15,-2 1-13-15,2 0-8 0,0-1-6 0,2 0-1 16,-1 0-4-16,0-1-5 0,1 1-2 16,-1 0-5-16,2-1-1 0,-2 2-7 0,2 0-14 15,-1 0-56-15,1-1-91 0,-3-1-42 0,-3 0-27 16,-7 2-7-16</inkml:trace>
  <inkml:trace contextRef="#ctx0" brushRef="#br0" timeOffset="75190.3">15033 9123 50 0,'4'-2'233'0,"1"1"3"0,-2-1-27 16,0-2-45-16,1-1-71 0,0 0-42 0,0-2-22 15,0-3-10-15,0 2-2 0,-1 0-3 0,0 2 3 16,-1 4-1-16,-2-2 1 0,1 1-1 16,-1 0-1-16,0-1 0 0,0 1-3 0,-1 1 2 15,-1 1-2-15,2-1 3 0,-1 0 1 0,-3 2-3 16,3-1-1-16,-2-1-3 0,1 2-1 15,0 0-2-15,0 0-5 0,0 0 1 0,0 0 5 16,-1 0-4-16,0 0 0 0,-1 0-2 0,-1 0 0 16,1 0 2-16,1 0-9 0,1 0 6 0,-1 0-1 15,0 0 1-15,2 0-2 0,0 0 0 16,-1 0 5-16,1 0-2 0,0 0 0 0,-1 0 2 15,2 0 1-15,0 0-2 0,2-4-2 0,-1 1 1 16,2-2 2-16,1 0-3 0,1-3 0 0,2 1 0 16,3-1-1-16,2 1-1 0,4-1-1 15,2 3 3-15,1 2 0 0,3 0 0 0,-1 1 0 16,4 0 1-16,2 2 3 0,2 2-18 0,2 0 8 15,-1 1 4-15,1 0-1 0,-1 2 0 16,-1 2-1-16,-1 0 15 0,-1 2-9 0,-2-1-2 16,-3 2-1-16,-1-3 2 0,-3 0-2 0,-3 1 4 15,-1-1-3-15,-2-1-9 0,-1 0-8 0,0-4-15 16,-5 1-38-16,-6 0-111 0,-2-2-53 15,-5-2-23-15,-5-5-9 0,1-2 6 0</inkml:trace>
  <inkml:trace contextRef="#ctx0" brushRef="#br0" timeOffset="96511.52">24206 8453 198 0,'-3'3'258'0,"-1"-3"11"0,-1 0-59 0,0 1-86 15,-1-1-43-15,0 1-22 0,2-1-17 0,0 0-5 16,1-1 0-16,0 0-1 0,1 1 0 16,-1-3 2-16,0 3-5 0,-1-3-2 0,3 1-3 15,-3-1-2-15,3 0-6 0,0 1-4 0,-2 0-1 16,0 0-4-16,1 2-2 0,-1 0-4 0,0 0-3 15,0 0-2-15,2 0 0 0,1 0-1 0,0 0-2 16,-1 0 1-16,-2 3-5 0,0 0-6 16,0 3-13-16,1-1-18 0,2 2-20 0,0 1-52 15,0-4-104-15,-2 2-49 0,-5-4-19 0,0 0 3 16,-1-2 13-16</inkml:trace>
  <inkml:trace contextRef="#ctx0" brushRef="#br0" timeOffset="96995.54">24345 8041 117 0,'0'8'228'0,"0"-2"10"16,-1 0-57-16,0 0-63 0,-1 1-52 0,1 0-28 15,0-2-10-15,-1 2-7 0,1-3-4 0,-2 2-3 16,1-2-2-16,-2 1-2 0,1 2-7 0,2-2 3 15,0 2-1-15,-1 0 3 0,0 0 0 16,-1 1 3-16,0 2 5 0,0-1 2 0,1 2-2 16,-1 1-2-16,0 1 0 0,0 3-1 0,-1 0-2 15,0 5 0-15,0-1 5 0,0 2 2 16,-2 4 0-16,2 0 0 0,-1 2 0 0,1 1 1 15,1 1-4-15,1 0-5 0,-1 0 1 0,0 0 0 16,2-1 0-16,0 0-8 0,1 1 1 16,0-3-2-16,-2-3-2 0,2 0 0 0,0-4 1 15,2-3 1-15,-1-1-5 0,2-4-9 0,1-2-15 16,1-3-28-16,-2-2-123 0,1-5-65 0,-3-7-29 15,0-3-9-15,3-6 6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9-02T00:46:01.7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3651 1705 203 0,'-21'-3'234'16,"-1"0"9"-16,1-1-83 0,0 0-72 0,2-2-37 16,-1 2-19-16,3-1-10 0,0-2-7 0,1 0-1 15,0 0 0-15,1-1-5 0,1 3 1 0,0-3-5 16,1 1-1-16,1-2-1 0,-1 1 0 0,1 1-1 15,0 0-1-15,0-1 0 0,1 1 0 0,0 1 4 16,0 0-2-16,0-1 2 0,-2 0 2 0,1 2 2 16,-1-2-2-16,-1 2-5 0,0-3 1 0,-2 1 1 15,-1-2 4-15,1 3-6 0,-3-1 6 0,0 0 0 16,-2 0-1-16,0 0 0 0,-1-1-4 0,-1 0 5 0,-4 2-3 15,-1-1-5-15,-2 0 3 0,-4 0 2 0,0 1 1 16,-3 1 1-16,-3 1 3 0,0 1 5 16,-1-2 1-16,-2 2-1 0,2 1-1 0,-1-2-1 0,0 2-5 15,0 1-1-15,-2-3-4 0,1 3-1 0,1 0-1 16,2 1-1-16,0 0-2 0,-1 1 2 0,3-2 2 15,0 1 1-15,1 0 1 0,0 1 3 0,0 4 2 16,1-2 0-16,-2 1 0 0,3-1 4 16,-2 2 1-16,2-1-3 0,0 1 0 15,1 0-2-15,1-2 1 0,-1 2-4 0,2 2-2 16,1-1 2-16,0 2-1 0,0-1 2 15,1 3 0-15,-1-1 3 0,1 1-1 0,-1 2-3 16,1 0-1-16,-1-1 0 0,2 1-3 16,0 0 1-16,-1 2-2 0,1 3 3 0,0 0-4 15,0 0 1-15,-1-1-1 0,1 2-3 16,-1-1 3-16,-1 0 0 0,1 0 0 0,-1 3 0 15,2-1 0-15,0 0 0 0,1 2-2 16,1 0-2-16,1 1 3 0,-1 3-3 16,0 3-3-16,-2 1 0 0,0 1 0 0,0 0 2 15,1 0-2-15,1-2-2 0,2 1 2 16,1-1-3-16,3-3 4 0,-2 1-3 0,2 0 0 15,1-1 0-15,3-1-1 0,0 2 2 16,3-1 0-16,1-1 2 0,2 3-2 16,5 1 3-16,0 2-1 0,5 2 1 0,2 4 0 15,5 1 3-15,2 4 5 0,3 2 3 16,0 4 5-16,1 2 3 0,1 0 1 0,1 0-1 15,1 1-4-15,0-1-1 0,0-1 2 16,-3 0 0-16,-1-2-3 0,-1 1-2 16,-2-4 2-16,-1 1-2 0,-2-1-3 15,1-2-3-15,-1 0 2 0,-1 0-1 0,0-2-1 16,-2-2 1-16,2-2 0 0,0-1 0 15,1-2-1-15,-1-1 3 0,2-1 2 0,0-2-1 16,3-2-1-16,0 0-1 0,1-3-2 16,4-1-11-16,3 0-18 0,-6-5-46 15,0-4-121-15,-1-12-62 0,-2-9-33 16,6-14-9-16,0-15 8 0</inkml:trace>
  <inkml:trace contextRef="#ctx0" brushRef="#br0" timeOffset="1868.1">5276 2591 95 0,'3'2'173'15,"-1"1"-10"-15,1 1-14 0,0 1-27 0,-2 0-30 16,0 2-22-16,1 3-22 0,-1 3-15 0,0 3-8 16,-1 3-5-16,2 6-3 0,-1 1-3 15,2 4 0-15,-1 4-3 0,1 3-1 0,0 6-1 16,1 4-3-16,1 6 3 0,2 4 2 0,2 7 1 15,2 4-4-15,2 4-1 0,3 4-1 16,1 4-5-16,0 1-1 0,0 3-7 0,1 2 0 16,2 0 1-16,0 0-2 0,-3-3-2 0,3 0-3 15,-3-2 5-15,0-4 5 0,-2-4-1 16,0-3 6-16,-3-4 5 0,0-2 5 0,-2-4 2 15,0-3-1-15,-1-4 1 0,-1-2 0 0,-1-1-1 16,-1-2-1-16,1 0-2 0,-2-2 1 0,0 1 0 16,-1-1-3-16,0-2-1 0,0 2 1 0,2-3-4 15,0 3 1-15,0-3-4 0,-1-1 1 16,0-1 1-16,1 0-3 0,-1-2-1 0,0-3 0 15,0 0 2-15,1-2 2 0,-2 0-1 0,0-1-1 16,2 0 4-16,0-2 1 0,-1 1-4 16,0 1 0-16,1-1-2 0,2-1 4 0,-2 1-3 15,1 0-3-15,0 1 2 0,-1-1 1 0,2 1 0 16,-1 1 4-16,0-2-3 0,-1 1 3 15,2-1 0-15,-3 0-4 0,1-3 5 0,-2 0-2 16,0-3 1-16,0-2-2 0,-1-3 4 0,0-2 3 16,-1-3-1-16,-1-1-2 0,-1-1 3 0,0-2 0 15,0 0 0-15,1-3 1 0,-1-2-3 16,0-2 0-16,0 1 1 0,0-2-2 0,2 0-4 15,-2 2-1-15,0-3 1 0,0-1 1 0,0-1 4 16,0-1 1-16,1 0 5 0,0 0 1 0,-1 0 2 16,2 0 1-16,-2 0-6 0,0-1-2 0,0 1-2 15,0-2-1-15,0 0-4 0,0 1-3 16,0-5-4-16,0 0-4 0,0-2-12 0,0-1-18 15,2-3-19-15,0-5-62 0,-2 0-97 0,-2-5-47 16,0-3-18-16,-2-3 0 0</inkml:trace>
  <inkml:trace contextRef="#ctx0" brushRef="#br0" timeOffset="3769.21">5809 1930 82 0,'5'-3'229'0,"-2"1"13"16,-2-1-41-16,0 1-75 0,1-1-53 0,-1 1-31 15,0 0-20-15,1-1-13 0,-1 2 0 0,1 0 1 16,-2-1-9-16,1 1 0 0,2-1-2 0,1 1 1 16,0 0-5-16,2-2 5 0,-2 0 0 0,1 1 0 15,3-3 1-15,2 1-3 0,3 0-1 16,0-1-1-16,5-1 2 0,-1 1 2 0,3-6 2 15,1 0 7-15,1 0-1 0,1-1-1 0,3 2 2 16,1-2 0-16,1 0 0 0,1-3 2 0,2-2 4 16,1-2 0-16,0 2 0 0,1-4-3 0,0 1-2 15,-1-2-5-15,0 0-2 0,0 0-3 0,2 0-1 16,0-2 4-16,-1-1 2 0,0 0 1 0,2 0 0 15,-1 0 5-15,2 0 4 0,3 0-4 0,-2 0 0 16,1 0 6-16,1 0-1 0,2-1-7 0,-1 1 0 16,0 1-3-16,1 1-3 0,0 1-5 0,1-3 0 15,0 4 1-15,-1 0-2 0,-1 2-2 16,1 0 1-16,-1 0-1 0,0 0 1 0,1 2-2 15,-2 0-8-15,-1 2 7 0,1 3 0 0,-1-1 0 16,1 2-1-16,-1 0 4 0,3 0 8 0,1 1-6 16,1-1-1-16,1 3-1 0,0-1 0 0,3 1-3 15,-2-1 3-15,1 1 4 0,2 2 0 0,-1 0 5 16,1-1 3-16,-2 2 1 0,2 0 2 0,-1 0-1 15,0 1 0-15,0 1 0 0,1 1 2 0,-1-2-4 16,0 0 2-16,2 1 0 0,-1 2-1 0,1 1-3 16,2 0-5-16,-2 0 4 0,3 4 0 15,-1 1 1-15,-1 0 0 0,0 1 3 0,-1 1 2 16,-2 0-5-16,1 2-3 0,-4 6 1 0,-2 2 0 15,1 4 0-15,-4 4-3 0,2 1 0 0,-2 3 2 16,-2 2 3-16,-1 1-3 0,-2 0 0 0,-3 2-2 16,1 2 7-16,0-1-1 0,1 2-6 0,-2 0 5 15,-1 1-3-15,1-1 1 0,1-6-4 16,0 3-3-16,-2 0 1 0,1 0-5 0,1 2 0 15,1-1 2-15,0-2 0 0,2 1 3 0,-1 2 0 16,1 0 1-16,2 1 2 0,0 1-1 0,1 2 2 16,-1 0 1-16,1 1 3 0,-1 1-2 0,1 3-3 15,-1-1 1-15,-1 4-4 0,1-1 0 0,-1 0-2 16,-3 2-1-16,0-1-1 0,-1 1-1 0,-1 2 7 15,-2-1-6-15,-1 1 6 0,-3 0 6 0,-1 0 5 16,-4 2 2-16,0 0-1 0,-3-1 7 16,0 0-5-16,-2 1-1 0,0-1-4 0,-3 0-3 15,0 0 0-15,-2 1-1 0,0 0-2 0,0 0-3 16,-1 2 2-16,1 1 4 0,0 1-5 15,0-1-1-15,-1 0 1 0,0 0-2 0,1 0 1 16,-1-2-6-16,1-2 0 0,0 1 0 0,-1 0 1 16,2-2 0-16,-2 2-2 0,0 0 4 0,2 1-2 15,-2 2-3-15,1 3 1 0,-1 1 1 16,3 2 2-16,-1 4 4 0,0 0 3 0,0 1 7 15,0 2-1-15,1 1 0 0,-2-1 1 0,2 2-4 16,0-1 0-16,0 0-6 0,0 0 4 0,-1 0-1 16,-2-1-4-16,2-3 1 0,-2-2-9 0,-1-3 6 15,0-4 1-15,2-1 1 0,0-4 2 16,-1 0 1-16,0-3 5 0,-1 1-4 0,0-2-4 15,-1 1-2-15,2-2-3 0,-1 0 0 0,0 1-2 16,0 1 0-16,-1-1 0 0,0 3 0 16,-2 0 2-16,2 1 4 0,-1 2 1 0,-1-1 4 15,1-2 3-15,-2 1 1 0,0-2-4 16,0-3 2-16,1-2-1 0,-2-4 2 0,-2-4-3 15,0-2-1-15,1-5 0 0,-2-4-4 0,0-1-5 16,0-6-5-16,0-2-6 0,0-1-12 0,0-3-17 16,-3-3-95-16,-3-6-80 0,-2-1-43 0,-3-5-16 15,-1-2 1-15</inkml:trace>
  <inkml:trace contextRef="#ctx0" brushRef="#br0" timeOffset="18199.04">12208 2070 106 0,'-17'-2'254'0,"0"1"14"16,0 0-3-16,3 0-114 0,2-1-61 0,0 2-34 15,2-3-19-15,2 3-13 0,0 0-14 0,4-1-10 16,4 1-7-16,1 1-7 0,2-1-12 0,2 3-17 16,-2 1-93-16,-2 0-69 0,0 0-32 0,-1 1-14 15,2-1-2-15</inkml:trace>
  <inkml:trace contextRef="#ctx0" brushRef="#br0" timeOffset="22283.27">11804 5392 175 0,'4'-11'251'0,"-1"0"10"16,0 1-49-16,-2 1-88 0,0 2-53 0,1 2-27 15,-1 0-13-15,-1 3-7 0,1-1-5 16,-1 3-5-16,0 0 2 0,-1 5-2 0,0 3 0 16,-1 5-5-16,1 2 2 0,1 4-2 0,0 1-3 15,0 6 1-15,0 2-5 0,0 1 2 16,0 3-2-16,0 1 2 0,1 1 1 0,1-1-4 15,0 1 0-15,1-2 0 0,0-1 1 0,-2-3-1 16,0-1 3-16,1-4-1 0,-1 1-1 0,2-5-3 16,-2-2-1-16,0-4-3 0,2-2-9 0,1-3-3 15,1-6-4-15,4-2-13 0,2-5-22 16,-1-3-112-16,-1-6-56 0,-1-5-25 0,-2-4-12 15,5-5 6-15</inkml:trace>
  <inkml:trace contextRef="#ctx0" brushRef="#br0" timeOffset="22599.29">12137 5383 226 0,'-7'13'239'0,"-2"0"-3"0,-1 2-74 15,0 2-76-15,-2 0-40 0,0 2-22 0,0 0-12 16,0 1-7-16,-2 0-5 0,0 1 1 15,-1-2 1-15,-2 0 7 0,1-1 3 0,0-2 2 16,1-3 4-16,1-1 1 0,3-3-1 0,1 1-5 16,2-3-1-16,1-1 0 0,2 0-5 0,-1-2-5 15,1-1 0-15,1-1 2 0,2-1-1 16,0-1-3-16,2 0 1 0,3-1 1 0,0 0-1 15,2 0 3-15,3-2-1 0,1-1-2 0,3 1 1 16,3-1 0-16,1-3 1 0,2 0-2 0,2 3 0 16,0 0 2-16,3 7 0 0,1-3 1 15,2 1-8-15,2 2-3 0,1 0-8 0,0-1-29 16,-3 1-111-16,-2-1-61 0,-2-1-24 0,-1-1-15 15,1-3 0-15</inkml:trace>
  <inkml:trace contextRef="#ctx0" brushRef="#br0" timeOffset="23047.31">12460 5551 90 0,'-4'0'244'0,"-3"0"9"15,0 1-21-15,-1 1-85 0,0-2-68 16,0 3-35-16,2-1-23 0,-2 3-10 0,0-2-6 15,1 3-3-15,-1 1-2 0,1 1 1 0,-2 2 2 16,1 0-2-16,0 3-1 0,-2 0-1 0,2 2 2 16,0-1-1-16,0 1 0 0,1-1 2 0,2 1 3 15,1 0-3-15,0-1 0 0,1 0 2 16,0-1-3-16,2-2 0 0,1-1 2 15,-1-3 0-15,1-1-1 0,1-1 2 0,0-1 2 0,5-2-1 16,0-4 0-16,4-2-2 0,-2-2 1 16,1-4-1-16,2-2 1 0,0-4-4 0,0-1 0 15,1-2 0-15,-1 1-1 0,-1-3-3 0,1 1 1 16,-2 2 1-16,-1 0 2 0,-1 2-1 15,-1 3 0-15,0 0-1 0,-2 2 4 0,-1 3 0 16,-1 1-1-16,0 2 3 0,-1 2 4 0,0 1 2 16,-1 2-2-16,-1 1 0 0,0 3 0 0,-1 1-7 15,0 1 4-15,-1 3-5 0,0 1-1 16,0 1 1-16,2 2 2 0,0 1 0 0,1 1-6 15,0 2 2-15,0-1 2 0,1 0-1 0,2 2 0 16,0-1-2-16,1-2 4 0,0-1-1 0,1 1-5 16,1-3-3-16,1-2-6 0,0-1-21 15,-3-6-109-15,-2-3-63 0,0-3-33 0,-1-6-14 16,3-4-3-16</inkml:trace>
  <inkml:trace contextRef="#ctx0" brushRef="#br0" timeOffset="23450.34">12579 5499 82 0,'3'7'240'0,"-1"3"11"0,0-2-25 16,-1 1-79-16,0 3-65 0,1 0-36 0,0 0-20 15,1 0-9-15,0 2-9 0,-1 1-2 16,1 0 1-16,0 0 0 0,-1 0 1 0,1 0 1 15,1 0 2-15,-2 0-3 0,1-1-1 0,-1-4 0 16,0 1-2-16,0-3-5 0,-1-1 2 0,0-2 4 16,-1-2 3-16,2 0 3 0,-1-1-1 0,0-4 3 15,1-2-1-15,-1-3-3 0,2-2-4 16,1-3-5-16,1-2-5 0,0-2-5 0,2-2-3 15,1 0-6-15,1 1-3 0,-1 0 1 0,1 1 1 16,-1-1 0-16,2 2 1 0,-1 1 8 16,-1 1 1-16,1 4 1 0,-1 2 5 0,-1 0 2 15,0 4 1-15,-2 3 1 0,3 2 2 16,-3 0-3-16,2 4 0 0,-2-1 2 0,2 3 1 15,-2 2-3-15,0 0 2 0,1 3-1 0,-1 1 3 16,0 1-1-16,2 1 0 0,-2 0 2 0,1 2-4 16,0 0-1-16,1 1 1 0,1-2-2 0,-2 0-3 15,2-2-2-15,2-3-3 0,2-2-48 16,-3 1-98-16,-1-6-52 0,1-3-27 0,2-5-12 15</inkml:trace>
  <inkml:trace contextRef="#ctx0" brushRef="#br0" timeOffset="23748.35">13197 5453 111 0,'-11'11'242'0,"2"0"9"0,1 1-36 0,-1 0-80 16,-2 2-60-16,2 1-31 0,-6 0-20 15,2 1-9-15,1 1 0 0,-1-1-2 0,2 0-4 16,1 1-3-16,0-2 3 0,2 0 0 0,1 0-4 16,1-2 0-16,2 1 1 0,0-2 0 0,0 0-3 15,-1-2-1-15,2 0 3 0,0-3 0 16,3-2-3-16,0 2 1 0,0-2 3 0,3 0-1 15,0-1-1-15,1-2 0 0,1-1 0 0,3-2 1 16,2-3-3-16,1-1-4 0,2-4-2 0,-1 0-5 16,2-4-4-16,0-2-9 0,0-2-17 0,0 1-40 15,0-2-76-15,-3 0-53 0,-1 0-29 16,-2 1-9-16</inkml:trace>
  <inkml:trace contextRef="#ctx0" brushRef="#br0" timeOffset="23890.36">13223 5532 191 0,'-2'10'251'15,"-2"-1"9"-15,1 2-55 0,-1 1-92 0,2 2-51 16,-1-2-31-16,0 2-13 0,1-1-8 15,0 1-7-15,2 0-2 0,0-2-3 0,2 1 2 16,0-1-7-16,1-3-13 0,0-1-35 0,1 0-78 16,-2-3-62-16,1-3-34 0,1-5-12 0,0-4 2 15</inkml:trace>
  <inkml:trace contextRef="#ctx0" brushRef="#br0" timeOffset="24137.38">13399 5547 146 0,'5'12'236'0,"-1"2"0"0,0-1-50 16,-1 1-66-16,1 3-56 0,0 0-33 0,0-2-16 16,0 2-9-16,1-1-4 0,-1 1-2 15,1-1-2-15,1 0-2 0,-2 1-1 0,1-2 1 16,0-2 2-16,-2 0-2 0,0-3 3 0,-1 0 4 15,0-3 1-15,-1-2-1 0,0-1-3 16,1-4 0-16,-1 0-4 0,2-4 5 0,-1-1-4 16,1-6-11-16,1 0-24 0,1-4-36 0,1 3-44 15,0-5-41-15,1 3-28 0,0-1-13 16,0 1 18-16</inkml:trace>
  <inkml:trace contextRef="#ctx0" brushRef="#br0" timeOffset="24258.38">13598 5618 161 0,'6'2'185'0,"0"0"5"0,1 2-2 0,-2 2-38 15,2 1-65-15,-2 0-39 0,1 2-19 16,0 2-11-16,-1-2-13 0,1 1-1 0,-1-2-2 15,0 1-4-15,2-2-26 0,0 1-90 0,-3-3-63 16,-2-3-35-16,-2-2-15 0,2-3-6 0</inkml:trace>
  <inkml:trace contextRef="#ctx0" brushRef="#br0" timeOffset="39804.26">18953 3185 218 0,'-1'-2'244'0,"0"0"-6"0,-1 1-56 16,1-1-73-16,-2 1-44 0,1 0-22 15,-1-2-11-15,2 0-7 0,-1-1-5 0,1 0 0 16,0 1-2-16,-1 0-2 0,1 1-7 0,0-1 5 16,-1 1 0-16,-2 0-1 0,2-1 3 15,0 1 0-15,1 2 8 0,0-3-4 0,-1 2 0 16,2 0-1-16,0 0-4 0,0 1 0 0,0 0-2 15,-1 0-4-15,1 0-2 0,0 0-5 16,1 0-1-16,1 0 0 0,-1 1-4 0,0 0 1 16,1 3 1-16,0-2 1 0,4 0-2 0,0 1 1 15,2 0 4-15,3 1 0 0,2-1-3 16,2 0 1-16,3-2 0 0,5 1-3 0,2-4-4 0,2 1 8 15,2-2 0-15,2-1-2 0,1-1-2 16,1-1 4-16,0 1 2 0,0 0-8 0,0-2 0 16,-1 0 1-16,-1 0-6 0,-3 0 2 0,-2 2-3 15,-2 2-4-15,-1 0-13 0,-2 1-17 16,-5 0-67-16,-4 2-96 0,-7 3-48 0,-5 1-20 15,-5-1-2-15</inkml:trace>
  <inkml:trace contextRef="#ctx0" brushRef="#br0" timeOffset="55293.16">12222 2380 209 0,'-7'-2'236'0,"2"-1"4"0,-1-1-78 16,1 0-66-16,0 0-36 0,-2 1-17 16,3 1-11-16,0 0-2 0,1 2-2 0,1 3-5 15,0-2 0-15,1-1-4 0,0 3 3 0,-1 0-9 16,2 5-4-16,-1 2 2 0,-2 3-3 0,1 5 0 15,-5 2 0-15,3 6 2 0,0 3 3 0,0 3 1 16,0 5 1-16,-1 3 3 0,-1 5-4 16,0 3 4-16,1 5-2 0,-2 2 0 0,0 2-2 15,0 3-3-15,0 1-2 0,0 4-2 0,2 0-2 16,-1-4-5-16,0-3 3 0,2-5-4 0,0-6 0 15,0-4-1-15,1-5-1 0,1-7-1 0,0-5-11 16,2-6-12-16,2-2-14 0,-1-4-22 16,-2-5-118-16,-1-6-62 0,1-8-26 0,-2-8-5 15,4-7 5-15</inkml:trace>
  <inkml:trace contextRef="#ctx0" brushRef="#br0" timeOffset="55543.17">11972 2999 92 0,'12'-3'233'0,"0"-1"13"0,1-1-28 0,0-1-89 16,3-1-50-16,0-2-29 0,3-1-19 16,-2 0-11-16,2 2-8 0,0-3-16 0,0 2-33 15,-3-1-107-15,-4 1-58 0,-1-4-30 0,-1 3-14 16,1-3 2-16</inkml:trace>
  <inkml:trace contextRef="#ctx0" brushRef="#br0" timeOffset="56012.2">12264 3106 118 0,'7'2'236'0,"0"-1"11"16,0 0-34-16,0-1-92 0,1 0-50 0,0-1-26 16,1-2-15-16,1 0-13 0,0 1-5 15,2-1-3-15,-2-2-4 0,-1-1-2 0,1-2 2 16,-2-2 3-16,2-3-4 0,0-1 3 0,0-1-3 15,-1-3-1-15,0 1-3 0,-2-1 1 0,0-3 1 16,-2 2-2-16,-2-3 0 0,-2 1-5 16,-1 0 3-16,-1 1-3 0,-2 0 3 0,-1 0-2 15,-1 5 1-15,-2 0 2 0,-2 2 0 0,-1-1-2 16,2 3-4-16,-1 3 0 0,-2 1 3 0,1 3 2 15,-2 2 2-15,1 4-1 0,0 1 1 16,1 4 0-16,1 1 0 0,-1-2 2 0,1 3-1 16,2 2 4-16,1-1 0 0,0 7 0 0,2-1 1 15,0 2-4-15,1 1-2 0,0-3 0 16,3 2 0-16,0 0 0 0,1-3 0 0,4 2 2 15,1 0 0-15,-1-2 1 0,2-1 0 0,1 1-1 16,4-3 1-16,-2-1 1 0,3-3 0 16,0-3-2-16,0-2-3 0,1-3-7 0,0-3-11 15,0-2-64-15,-3-3-89 0,-2-2-48 0,0-3-21 16,1-4-6-16</inkml:trace>
  <inkml:trace contextRef="#ctx0" brushRef="#br0" timeOffset="56420.22">12642 2671 212 0,'0'10'246'0,"0"-2"5"0,0 4-72 0,0-1-79 16,-2 3-42-16,1 0-24 0,0 1-12 0,-1-1-6 15,2 1-9-15,0 1-2 0,2-1-1 0,-1 0 0 16,0-1-2-16,-1 1 0 0,0-1 6 15,0-2-2-15,0-1 3 0,0-1 2 0,-1-2 0 16,0 0-2-16,1-1-2 0,-2-2 3 0,2-2-3 16,-1 0-4-16,0 0 3 0,-1-2 2 15,1 0 0-15,0-1-3 0,-1-1 1 0,1-2-5 16,-2-1-2-16,2-1-2 0,0-2 2 0,1-1-5 15,1-3-1-15,2-2 3 0,1 1-1 16,0-1-4-16,1-1 2 0,1-1-1 0,1 1-1 16,1 2 0-16,2-1 2 0,0 1 2 0,1 1-1 15,-1 1 5-15,2 2-1 0,-1 1-2 0,1 2-2 16,-2 1 4-16,0 3 0 0,0 2 3 0,0 3 2 15,-2 2 2-15,0 5 3 0,1 0-1 16,-2 2-6-16,-2 4 0 0,0 0 0 0,1 3 3 16,0-3-3-16,-1 4-1 0,1-2 5 0,-2-1-3 15,0-1-3-15,0 0-6 0,2-3-6 16,0-2-9-16,-1-3-48 0,-1-3-96 0,0-6-49 15,0-4-24-15,3-4-11 0</inkml:trace>
  <inkml:trace contextRef="#ctx0" brushRef="#br0" timeOffset="56868.25">13121 2602 163 0,'-2'-1'250'16,"-4"1"8"-16,1 1-46 0,-2 2-92 0,-1 1-53 15,2 1-36-15,-2 2-12 0,0 2-7 0,-3 2-4 16,2 1-2-16,-1 1 0 0,-1 1 1 0,0 0 1 15,0 1-4-15,1-1 4 0,0 1 0 16,2-1-10-16,-1-2 0 0,2 0-1 0,2-4 6 16,1 1-3-16,1-2 1 0,2-1 8 0,2-2-2 15,2 2 0-15,1-2-8 0,3-3 2 16,1-2-5-16,1-3-3 0,0-2-1 0,2-3-4 15,2-2-1-15,1-4-4 0,0-1-3 0,-1 0 5 16,2 0-1-16,-2 1 0 0,2 0 1 16,-3 2 1-16,0 0 5 0,-2 2-1 0,0 2-2 15,-2 2 2-15,0 1 4 0,-2 2 1 0,1 4 1 16,-2 3 2-16,1 3 7 0,-1 2 0 0,2 4 0 15,-2 0 4-15,-1 2-1 0,-1 3 4 16,-1-2 2-16,1 4-3 0,-2 0 3 0,1 1-1 16,-2 1 6-16,-2-1 2 0,0-1 3 0,-1 1 2 15,-1-1-1-15,-3 1 3 0,-2-4-4 0,0 4-6 16,-3-2 0-16,-3 0-4 0,0 0-5 0,0 1-3 15,-1-1-3-15,-2-2-6 0,1-1-1 16,-2-2 3-16,2 2 4 0,1-3-3 0,0 0-5 16,3-2-1-16,1-1-15 0,0-1-17 0,1-4-94 15,3-1-75-15,1-6-40 0,0-1-14 16,4-6-1-16</inkml:trace>
  <inkml:trace contextRef="#ctx0" brushRef="#br0" timeOffset="57310.27">13451 2535 181 0,'-7'9'239'0,"-1"3"8"0,-2 1-70 0,0 1-79 16,-1 0-43-16,0 1-24 0,0 2-13 0,-1-1-7 15,1-1 0-15,2 3 2 0,0 0-1 16,0-2-5-16,1 0 3 0,-1-1-2 0,2-1-1 16,0 0-2-16,2-3-1 0,1 1 3 0,0-4-1 15,1 0 1-15,0-2-4 0,2-1 1 0,-1-1 0 16,2-2 0-16,2-1-1 0,1-2 0 0,1-1 1 15,1-5-2-15,2-2-2 0,1-4-4 16,2-2-3-16,1-2-5 0,1 0-2 0,-2-2-2 16,2 0-2-16,2 2 1 0,-4-3 2 0,1 3 5 15,-1 0 3-15,0 4 3 0,-1 2 1 16,2 0 3-16,-3 4-3 0,0 1 2 0,-3 1 1 15,-3 1-4-15,0 1 8 0,-1 6 2 0,1 4 4 16,-1 2 1-16,-1 3 3 0,1 0 2 16,1 1-3-16,-2 4-3 0,0-2 0 0,0 4-2 15,0 0-1-15,0-2 1 0,0 2-6 0,0-3 2 16,1-1 1-16,0-2-2 0,1-2 1 0,-1-1-4 15,2-2 0-15,-1 0-8 0,1-4-7 16,1-2-8-16,2-4-51 0,-3-1-93 0,0-4-49 16,0-5-20-16,-1-1-9 0</inkml:trace>
  <inkml:trace contextRef="#ctx0" brushRef="#br0" timeOffset="57735.3">13623 2392 169 0,'2'-8'239'0,"-2"-1"5"0,1 1-62 0,0 1-79 16,1 0-48-16,-1 2-27 0,0 2-14 0,1 1-3 16,-1 0-3-16,1 2-1 0,-1 2 4 0,0 1 2 15,1 3-6-15,-1 2-1 0,-1 4 1 0,1 2 0 16,1 1-5-16,-2 2-2 0,0 0 8 0,-2 5 0 15,1 1 0-15,0 2 1 0,-1 1 5 16,2 0-1-16,0 1 0 0,0-4-5 0,2 0-2 16,-1-5-5-16,0 0-3 0,1-3 0 0,0-2 2 15,1-3 1-15,1-3 0 0,0-7 4 16,1-2 1-16,2-3-4 0,2-5-7 0,2 5-4 15,-1-7-2-15,3-2-6 0,0-1-5 0,0-1-1 16,-1 1 2-16,0-1 1 0,1 0 1 16,-2 2 4-16,-2 4 9 0,1 1 0 0,-3 1 2 15,0 3 6-15,0-2 4 0,-1 3 2 0,-1 3 6 16,2 2 2-16,0 3 4 0,1 3-3 0,-3-2 1 15,0 5-5-15,1 2 1 0,0 2 1 16,0 6 1-16,-1-1 1 0,-1-1-4 0,-4 1 4 16,1-1-9-16,-1 0 0 0,0-1-3 0,0-3-5 15,0 1-7-15,0-3-19 0,-4 0-104 0,-4 1-76 16,0-2-39-16,-4-2-18 0,1-4-4 0</inkml:trace>
  <inkml:trace contextRef="#ctx0" brushRef="#br0" timeOffset="58437.34">12271 3776 159 0,'4'-6'246'0,"1"0"13"16,-2 1-50-16,-1 1-83 0,0 1-52 15,-1 2-31-15,0 1-13 0,1 1-12 0,-1 3-4 16,0 4-5-16,1 2-2 0,-1 4 0 0,0 0-1 16,1 4 2-16,-1 1-1 0,0 1-2 15,1 2 1-15,-1 2 1 0,-1 2-4 0,0 2-2 16,0 0-2-16,0 2 2 0,-1 2-7 0,1-1 1 15,-2 0 3-15,1-1-1 0,0-1 1 16,-2-2 0-16,0-3 4 0,1-3-3 0,0-2-1 16,2-3 2-16,0-1-5 0,2-2-9 0,0-5-12 15,1-1-4-15,1-3-8 0,0-7-76 0,3-2-74 16,-3-6-34-16,0-4-10 0,1-5-6 0</inkml:trace>
  <inkml:trace contextRef="#ctx0" brushRef="#br0" timeOffset="58797.36">12558 3781 55 0,'2'-4'252'16,"0"2"16"-16,-2 1 4 0,-2 1-99 0,0 1-81 16,-5 2-41-16,1 4-23 0,-2 1-17 15,-2 4-2-15,-2 0-9 0,0 2-10 0,-1 0 2 16,1 1 1-16,0 0 4 0,-2 5-1 0,0 0 3 15,-2 0 10-15,2 1-4 0,-1 0-5 16,2 1-1-16,0-3 1 0,1 0 2 0,5 1-2 16,0-3 3-16,1-3 0 0,0 1-2 0,-2-4-1 15,3-3 0-15,1 0 1 0,3-1-1 0,1-3 1 16,1 0 5-16,0 0 1 0,2-3 3 0,1 0 2 15,3 0 6-15,1-1 2 0,2-1-1 16,1-1 1-16,1-2-7 0,2 0-1 0,1 0-4 16,1 1-1-16,0 1-4 0,1 0 0 0,2 1 6 15,-2 1 0-15,2 1-1 0,-2 1-6 16,0-2 3-16,-1 2-4 0,0 1-9 0,-2 0 1 15,-1-1-3-15,-3-1 1 0,1 1-16 0,-2-2 0 16,1 0-4-16,1-2-13 0,-1 0-51 16,-5-2-93-16,-1-1-40 0,-2-3-27 0,-1-4-6 15</inkml:trace>
  <inkml:trace contextRef="#ctx0" brushRef="#br0" timeOffset="59067.37">12772 3792 240 0,'1'1'265'0,"0"1"8"16,1-1-67-16,-1 2-92 0,-1 0-51 0,0 4-28 16,1 1-16-16,-1 0-6 0,2 4-6 0,-2 0-3 15,-2 2-2-15,1 1 2 0,-2 2-2 0,1 0-1 16,-1 2 1-16,0 0 3 0,-2 3-2 15,1-1-3-15,0 2 2 0,2-4-2 0,-1 3 0 16,0-3-1-16,0 1-1 0,1-2 1 0,-1 0-1 16,-1-2 2-16,3-4-2 0,1-1-3 15,0-2-12-15,1-3-9 0,3-3-11 0,-1-3-80 16,1-7-78-16,0-2-38 0,0-6-12 0,1-6-2 15</inkml:trace>
  <inkml:trace contextRef="#ctx0" brushRef="#br0" timeOffset="59400.39">12943 3814 13 0,'3'13'232'16,"1"0"14"-16,-2 0-8 0,0 1-71 0,-1 1-79 15,-1 2-41-15,0-1-23 0,0 0-8 0,0 2-7 16,0 0-3-16,0-1 0 0,0 0 0 15,-1 0-1-15,1 0-5 0,0-1 0 0,-2-1-1 16,2-1-1-16,0-3-1 0,0-2 4 0,0 0 0 16,0-4 7-16,-1-1 3 0,1-1 3 15,0-3-3-15,0-3 1 0,1-3 3 0,1-3-6 16,-1-2-5-16,-1-3-2 0,1-2 5 0,2-1-4 15,0-3 0-15,2 0-1 0,2-1 2 16,-1 4-4-16,0-2 1 0,0 1 0 0,1 2 0 16,0 1-8-16,0 1 1 0,0 2 3 0,0-1 0 15,0 4 0-15,0 1-3 0,0 2 8 0,0 3-5 16,0 1-3-16,0 2-5 0,0 2-3 0,1 1-11 15,-1 0-63-15,-1 0-85 0,2 0-45 16,-2 1-20-16,0-2-7 0</inkml:trace>
  <inkml:trace contextRef="#ctx0" brushRef="#br0" timeOffset="59636.41">13303 3785 45 0,'0'10'239'15,"0"-2"12"-15,-1 3-17 0,1 0-73 0,0 1-73 16,0 3-39-16,0 1-21 0,0 1-9 16,0 0-6-16,0 1-5 0,1 0-3 0,1-1-1 15,0 0 1-15,1 1-5 0,1-2-2 0,-2-1 2 16,1 0-1-16,0-1 1 0,0-2-10 0,-2-4-7 15,2-3-23-15,-2-3-93 0,0-3-62 16,1-7-35-16,-1-3-11 0,2-7-2 0</inkml:trace>
  <inkml:trace contextRef="#ctx0" brushRef="#br0" timeOffset="59794.42">13320 3437 57 0,'-2'5'253'0,"-1"0"12"16,0 0 4-16,1 0-103 0,1 0-81 15,-1 1-53-15,1 1-46 0,-3 1-124 0,0-3-64 16,-3-1-34-16,-1-1-17 0,-1-3-1 0</inkml:trace>
  <inkml:trace contextRef="#ctx0" brushRef="#br0" timeOffset="59995.43">12719 3491 165 0,'-20'12'300'0,"1"-1"16"15,2-4 14-15,5-1-133 0,0-1-79 16,4 0-48-16,3-3-29 0,1 0-15 0,2-1-14 16,2 0-12-16,2-1-15 0,0 2-13 0,2-1-18 15,2-1-31-15,-5 2-125 0,-1-2-59 0,0 0-24 16,0 0-7-16,0 0 7 0</inkml:trace>
  <inkml:trace contextRef="#ctx0" brushRef="#br0" timeOffset="78924.5">17966 3132 28 0,'-1'-1'222'15,"1"0"8"-15,0-1-31 0,0-1-48 0,0 3-54 16,0-1-41-16,1 0-22 0,0 1-16 15,1-2-3-15,-2 1-7 0,0 1-1 0,0-2 5 16,1 2-4-16,0 0 3 0,-1-1 0 0,0 0 4 16,0 1 2-16,0-3-1 0,2 3 5 15,-2-3 1-15,0 3 7 0,0 0 1 0,0 0-2 16,0-1-2-16,0 0-2 0,0-1-2 0,0 2-6 15,0-1-9-15,-2-1 1 0,1 2-4 0,1 0-4 16,0 0 0-16,0 0-1 0,1 0 2 0,-1 0-3 16,-1 0-2-16,1 2-5 0,0-1-6 15,1 2-11-15,2-2-14 0,0 2-23 0,-2 1-88 16,-2-1-66-16,-2-2-34 0,-2 1-10 0,-1-1 3 15</inkml:trace>
  <inkml:trace contextRef="#ctx0" brushRef="#br0" timeOffset="89668.12">19070 4523 125 0,'0'0'221'16,"-1"0"-16"-16,0 0-41 0,-1 0-44 0,1 0-49 16,1 0-31-16,-1 0-16 0,-1 0-5 0,-1 1-3 15,2-1-8-15,0 0 4 0,-1-1-1 16,1-1 1-16,-2-5-5 0,2 0-4 0,0 2 4 15,-2 2 2-15,1 5 1 0,0 1 0 0,1-2-1 16,0 1 8-16,-1-2-3 0,1 0-4 16,1 2 1-16,0-2 3 0,0 0 2 0,0 0-5 15,0 0 0-15,0 0-2 0,0 0 1 0,1 0-6 16,1 0 1-16,0-2-1 0,2 2 1 15,4 0 1-15,0-2 5 0,2 1 6 0,3-1 0 16,1 0 1-16,5-1-1 0,0 1 0 0,2-1-6 16,0 0-4-16,3 1 1 0,0-2-1 0,1-1 2 15,2 1-2-15,-1-2-1 0,0 1-3 16,-1-2-1-16,-2 1-5 0,-1-1-1 0,-1 1-3 15,-2 1 0-15,0 0 5 0,-2 0-1 0,-4 1 3 16,-1 0-5-16,0 2-4 0,-3 1-9 0,-1 0-14 16,1-1-17-16,-5 1-57 0,-4 1-91 0,-5 0-44 15,-5 1-17-15,-1 2-2 0</inkml:trace>
  <inkml:trace contextRef="#ctx0" brushRef="#br0" timeOffset="100139.72">17615 4443 165 0,'-1'2'201'0,"1"-1"-25"15,0-1-34-15,0 0-38 0,0 0-36 16,0 0-30-16,0 0-17 0,-1 0-9 0,1 0-6 15,0 0-1-15,-2 0 1 0,2 2-1 0,0-1 2 16,2 0 1-16,0 0 1 0,1-1 3 16,2 1 2-16,0 0-2 0,1 1 2 0,0 1-1 15,4-1 1-15,0 1-1 0,2 0-5 0,1-2-2 16,1 6-2-16,2-1-1 0,-2-3-3 0,4 0-14 15,-1-7 0-15,2 0-10 0,-3-4-63 16,1-2-81-16,-4-4-42 0,0 0-12 0,-2-4-9 16</inkml:trace>
  <inkml:trace contextRef="#ctx0" brushRef="#br0" timeOffset="192405">19377 1134 184 0,'-1'1'232'15,"0"0"-21"-15,-2 0-44 0,0-1-61 0,0 0-45 16,-1 0-25-16,0 0-11 0,-1-1-8 0,-1 0-6 16,0 0-1-16,2 0-2 0,0-2 0 0,0 2-4 15,2-2 0-15,-3-1 7 0,0 1 0 16,1-1 1-16,-1-1 0 0,0 0-2 0,-2 3 2 15,-1-1-5-15,2 0 4 0,-1-1-5 0,0 1 2 16,2-2-2-16,-2 3 1 0,2-1 2 0,0 0-1 16,-1 2-2-16,1-2-2 0,-3-1 3 0,1 1 7 15,1 0-6-15,-1 1-1 0,-2 0-1 0,1-2 2 16,-2 1 1-16,1 1-9 0,-3-1 3 0,2 0 2 15,-2 1 3-15,1 0-3 0,-1-1-2 0,-3 1-4 16,1-1 3-16,-3 1-2 0,-1 2 0 0,-2-3 4 16,-1 1 1-16,1-1 9 0,-3 1-4 0,1 0 4 15,-1 1-2-15,2 0 0 0,0-2-6 16,0 0-4-16,0-1 1 0,0 0 0 0,0 0-1 15,0 1-8-15,2-1 5 0,-1 0 5 0,2 1-1 16,-2-1-3-16,0 1 2 0,1 1 7 0,1-1-4 16,-1 0-3-16,3 1-3 0,-1 0 0 0,1 1 1 15,-1-2 2-15,-1 2-2 0,0-2-2 0,-1 1 5 16,2-1 1-16,-2 1-8 0,2-1 0 0,-2 1 4 15,1-1 1-15,0-1-2 0,0 1 1 0,2-1 5 16,-3 0-1-16,3 0 1 0,-2 1-1 0,-2-3-2 16,1 3 2-16,-1-2-1 0,1 0 0 0,1 0-2 15,0 1 3-15,0-3 2 16,0 0-1-16,-1 2-4 0,2-1-1 0,-2 2 0 0,2-2-2 15,0 1-2-15,-1 1-4 0,-2 0 4 0,1-2 3 16,-2 3 1-16,0-2 1 0,0 0 1 0,-1 1 1 16,0 0 4-16,1 1-2 0,0-1 0 0,2 0-5 15,-1 0 1-15,0 0 2 0,2 1-1 0,-2 0-4 16,-1 1-4-16,2 0 6 0,-2-1-4 0,-1 2 2 15,2-2 2-15,-2 0 2 0,-1 3 2 0,0-1-2 16,-2 1 5-16,0 0-2 0,0-1 1 0,0 1 0 16,-1 0-4-16,2 0 6 0,-1 0-4 0,0 0-4 15,0 0-3-15,0-3 3 0,-1 0-11 16,1 2 2-16,-2 0 2 0,1 4 7 0,-1-1 2 15,1 2-2-15,0-1 16 0,1 1-11 0,1 0 1 16,-1-1-2-16,1 1-1 0,0-2-1 0,3 1-4 16,-2 0 9-16,1 1-4 0,-1 0-3 0,2 0-1 15,-2 0 0-15,2-1 0 0,2 1 1 16,-1 0 2-16,2 0 0 0,0-1-2 0,0-1 1 0,1 2 0 15,-2-3-2-15,-1-1 1 0,1 0-2 16,-2 0-1-16,1 0-3 0,0 0 4 0,-1-1 1 16,1-3-2-16,0 2 2 0,-1-1 1 0,0 0 1 15,1-1-3-15,-1 0-2 0,-1 0 0 0,1 2 4 16,1 0-1-16,-2-1 0 0,0 2 0 0,2 0-2 15,-1 0-4-15,0-1 3 0,-1 2 1 0,0 2 0 16,-2-1-1-16,0 0 4 0,3 0 5 0,0 2-7 16,1-1-3-16,2 0 3 0,-1 2 0 0,-1-1-2 15,1-1 1-15,0 1-1 0,3-3 0 16,-1 4-3-16,0-2 1 0,1 0 4 0,-3 2 0 15,1-2 3-15,-2-1 5 0,-1 1 2 0,1 1-1 16,-3-3 1-16,-1 1-5 0,-1 0 0 0,1 1-2 16,-3-2 0-16,1 1 8 0,-2-1-2 0,0 0 0 15,-1 0 0-15,1-1-2 0,-1-1 0 0,-1 1-6 16,1 0 0-16,-1-2 0 0,-1 1 1 0,1 0 1 15,-1 1-1-15,2-3 0 0,-2 3 2 0,2-1 2 16,0 0 1-16,1-1-5 0,0-1 1 0,1 0 1 16,-1 0-2-16,0 2 0 0,2-3-3 0,-1 3 6 15,1-1 1-15,-2 2-2 0,1 1-1 16,2 0 0-16,1 1-1 0,-1 1-4 0,0 0-2 15,1 1 1-15,1 0 4 0,2 2 0 0,0 0 0 16,-1 2 4-16,1 0 1 0,0 0-1 0,-2 2 0 16,2 0-2-16,-2 0 2 0,1 1-2 0,-1-1 0 15,2 2-2-15,0-2-2 0,-2 3 3 0,1-3-3 16,0 2-1-16,0-1 3 0,-1 1-1 0,3-2 4 15,-1 1-1-15,0-1 3 0,2-1 1 0,-1 2-4 16,0 0-3-16,1 2-3 0,0 0 1 0,-1 0-1 16,2-1 0-16,0 0 3 0,0 0 4 15,-2 0 4-15,-2 1 0 0,-1-1-2 0,1 0 3 16,-2 0-5-16,0 1-10 0,0-1 1 0,3 2-1 15,-2-3 0-15,1 2-1 0,0 0 4 0,2-2 9 16,-2 0 1-16,-1 0-4 0,2-1 0 0,0 1 4 16,1-2-1-16,1 1 0 0,-1 1-4 0,2-1 3 15,2 1 1-15,0-2-2 0,1 1-2 0,-1 0 4 16,0 0 1-16,-1 2 1 0,2-1-1 0,1-1-1 15,0 1 0-15,1 0-2 0,1-1 1 0,1 1-2 16,0-2 1-16,0 1 0 0,-1 3-1 0,3-2 1 16,-1-2-3-16,1 2 1 0,0-2-2 0,1 2 2 15,0-2 0-15,0 0-2 0,1-2 3 16,2 3-1-16,0 1 1 0,-1-2-3 0,2 3 2 15,-1-1 2-15,1 2-1 0,1-2 0 0,1 2 0 16,0 0 0-16,2 0-1 0,0 0 1 0,0 0-1 16,0 3-1-16,2-3-2 0,-1 2 1 0,2 0 2 15,1-1 1-15,1 2-3 0,0 1 1 0,1-1 0 16,0 1 2-16,2-1-4 0,1 0 1 0,-1 0 1 15,2 0-1-15,0 0 2 0,0 0-3 0,0 0 0 16,2 0-2-16,-1-1 2 0,1-2-2 0,1 0-2 16,-1 0 5-16,3 1-2 0,-2-1-1 0,2-1 2 15,-2 0 0-15,3 0 1 0,-1-2-2 16,0 1 0-16,0 0 2 0,2 0-1 0,1 0 2 15,0-1-3-15,0 1 0 0,1-3 4 0,1 1-1 16,-1-1 0-16,1 0-1 0,0 0 3 0,0 0-1 16,1 1-2-16,0-1 3 0,-2 0 2 0,1-1 2 15,-2-1-1-15,0-1 0 0,-1-1 3 16,0 1-4-16,0 0-2 0,0-1 0 0,0 2-1 15,1-2 0-15,0 1-3 0,1 0 3 0,0 0 2 16,0 0-1-16,-1-1 4 0,-2 1-3 0,1-3 4 16,0 4-1-16,0-3-4 0,-1 3 0 0,1-3-3 15,-1 1 2-15,1 1-1 0,0-1-1 0,-1-1 3 16,3 1 0-16,-2-1 0 0,2 1-1 0,-2-1 0 15,0 0 0-15,2-1-1 0,-2 0 0 0,1 0 0 16,-1-1 1-16,1 0 1 0,1 2 2 0,0-2-1 16,1 0 2-16,-2 0-2 0,4 0 1 0,-1 0-2 15,3 0-1-15,-2 0 1 0,2 0 0 16,1 0 0-16,-1-3-3 0,0 1 1 0,-1-2 1 15,1 2 0-15,1 1-2 0,0-1 2 0,-1 1 1 16,-1-1-1-16,1 2-2 0,-2-1-1 0,1 0 4 16,-2-1-2-16,2 2-1 0,1 0 2 0,-2 2 0 15,0-1 0-15,0-1-2 0,-2 1 1 0,0 1 2 16,1 1-3-16,0-2 1 0,0 1-1 0,0 2 1 15,0-2 0-15,-1 1 0 0,0 2 0 0,1-3 0 16,-1 1 0-16,0-2-3 0,1 0-2 0,-1-1 0 16,1-1 2-16,1 1 0 0,-1-1-2 0,-1-1 2 15,0 2 2-15,1 0-4 0,-2 0 1 16,2 0-1-16,0 0 13 0,-1-1-4 0,1 1-3 15,0 0 1-15,0 0-1 0,0 0 3 0,-1 0-11 16,-2 0 2-16,2 0 3 0,1-2 3 0,0 2 2 16,1-2 0-16,1 2 1 0,-2-3 2 0,2 3 1 15,0-2-1-15,1 0-3 0,0-1 2 0,-2 1-3 16,1-1 3-16,1 1 2 0,1 1 0 0,0-1-1 15,-2 1-3-15,1 0 1 0,0 1-3 0,1 0 2 16,2 0-1-16,-2 1-2 0,3 0 3 0,0 1 1 16,1-1-1-16,1 1-4 0,0 1 1 0,2 1 3 15,0-2-2-15,0 1 0 0,1-3 2 16,-1 3 1-16,2-3 2 0,0 2-2 0,-1-2-1 15,0 2-4-15,0-1 0 0,-1 1 2 0,0-1-3 16,-1 1-1-16,-2 1 2 0,-1-2 3 0,0 0-1 16,-2 1-2-16,1-2 2 0,-3 3-3 0,1 0-1 15,0 0 1-15,-1 0 3 0,-1 2-1 0,-2-3 0 16,2 3 4-16,1-3 3 0,-2 3-4 0,1-2 1 15,-1 1-3-15,1-1 0 0,-3-1-5 0,1-1-1 16,0 1 1-16,2-2-2 0,-3 2-1 0,3-2 3 16,-1 0 5-16,-2 0 1 0,1-2-14 0,0 0 8 15,3 0 5-15,-1 0-3 0,1-2 1 16,0 0-3-16,-4-2 15 0,1 2-8 0,2-1 2 15,-1-2 0-15,2 0-5 0,-1 1-4 0,1 1 2 16,0 0 6-16,-1 1-3 0,-1-2-2 0,0 0 5 16,1 1 5-16,-1-2-3 0,1 2 0 0,2-2 0 15,2-3 3-15,0 4-3 0,-2 0-3 0,1 1 2 16,0 1-3-16,-1 0-1 0,0 0 0 0,0 1 2 15,1-1 1-15,-3-1-1 0,2 2-1 16,-2 0 3-16,1-1-4 0,0 1 4 0,-1-1-1 16,1 1-1-16,0-1 2 0,-1-1 0 0,1 0-2 15,-1 3-3-15,2-4 3 0,1 2 1 0,0 0 0 16,1 0-5-16,0 0 0 0,1-1 2 0,0 0 4 15,0 0 0-15,3 0-3 0,1-2 3 0,-3 0 0 16,3 2-1-16,-4-2-2 0,0 0-1 0,0-1 4 16,-2 1-3-16,-1-1 2 0,1 1-3 0,-3-2 0 15,-1 3 0-15,-1-3 0 0,-2 0-1 16,-2 1-2-16,2-2 3 0,-2 1 0 0,3-1 0 15,-2 0-2-15,-2-2 2 0,2 0 3 0,-2 3-3 16,1-4-1-16,-2 2 1 0,0 1 1 0,-1-2-2 16,0 0 1-16,0 0 0 0,0 0-3 0,0-2 1 15,0 1-2-15,-2-2 0 0,0-2 2 0,1 3 0 16,-1-1 2-16,3 1-6 0,-2-1 3 0,2-2 3 15,-2 3 0-15,2-2-3 0,-2 0 2 0,0-2 3 16,2 0-2-16,-2 2 1 0,0-2-1 0,-1 1 0 16,2 0-2-16,-4 1-2 0,1-1 2 0,-1 2-4 15,-1 0 3-15,-3 1 1 0,0-1 0 16,-2-2 1-16,1 1-1 0,-3-1 7 0,0 1-4 15,-2-2 0-15,-2 1-1 0,0-3 0 0,-3 1-2 16,-2 1-6-16,-1-3 6 0,-2 0 0 0,-3 1 2 16,-1-3 1-16,-4 1 6 0,1 0-1 0,-3 1 3 15,0 0-3-15,2 0-6 0,-2 4-3 0,0-1-1 16,1 2 1-16,-1 1-2 0,0 3 6 0,3-1 1 15,-1 2 2-15,1 1-11 0,0 1-15 0,1 2-17 16,0-2-29-16,-5 1-124 0,1-2-65 0,-5-5-26 16,-3-5-6-16,3-2 4 0</inkml:trace>
  <inkml:trace contextRef="#ctx0" brushRef="#br0" timeOffset="197648.3">29073 6780 117 0,'-1'-2'237'0,"-2"-2"-10"0,-1 0-30 0,2 0-46 16,-1 2-53-16,0-1-45 0,-1 1-19 0,0 0-11 16,0-1-11-16,-1 0 0 0,-1 1-3 0,0-1 1 15,1 0-4-15,-2 0-2 0,0 2 0 16,0-1 0-16,-1 0 1 0,-1 0 1 0,1 0 2 15,-1-1 3-15,0 0-1 0,0 1-1 0,-2-3-1 16,2 2-2-16,1-1 0 0,-4 1-2 0,4-1 1 16,-2-1-1-16,-1 2 3 0,-1-1 0 0,-6 1-5 15,1-2 1-15,-3 3 1 0,0-4 1 16,-2 2 2-16,-1 0-2 0,1 1 5 0,-1 0-2 15,-1-3 2-15,-1 0-2 0,-1 4 0 0,3-1 2 16,-2 0-2-16,0 1 1 0,0 0-3 16,0-1 3-16,1 2-5 0,0-2-4 0,1 2 0 15,-1 0 0-15,2-2-1 0,-1 1-4 16,2 0 2-16,-2 1 1 0,1-1 0 0,0 0-1 15,0 0 1-15,-1-1-7 0,1 0 2 0,2 1 5 16,-1-1 0-16,0-1 1 0,0 0 1 0,0 1 8 16,1 0-3-16,2 2-6 0,-2-3 0 0,-1 0-1 15,0 1 0-15,-1 0-2 0,-1 2 4 16,1-2 4-16,2 0 1 0,-1 1 4 0,-1-1-1 15,2 1 2-15,-1 1 3 0,0 0-2 0,2 0-2 16,-2-2-2-16,0 0 0 0,1 0 1 0,-1 3-6 16,1 0 2-16,1 0 4 0,-1 0-1 15,0-2 0-15,1 0 0 0,0-1 5 0,-1 2-2 16,1-1-2-16,-1-1 2 0,0 1 0 0,2-3 0 15,-2 2-3-15,0-1 0 0,-2 0-2 16,0 1 2-16,-1 0-2 0,2-2 1 0,-2 1-2 16,0 1-2-16,-1-1 1 0,1 0-1 0,-2 0 1 15,1 1-3-15,0 1 3 0,0-1 4 16,1-1 1-16,0 2-1 0,-1-2 0 0,0 0 0 15,1 2 1-15,-1-1-3 0,0 1 2 0,0 2-3 16,1-2 0-16,0 2 0 0,-1 0 1 0,0 0 3 16,0 2-4-16,1-2 5 0,1 0 3 0,-1 2-2 15,1-2-2-15,2 1-4 0,-1 1 0 16,-1-2 1-16,1 0-2 0,0 0-1 0,0 0 3 15,-1 0-1-15,4 0 1 0,-2 0-4 0,1 0 0 16,-1 0 0-16,2-2 1 0,-1 2 2 16,-1 0-1-16,0 0 1 0,1 0-2 0,1-1 1 15,0-1-2-15,0 2-1 0,0-2 0 0,1 2-3 16,0 0 4-16,3 0-2 0,-2 0 1 15,1 0 2-15,1-3 0 0,0 3-1 0,-2 0-1 16,3 0-2-16,-3 0-2 0,3 0 3 0,-2 0 1 16,2 0-3-16,-2 0 2 0,-1 0 1 0,0 0 2 15,3 0-5-15,1 3-1 0,0-3 1 16,0 2-1-16,-1 1 1 0,0 0 0 0,-1 1 2 15,0-1 1-15,0 1 0 0,0 1 0 16,-1 0-1-16,-1 0 2 0,1 0-1 0,0 2 1 0,0-2 3 16,-1 2-1-16,1 2 3 0,-1-1-4 0,2 0 3 15,-2 1-7-15,2 1 3 0,0-1 1 16,1 1-2-16,-2 0 3 0,0-2-1 0,0 0 8 15,1 3-3-15,0-2-4 0,0 2 1 16,0-1 0-16,0 0 1 0,1 0-4 0,-1 0 2 16,0-1 1-16,0 1-1 0,0-1 0 0,0-1-4 15,2 1 1-15,-1-1-1 0,1 2 1 16,-1-3 4-16,0 2-3 0,1-1 2 0,0 0 0 15,2 0-6-15,-2-1 4 0,0 0-1 0,0 1 0 16,-1-2 0-16,1 2 1 0,0-2 10 0,-2 0-8 16,2 0 2-16,1-1-1 0,0 0 0 0,0 0-2 15,1 1-1-15,0-3 1 0,1 2-3 16,-2-1-1-16,2-1 2 0,0 2 0 0,-3-3 1 15,1 4 0-15,0 0 2 0,0-3 1 0,0 3-3 16,0-1 2-16,-1 1-1 0,2-2-1 0,0 0-2 16,0 0 3-16,0-1-2 0,2 3-2 15,-2-1 2-15,1 0 0 0,-1-1 3 0,0 3-1 16,0 0-1-16,2-1 2 0,-1-1-1 0,1 2-1 15,0 1-1-15,0-1-2 0,-1 0 2 16,2 1 0-16,0 1 0 0,-1-1 0 0,-1 2-2 16,1-2 1-16,0 0-1 0,2 2 2 0,-2-2-1 15,1-1 1-15,0 1 2 0,1 0 1 16,-2 2 1-16,3-2-3 0,-1 1-1 0,1 0-1 15,-1 1-2-15,1 0 1 0,0 0-1 0,1-1 3 16,0 2 0-16,1-2 3 0,1 3 0 0,-1 0-3 16,2 0 2-16,-1 0-2 0,1 1 0 0,0-1-1 15,-1 2-1-15,2-2 0 0,0 0 1 16,0 0 1-16,0 1-3 0,0-1-1 0,2 2 3 15,-2-5 1-15,1 3 0 0,0 0 0 0,-1 0 1 16,2-2-1-16,-1 3-2 0,0-2-1 16,1-2 0-16,-2 2 3 0,0-1-4 0,-2 1 4 15,1 2 0-15,1-2 1 0,0 0-1 0,1-1-2 16,1 0 3-16,-1 0 1 0,0 0-2 15,1 0 0-15,-1 3-1 0,0-2 1 0,2 0-3 16,0-1-1-16,-1 0 1 0,2 0 1 0,-1-1-1 16,-2 0 1-16,2 3 3 0,-2-3 0 0,0-1-1 15,1 1-1-15,-1 0-1 0,0 0 1 16,1 0 0-16,-1-1-2 0,1 1 0 0,0 2 1 15,1-1 1-15,0 0-1 0,-1 0-1 0,2 0 3 16,-1-1-2-16,-1 2-1 0,1-2-2 0,0 0 3 16,-1 2 0-16,1-2 3 0,0-1 0 0,1 1 0 15,0 0-1-15,1-1-1 0,-2 2 0 16,1 0-4-16,0-1 0 0,0 1-1 0,0 0 4 15,-2 0 0-15,1 1-2 0,1 0-1 0,0 1 2 16,0-1 1-16,0 1 1 0,1 0 0 16,1-2 3-16,1 0 3 0,0-1 0 0,0 2-1 15,1-2-1-15,2 1-1 0,0-1 0 16,0 0-2-16,2-2 3 0,0 1-1 0,3-3-1 15,-1 2-1-15,2 0 2 0,-1 0 0 0,1 1-2 16,0 2-1-16,2-2 2 0,0 2-1 0,0 0-2 16,0-2 0-16,0 4 3 0,1-4 0 0,-3 0 0 15,1 1-1-15,-1 0-1 0,1 0-1 16,-1-2-1-16,0 1 1 0,-1-3-1 0,1 2 0 15,-2 1 1-15,2-2 1 0,-1 2 1 0,1-1-1 16,-1-2-1-16,0 2 0 0,-1 0 2 0,2-1 1 16,-3 0-1-16,3 0 0 0,0-1 0 15,0-1 1-15,-1 2 0 0,2-2-1 0,0 1 2 16,-2 0-2-16,2 0 1 0,0 0-1 0,2-1-3 15,-1-1-2-15,2 1-2 0,0 1 3 16,-1-3 2-16,1 1-1 0,-1 1 4 0,2 1 5 16,0 1 0-16,0-2-2 0,0 1 1 0,3 0 1 15,0-2-1-15,1 2-2 0,2-1 1 16,1 0 0-16,1 0 1 0,-1 0 1 0,1-1-2 15,-1-1 0-15,-1 3 2 0,-2-3-1 0,-1 0 0 16,-2 1-2-16,-1 0 1 0,-2-2-3 0,-1 0-1 16,0 0 0-16,-1 1 2 0,-3-1-2 0,0 0 0 15,-2 1 5-15,0 0 0 0,0 1-2 16,0 0-3-16,0-2 1 0,-1 2-1 0,0 0 0 15,0-1-1-15,0 1 1 0,0-1-1 0,1 0 1 16,0 3 1-16,2-2-1 0,0-1 0 16,1 2 1-16,0 0 3 0,2 0 0 0,1-1-3 15,0 1-1-15,1 0 0 0,1-1 1 0,1 0-1 16,-1 1 0-16,1 0 3 0,0-2-1 15,1 2 0-15,-2-1-2 0,2 0 4 0,-1-2-1 16,0 2-2-16,-2-2 1 0,0 1 5 0,-2-1 0 16,0 0-6-16,1 2-1 0,-1-1 1 0,-1-2 0 15,1 1-6-15,-1 1 3 0,2 2 3 16,-1-2-2-16,-1 1-1 0,1-3-3 0,0 1 4 15,2 1-3-15,-2-1-1 0,-2 0 5 0,0 1 1 16,2-1 2-16,0 0-1 0,3 2 0 0,0-2-3 16,-1 1-2-16,0-2 0 0,1 2 0 15,-1 1-1-15,2 0 1 0,0-1 3 0,-1 0-1 16,0 0 0-16,0 1 1 0,-1-1 1 0,1 1-2 15,0-1-2-15,-3 2 1 0,0-1 0 16,-1 0-2-16,1-2-1 0,0-1 4 0,0 0 1 16,0 0-1-16,-1 0 1 0,1 0 0 0,-1 1 1 15,0-1-2-15,-3 2-4 0,2-2 1 16,-3 0-1-16,4 0 2 0,-2 0-2 0,2 0 4 15,-1 0 2-15,1 0 3 0,-3-2 2 0,1 1-3 16,0 0 3-16,0-2-1 0,0 3 0 0,1-3-4 16,1-1 1-16,-2 1 8 0,3-1-7 0,-2 1 1 15,1-2-4-15,-1 1 5 0,-1 1-1 16,0-1-9-16,2-1 5 0,-2 0 1 0,2 0 0 15,-1 0-1-15,1 2-1 0,-2 1-8 0,2-3 5 16,-1 1 3-16,1 0 2 0,-1 0-1 0,0 1 1 16,-1-1 11-16,0 0-5 0,0 0-2 15,-1-2 0-15,0 1 0 0,0 0-3 0,1-1 1 16,-2 0-1-16,1 1-1 0,-1 0-2 0,1 0 0 15,1-1 1-15,0-1-4 0,-1 1 3 16,-1 0 1-16,2 0 3 0,-1 0-1 0,1 0 0 16,1 1 1-16,1-2-3 0,-3 0 0 0,2 1-1 15,0-1 0-15,0 0 1 0,0 0 1 16,2 2 1-16,1-1 9 0,-1-1-5 0,-2-1-4 15,1 0 1-15,-3 1-5 0,1-1 2 0,0 1-8 16,0-3 0-16,0 2 5 0,0 0 0 0,0-1 3 16,0 0-2-16,-1 0-2 0,1 1 3 0,0-2 0 15,0 2 0-15,0 0 1 0,0-2 1 16,1-1-3-16,0 1 1 0,1 2 1 0,-1-1-3 15,-2 1-1-15,-1-2 0 0,1 2 3 0,-1 0-1 16,0-2 0-16,1 2 2 0,-1-1-2 16,2-1 3-16,-1-1-2 0,-1 1 2 0,3 0-2 15,-2-3-1-15,1 3 2 0,0-1-1 0,0-2 2 16,0 1 0-16,-1-2 1 0,-1 2-1 15,0 1-1-15,1-1-1 0,-1 1 1 0,1-1 1 16,-2 1 0-16,0 1 1 0,1-1-1 0,-3 2 0 16,0 0 1-16,0 1-1 0,-1 0-2 0,1-1-1 15,0 2 4-15,-1-3-2 0,0 2-1 16,1 1-2-16,2-2 5 0,-2 1 0 0,0 2 0 15,0-2 0-15,-1-1 1 0,1 0 0 0,0-2-3 16,1 2 0-16,-2-1 1 0,-1 0 0 0,0 1 1 16,-2-2-2-16,0-1 4 0,-1 3 0 15,0-3-2-15,0 2-1 0,0-2-1 0,3 0 1 16,-2-1-2-16,1 2 0 0,-1-1 2 0,0-1-1 15,-1 1 2-15,1-2-1 0,-1 1 3 16,-1-1-2-16,1 0 1 0,-1 1-1 0,-1-1-2 16,1 0 0-16,0 1 0 0,0-1 2 0,0-1-3 15,0 1 1-15,0-1 0 0,-1 1 0 16,2-3 0-16,0 5 0 0,-1-2 1 0,0-1 1 15,-1 2-1-15,0 1 1 0,-1-1-1 0,3 1-1 16,-3-2-1-16,0 0-3 0,-1 0 2 0,0-3 1 16,-1 5 1-16,0-3 4 0,-3 1-1 0,1-3 1 15,-1 0-2-15,0 2-1 0,0-1-1 16,-1-2-1-16,0 1-1 0,-2-1 1 0,2 0 1 15,-2 0 0-15,0-1 2 0,1-1-3 0,-2 0-1 16,1 0 2-16,-1 0 1 0,0-1 0 0,-1 1-2 16,1-1 1-16,-1 0-1 0,-2-2 1 15,0 2-1-15,1-1-1 0,-3 0 2 0,-1 2 1 16,0-1 1-16,0 2-2 0,-2 0-1 0,0 2-1 15,-3-1-2-15,-1 0 0 0,0 0 2 16,-3 2 1-16,-1-2 1 0,-1 1-1 0,-1-1 1 16,-3 2 1-16,-1 0-1 0,-2 1-4 0,-2 3-2 15,-2 2 2-15,-2-2 2 0,0 5-2 16,-5 2 0-16,2 2 2 0,-2 2 2 0,0 2 2 15,1 2-4-15,0 4 0 0,3 1-6 0,2 3-7 16,3 0-16-16,2 3-24 0,2-1-24 0,0 2-70 16,-1-1-111-16,2-2-54 0,0-1-17 15,2-4 2-15,4-1 20 0</inkml:trace>
  <inkml:trace contextRef="#ctx0" brushRef="#br0" timeOffset="198673.36">27050 6261 147 0,'-7'-2'250'0,"-3"-1"13"0,-1-1-34 0,-3 1-96 15,0 0-53-15,-1 1-26 0,-1-1-17 0,1 2-13 16,0 0 0-16,0 2-7 0,-2 0-4 16,1 4-3-16,-3-2-1 0,1 3 4 0,0 0-4 15,0 1 3-15,0 3 1 0,0-1 1 0,-1 0 0 16,1 4 2-16,-2 0-1 0,1 3 0 15,-1-1 3-15,0 4 1 0,1 3 1 0,0 1-2 16,-3 3 2-16,2 3 0 0,1 2-3 0,-1 0-1 16,2 3 0-16,1 2-1 0,1 1 3 15,0 1-1-15,3 4 0 0,1 1-4 0,3 0 1 16,1 3-3-16,0 0-5 0,4 0 0 0,2 0 0 15,2-2 4-15,3-1-4 0,3-4 2 0,1-1 0 16,3-3 2-16,0-3-2 0,5-1-1 0,2-5 3 16,0 0 0-16,5-3 0 0,1-4-3 15,3-1 1-15,3-3-1 0,2-3 0 0,2-4 0 16,4-1 2-16,0-3 3 0,3-4-5 0,2-3 1 15,1 1-1-15,2-6-1 0,-1-2-3 16,1-4-3-16,2 0 2 0,1-4-2 0,0 0 0 16,1-4-4-16,1-5-1 0,3-3 0 0,2-4-2 15,1-2-2-15,1-3 1 0,-3-2 2 16,1-1 1-16,-3-2 0 0,-3 0 1 0,-7 3 1 15,-3-1 4-15,-5 1 0 0,-6 0 3 0,-5 0-2 16,-7 2-1-16,-8-2 3 0,-7 0-1 0,-8 0-2 16,-7 0 2-16,-6 0 0 0,-8 0 4 15,-4 2-2-15,-8 0-1 0,-4 0 1 0,-6 3-2 16,-6 0 3-16,-4 5 0 0,-2 4 0 0,-3 7 0 15,-2 5-1-15,-2 7-4 0,-2 5-2 16,-1 7-6-16,0 6-6 0,-1 7-9 0,2 3-11 16,3 6-12-16,9 3-12 0,3 3-17 0,6 2-18 15,-2 4-126-15,0-1-61 0,0 0-24 0,2-2-7 16,6-3 9-16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D8EFB-0647-4421-86EA-EDCC8F440B2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C9182-100B-4D09-961F-855BF23E1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472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D8EFB-0647-4421-86EA-EDCC8F440B2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C9182-100B-4D09-961F-855BF23E1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123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D8EFB-0647-4421-86EA-EDCC8F440B2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C9182-100B-4D09-961F-855BF23E1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36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D8EFB-0647-4421-86EA-EDCC8F440B2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C9182-100B-4D09-961F-855BF23E1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661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D8EFB-0647-4421-86EA-EDCC8F440B2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C9182-100B-4D09-961F-855BF23E1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07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D8EFB-0647-4421-86EA-EDCC8F440B2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C9182-100B-4D09-961F-855BF23E1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37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D8EFB-0647-4421-86EA-EDCC8F440B2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C9182-100B-4D09-961F-855BF23E1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53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D8EFB-0647-4421-86EA-EDCC8F440B2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C9182-100B-4D09-961F-855BF23E1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820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C9182-100B-4D09-961F-855BF23E1D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D8EFB-0647-4421-86EA-EDCC8F440B25}" type="datetimeFigureOut">
              <a:rPr lang="en-US" smtClean="0"/>
              <a:t>9/2/2025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420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D8EFB-0647-4421-86EA-EDCC8F440B2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C9182-100B-4D09-961F-855BF23E1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449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D8EFB-0647-4421-86EA-EDCC8F440B2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C9182-100B-4D09-961F-855BF23E1D3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8977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D8EFB-0647-4421-86EA-EDCC8F440B2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C9182-100B-4D09-961F-855BF23E1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944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D8EFB-0647-4421-86EA-EDCC8F440B2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C9182-100B-4D09-961F-855BF23E1D3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9461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D8EFB-0647-4421-86EA-EDCC8F440B2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C9182-100B-4D09-961F-855BF23E1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4058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D8EFB-0647-4421-86EA-EDCC8F440B2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C9182-100B-4D09-961F-855BF23E1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9539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D8EFB-0647-4421-86EA-EDCC8F440B2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C9182-100B-4D09-961F-855BF23E1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633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9D8EFB-0647-4421-86EA-EDCC8F440B2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24C9182-100B-4D09-961F-855BF23E1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234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customXml" Target="../ink/ink3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1.jpeg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40.png"/><Relationship Id="rId9" Type="http://schemas.openxmlformats.org/officeDocument/2006/relationships/image" Target="../media/image1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emf"/><Relationship Id="rId5" Type="http://schemas.openxmlformats.org/officeDocument/2006/relationships/customXml" Target="../ink/ink5.xml"/><Relationship Id="rId4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emf"/><Relationship Id="rId5" Type="http://schemas.openxmlformats.org/officeDocument/2006/relationships/customXml" Target="../ink/ink6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5" Type="http://schemas.openxmlformats.org/officeDocument/2006/relationships/customXml" Target="../ink/ink7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image" Target="../media/image220.png"/><Relationship Id="rId7" Type="http://schemas.openxmlformats.org/officeDocument/2006/relationships/customXml" Target="../ink/ink8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emf"/><Relationship Id="rId4" Type="http://schemas.openxmlformats.org/officeDocument/2006/relationships/customXml" Target="../ink/ink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emf"/><Relationship Id="rId5" Type="http://schemas.openxmlformats.org/officeDocument/2006/relationships/customXml" Target="../ink/ink10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emf"/><Relationship Id="rId4" Type="http://schemas.openxmlformats.org/officeDocument/2006/relationships/customXml" Target="../ink/ink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emf"/><Relationship Id="rId5" Type="http://schemas.openxmlformats.org/officeDocument/2006/relationships/customXml" Target="../ink/ink12.xml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emf"/><Relationship Id="rId4" Type="http://schemas.openxmlformats.org/officeDocument/2006/relationships/customXml" Target="../ink/ink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emf"/><Relationship Id="rId5" Type="http://schemas.openxmlformats.org/officeDocument/2006/relationships/customXml" Target="../ink/ink14.xml"/><Relationship Id="rId4" Type="http://schemas.openxmlformats.org/officeDocument/2006/relationships/image" Target="../media/image4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emf"/><Relationship Id="rId5" Type="http://schemas.openxmlformats.org/officeDocument/2006/relationships/customXml" Target="../ink/ink15.xml"/><Relationship Id="rId4" Type="http://schemas.openxmlformats.org/officeDocument/2006/relationships/image" Target="../media/image46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EDCD-ADB7-48E0-AF61-B08374B07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886691"/>
          </a:xfrm>
        </p:spPr>
        <p:txBody>
          <a:bodyPr>
            <a:normAutofit fontScale="90000"/>
          </a:bodyPr>
          <a:lstStyle/>
          <a:p>
            <a:r>
              <a:rPr lang="en-US" dirty="0"/>
              <a:t>LISTRIK DINAMIS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A0F3F2-183E-4950-A7F7-632EB3681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983672"/>
            <a:ext cx="12192000" cy="5874327"/>
          </a:xfrm>
        </p:spPr>
        <p:txBody>
          <a:bodyPr/>
          <a:lstStyle/>
          <a:p>
            <a:pPr marL="457200" indent="-457200" algn="just">
              <a:buAutoNum type="arabicPeriod"/>
            </a:pPr>
            <a:r>
              <a:rPr lang="id-ID" altLang="en-US" dirty="0"/>
              <a:t>Arus </a:t>
            </a:r>
            <a:r>
              <a:rPr lang="en-US" altLang="en-US" dirty="0"/>
              <a:t>Listrik</a:t>
            </a:r>
          </a:p>
          <a:p>
            <a:pPr algn="just"/>
            <a:endParaRPr lang="en-US" altLang="en-US" dirty="0"/>
          </a:p>
          <a:p>
            <a:pPr algn="just"/>
            <a:r>
              <a:rPr lang="en-US" altLang="en-US" dirty="0"/>
              <a:t>			             I  = </a:t>
            </a:r>
            <a:r>
              <a:rPr lang="en-US" altLang="en-US" dirty="0" err="1"/>
              <a:t>kuat</a:t>
            </a:r>
            <a:r>
              <a:rPr lang="en-US" altLang="en-US" dirty="0"/>
              <a:t> </a:t>
            </a:r>
            <a:r>
              <a:rPr lang="en-US" altLang="en-US" dirty="0" err="1"/>
              <a:t>arus</a:t>
            </a:r>
            <a:r>
              <a:rPr lang="en-US" altLang="en-US" dirty="0"/>
              <a:t> (A)	Q =</a:t>
            </a:r>
            <a:r>
              <a:rPr lang="en-US" altLang="en-US" dirty="0" err="1"/>
              <a:t>muatan</a:t>
            </a:r>
            <a:r>
              <a:rPr lang="en-US" altLang="en-US" dirty="0"/>
              <a:t> </a:t>
            </a:r>
            <a:r>
              <a:rPr lang="en-US" altLang="en-US" dirty="0" err="1"/>
              <a:t>listrik</a:t>
            </a:r>
            <a:r>
              <a:rPr lang="en-US" altLang="en-US" dirty="0"/>
              <a:t> (C)			t  = </a:t>
            </a:r>
            <a:r>
              <a:rPr lang="en-US" altLang="en-US" dirty="0" err="1"/>
              <a:t>waktu</a:t>
            </a:r>
            <a:r>
              <a:rPr lang="en-US" altLang="en-US" dirty="0"/>
              <a:t> (s)</a:t>
            </a:r>
          </a:p>
          <a:p>
            <a:pPr marL="274320" indent="-274320" algn="just">
              <a:buClr>
                <a:schemeClr val="accent3"/>
              </a:buClr>
              <a:defRPr/>
            </a:pPr>
            <a:r>
              <a:rPr lang="en-US" dirty="0" err="1"/>
              <a:t>contoh</a:t>
            </a:r>
            <a:r>
              <a:rPr lang="en-US" dirty="0"/>
              <a:t> 1:	</a:t>
            </a:r>
          </a:p>
          <a:p>
            <a:pPr algn="just">
              <a:buClr>
                <a:schemeClr val="accent3"/>
              </a:buClr>
              <a:defRPr/>
            </a:pPr>
            <a:r>
              <a:rPr lang="id-ID" dirty="0"/>
              <a:t>Jika arus 4 ampere mengalir dalam kawat yang ujung-ujungnya mempunyai beda potensial 12 volt, maka </a:t>
            </a: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id-ID" dirty="0"/>
              <a:t>besar muatan per menit yang mengalir melalui kawat </a:t>
            </a:r>
            <a:r>
              <a:rPr lang="en-US" dirty="0"/>
              <a:t>dan </a:t>
            </a:r>
            <a:r>
              <a:rPr lang="en-US" dirty="0" err="1"/>
              <a:t>hambatannya</a:t>
            </a:r>
            <a:r>
              <a:rPr lang="en-US" dirty="0"/>
              <a:t>?</a:t>
            </a:r>
          </a:p>
          <a:p>
            <a:pPr marL="274320" indent="-274320" algn="just">
              <a:buClr>
                <a:schemeClr val="accent3"/>
              </a:buClr>
              <a:defRPr/>
            </a:pPr>
            <a:r>
              <a:rPr lang="en-US" dirty="0" err="1"/>
              <a:t>Diket</a:t>
            </a:r>
            <a:r>
              <a:rPr lang="en-US" dirty="0"/>
              <a:t> : I = 4 A	V = 12 Volt		t = 60 s</a:t>
            </a:r>
          </a:p>
          <a:p>
            <a:pPr marL="274320" indent="-274320" algn="just">
              <a:buClr>
                <a:schemeClr val="accent3"/>
              </a:buClr>
              <a:defRPr/>
            </a:pPr>
            <a:r>
              <a:rPr lang="en-US" dirty="0" err="1"/>
              <a:t>Ditanya</a:t>
            </a:r>
            <a:r>
              <a:rPr lang="en-US" dirty="0"/>
              <a:t> Q dan R</a:t>
            </a:r>
          </a:p>
          <a:p>
            <a:pPr marL="274320" indent="-274320" algn="just">
              <a:buClr>
                <a:schemeClr val="accent3"/>
              </a:buClr>
              <a:defRPr/>
            </a:pPr>
            <a:r>
              <a:rPr lang="en-US" dirty="0"/>
              <a:t>Jawab Q = I . t = 4 . 60 = 240 C</a:t>
            </a:r>
          </a:p>
          <a:p>
            <a:pPr marL="274320" indent="-274320" algn="just">
              <a:buClr>
                <a:schemeClr val="accent3"/>
              </a:buClr>
              <a:defRPr/>
            </a:pPr>
            <a:endParaRPr lang="en-US" alt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2">
                <a:extLst>
                  <a:ext uri="{FF2B5EF4-FFF2-40B4-BE49-F238E27FC236}">
                    <a16:creationId xmlns:a16="http://schemas.microsoft.com/office/drawing/2014/main" id="{6CC8EDE4-441D-43B4-8405-2671A6592038}"/>
                  </a:ext>
                </a:extLst>
              </p:cNvPr>
              <p:cNvSpPr txBox="1"/>
              <p:nvPr/>
            </p:nvSpPr>
            <p:spPr bwMode="auto">
              <a:xfrm>
                <a:off x="533400" y="1330040"/>
                <a:ext cx="1143000" cy="1066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d-ID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id-ID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id-ID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id-ID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den>
                      </m:f>
                    </m:oMath>
                  </m:oMathPara>
                </a14:m>
                <a:endParaRPr lang="id-ID"/>
              </a:p>
            </p:txBody>
          </p:sp>
        </mc:Choice>
        <mc:Fallback>
          <p:sp>
            <p:nvSpPr>
              <p:cNvPr id="4" name="Object 2">
                <a:extLst>
                  <a:ext uri="{FF2B5EF4-FFF2-40B4-BE49-F238E27FC236}">
                    <a16:creationId xmlns:a16="http://schemas.microsoft.com/office/drawing/2014/main" id="{6CC8EDE4-441D-43B4-8405-2671A6592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" y="1330040"/>
                <a:ext cx="1143000" cy="1066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3">
                <a:extLst>
                  <a:ext uri="{FF2B5EF4-FFF2-40B4-BE49-F238E27FC236}">
                    <a16:creationId xmlns:a16="http://schemas.microsoft.com/office/drawing/2014/main" id="{C342212F-C054-4EDF-9F3E-20B94D20FA24}"/>
                  </a:ext>
                </a:extLst>
              </p:cNvPr>
              <p:cNvSpPr txBox="1"/>
              <p:nvPr/>
            </p:nvSpPr>
            <p:spPr bwMode="auto">
              <a:xfrm>
                <a:off x="858982" y="4959928"/>
                <a:ext cx="23114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d-ID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id-ID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id-ID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id-ID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den>
                      </m:f>
                      <m:r>
                        <a:rPr lang="id-ID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id-ID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id-ID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id-ID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id-ID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3 </m:t>
                      </m:r>
                      <m:r>
                        <m:rPr>
                          <m:nor/>
                        </m:rPr>
                        <a:rPr lang="id-ID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id-ID"/>
              </a:p>
            </p:txBody>
          </p:sp>
        </mc:Choice>
        <mc:Fallback>
          <p:sp>
            <p:nvSpPr>
              <p:cNvPr id="5" name="Object 3">
                <a:extLst>
                  <a:ext uri="{FF2B5EF4-FFF2-40B4-BE49-F238E27FC236}">
                    <a16:creationId xmlns:a16="http://schemas.microsoft.com/office/drawing/2014/main" id="{C342212F-C054-4EDF-9F3E-20B94D20F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8982" y="4959928"/>
                <a:ext cx="2311400" cy="914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6513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39268-9DFC-41A4-A415-353F1E46D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274320" indent="-274320">
              <a:buClr>
                <a:schemeClr val="accent3"/>
              </a:buClr>
              <a:buNone/>
              <a:defRPr/>
            </a:pPr>
            <a:r>
              <a:rPr lang="en-US" dirty="0"/>
              <a:t>2.	</a:t>
            </a:r>
            <a:r>
              <a:rPr lang="en-US" dirty="0" err="1"/>
              <a:t>Hambatan</a:t>
            </a:r>
            <a:r>
              <a:rPr lang="en-US" dirty="0"/>
              <a:t> </a:t>
            </a:r>
            <a:r>
              <a:rPr lang="en-US" dirty="0" err="1"/>
              <a:t>Penghantar</a:t>
            </a:r>
            <a:endParaRPr lang="en-US" dirty="0"/>
          </a:p>
          <a:p>
            <a:pPr marL="274320" indent="-274320">
              <a:buClr>
                <a:schemeClr val="accent3"/>
              </a:buClr>
              <a:buNone/>
              <a:defRPr/>
            </a:pPr>
            <a:r>
              <a:rPr lang="en-US" dirty="0"/>
              <a:t>					R  = </a:t>
            </a:r>
            <a:r>
              <a:rPr lang="en-US" dirty="0" err="1"/>
              <a:t>hambatan</a:t>
            </a:r>
            <a:r>
              <a:rPr lang="en-US" dirty="0"/>
              <a:t> </a:t>
            </a:r>
            <a:r>
              <a:rPr lang="en-US" dirty="0" err="1"/>
              <a:t>penghantar</a:t>
            </a:r>
            <a:r>
              <a:rPr lang="en-US" dirty="0"/>
              <a:t> (</a:t>
            </a:r>
            <a:r>
              <a:rPr lang="en-US" dirty="0">
                <a:sym typeface="Symbol" pitchFamily="18" charset="2"/>
              </a:rPr>
              <a:t></a:t>
            </a:r>
            <a:r>
              <a:rPr lang="en-US" dirty="0"/>
              <a:t>)				</a:t>
            </a:r>
            <a:r>
              <a:rPr lang="en-US" dirty="0">
                <a:latin typeface="Brush Script MT" pitchFamily="66" charset="0"/>
              </a:rPr>
              <a:t>l</a:t>
            </a:r>
            <a:r>
              <a:rPr lang="en-US" dirty="0"/>
              <a:t>  = </a:t>
            </a:r>
            <a:r>
              <a:rPr lang="en-US" dirty="0" err="1"/>
              <a:t>panjang</a:t>
            </a:r>
            <a:r>
              <a:rPr lang="en-US" dirty="0"/>
              <a:t> </a:t>
            </a:r>
            <a:r>
              <a:rPr lang="en-US" dirty="0" err="1"/>
              <a:t>penghantar</a:t>
            </a:r>
            <a:r>
              <a:rPr lang="en-US" dirty="0"/>
              <a:t>  (m)</a:t>
            </a:r>
          </a:p>
          <a:p>
            <a:pPr marL="274320" indent="-274320">
              <a:buClr>
                <a:schemeClr val="accent3"/>
              </a:buClr>
              <a:buNone/>
              <a:defRPr/>
            </a:pPr>
            <a:r>
              <a:rPr lang="en-US" dirty="0"/>
              <a:t>					</a:t>
            </a:r>
            <a:r>
              <a:rPr lang="en-US" dirty="0">
                <a:sym typeface="Symbol" pitchFamily="18" charset="2"/>
              </a:rPr>
              <a:t></a:t>
            </a:r>
            <a:r>
              <a:rPr lang="en-US" dirty="0"/>
              <a:t> = </a:t>
            </a:r>
            <a:r>
              <a:rPr lang="en-US" dirty="0" err="1"/>
              <a:t>hambatan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(</a:t>
            </a:r>
            <a:r>
              <a:rPr lang="en-US" dirty="0">
                <a:sym typeface="Symbol" pitchFamily="18" charset="2"/>
              </a:rPr>
              <a:t></a:t>
            </a:r>
            <a:r>
              <a:rPr lang="en-US" dirty="0"/>
              <a:t> m)					A = </a:t>
            </a:r>
            <a:r>
              <a:rPr lang="en-US" dirty="0" err="1"/>
              <a:t>luas</a:t>
            </a:r>
            <a:r>
              <a:rPr lang="en-US" dirty="0"/>
              <a:t> </a:t>
            </a:r>
            <a:r>
              <a:rPr lang="en-US" dirty="0" err="1"/>
              <a:t>penampang</a:t>
            </a:r>
            <a:r>
              <a:rPr lang="en-US" dirty="0"/>
              <a:t> (m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pPr marL="274320" indent="-274320">
              <a:buClr>
                <a:schemeClr val="accent3"/>
              </a:buClr>
              <a:buNone/>
              <a:defRPr/>
            </a:pPr>
            <a:endParaRPr lang="en-US" dirty="0"/>
          </a:p>
          <a:p>
            <a:pPr marL="274320" indent="-274320">
              <a:buClr>
                <a:schemeClr val="accent3"/>
              </a:buClr>
              <a:buNone/>
              <a:defRPr/>
            </a:pPr>
            <a:r>
              <a:rPr lang="en-US" dirty="0"/>
              <a:t>	∆</a:t>
            </a:r>
            <a:r>
              <a:rPr lang="en-US" dirty="0">
                <a:sym typeface="Symbol" pitchFamily="18" charset="2"/>
              </a:rPr>
              <a:t></a:t>
            </a:r>
            <a:r>
              <a:rPr lang="en-US" dirty="0"/>
              <a:t> = </a:t>
            </a:r>
            <a:r>
              <a:rPr lang="en-US" dirty="0">
                <a:sym typeface="Symbol" pitchFamily="18" charset="2"/>
              </a:rPr>
              <a:t></a:t>
            </a:r>
            <a:r>
              <a:rPr lang="en-US" baseline="-25000" dirty="0"/>
              <a:t>0.</a:t>
            </a:r>
            <a:r>
              <a:rPr lang="en-US" dirty="0"/>
              <a:t> </a:t>
            </a:r>
            <a:r>
              <a:rPr lang="en-US" dirty="0">
                <a:sym typeface="Symbol" pitchFamily="18" charset="2"/>
              </a:rPr>
              <a:t></a:t>
            </a:r>
            <a:r>
              <a:rPr lang="en-US" dirty="0"/>
              <a:t>. ∆T		∆R = R</a:t>
            </a:r>
            <a:r>
              <a:rPr lang="en-US" baseline="-25000" dirty="0"/>
              <a:t>0.</a:t>
            </a:r>
            <a:r>
              <a:rPr lang="en-US" dirty="0"/>
              <a:t> </a:t>
            </a:r>
            <a:r>
              <a:rPr lang="en-US" dirty="0">
                <a:sym typeface="Symbol" pitchFamily="18" charset="2"/>
              </a:rPr>
              <a:t></a:t>
            </a:r>
            <a:r>
              <a:rPr lang="en-US" dirty="0"/>
              <a:t>. ∆T</a:t>
            </a:r>
          </a:p>
          <a:p>
            <a:pPr marL="274320" indent="-274320">
              <a:buClr>
                <a:schemeClr val="accent3"/>
              </a:buClr>
              <a:buNone/>
              <a:defRPr/>
            </a:pPr>
            <a:r>
              <a:rPr lang="en-US" dirty="0"/>
              <a:t>	∆R = R – R</a:t>
            </a:r>
            <a:r>
              <a:rPr lang="en-US" baseline="-25000" dirty="0"/>
              <a:t>0</a:t>
            </a:r>
            <a:endParaRPr lang="en-US" dirty="0"/>
          </a:p>
          <a:p>
            <a:pPr marL="274320" indent="-274320">
              <a:buClr>
                <a:schemeClr val="accent3"/>
              </a:buClr>
              <a:buNone/>
              <a:defRPr/>
            </a:pPr>
            <a:r>
              <a:rPr lang="en-US" dirty="0">
                <a:sym typeface="Symbol" pitchFamily="18" charset="2"/>
              </a:rPr>
              <a:t>	</a:t>
            </a:r>
            <a:r>
              <a:rPr lang="en-US" dirty="0"/>
              <a:t> = </a:t>
            </a:r>
            <a:r>
              <a:rPr lang="en-US" dirty="0" err="1"/>
              <a:t>koefisien</a:t>
            </a:r>
            <a:r>
              <a:rPr lang="en-US" dirty="0"/>
              <a:t> </a:t>
            </a:r>
            <a:r>
              <a:rPr lang="en-US" dirty="0" err="1"/>
              <a:t>hambatan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(/</a:t>
            </a:r>
            <a:r>
              <a:rPr lang="en-US" baseline="30000" dirty="0"/>
              <a:t>0</a:t>
            </a:r>
            <a:r>
              <a:rPr lang="en-US" dirty="0"/>
              <a:t>C)</a:t>
            </a:r>
          </a:p>
          <a:p>
            <a:pPr marL="274320" indent="-274320">
              <a:buClr>
                <a:schemeClr val="accent3"/>
              </a:buClr>
              <a:buNone/>
              <a:defRPr/>
            </a:pPr>
            <a:r>
              <a:rPr lang="en-US" dirty="0"/>
              <a:t>	∆T = </a:t>
            </a:r>
            <a:r>
              <a:rPr lang="en-US" dirty="0" err="1"/>
              <a:t>perubaha</a:t>
            </a:r>
            <a:r>
              <a:rPr lang="en-US" dirty="0"/>
              <a:t> </a:t>
            </a:r>
            <a:r>
              <a:rPr lang="en-US" dirty="0" err="1"/>
              <a:t>suhu</a:t>
            </a:r>
            <a:r>
              <a:rPr lang="en-US" dirty="0"/>
              <a:t> (</a:t>
            </a:r>
            <a:r>
              <a:rPr lang="en-US" baseline="30000" dirty="0"/>
              <a:t>0</a:t>
            </a:r>
            <a:r>
              <a:rPr lang="en-US" dirty="0"/>
              <a:t>C) 	</a:t>
            </a:r>
          </a:p>
          <a:p>
            <a:pPr marL="274320" indent="-274320">
              <a:buClr>
                <a:schemeClr val="accent3"/>
              </a:buClr>
              <a:buNone/>
              <a:defRPr/>
            </a:pPr>
            <a:r>
              <a:rPr lang="en-US" dirty="0">
                <a:sym typeface="Symbol" pitchFamily="18" charset="2"/>
              </a:rPr>
              <a:t>	</a:t>
            </a:r>
            <a:r>
              <a:rPr lang="en-US" baseline="-25000" dirty="0"/>
              <a:t>0</a:t>
            </a:r>
            <a:r>
              <a:rPr lang="en-US" dirty="0"/>
              <a:t> = </a:t>
            </a:r>
            <a:r>
              <a:rPr lang="en-US" dirty="0" err="1"/>
              <a:t>hambatan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mula</a:t>
            </a:r>
            <a:r>
              <a:rPr lang="en-US" dirty="0"/>
              <a:t> – </a:t>
            </a:r>
            <a:r>
              <a:rPr lang="en-US" dirty="0" err="1"/>
              <a:t>mula</a:t>
            </a:r>
            <a:r>
              <a:rPr lang="en-US" dirty="0"/>
              <a:t> (</a:t>
            </a:r>
            <a:r>
              <a:rPr lang="en-US" dirty="0">
                <a:sym typeface="Symbol" pitchFamily="18" charset="2"/>
              </a:rPr>
              <a:t></a:t>
            </a:r>
            <a:r>
              <a:rPr lang="en-US" dirty="0"/>
              <a:t> m)</a:t>
            </a:r>
          </a:p>
          <a:p>
            <a:pPr marL="274320" indent="-274320">
              <a:buClr>
                <a:schemeClr val="accent3"/>
              </a:buClr>
              <a:buNone/>
              <a:defRPr/>
            </a:pPr>
            <a:r>
              <a:rPr lang="en-US" baseline="-25000" dirty="0"/>
              <a:t>	</a:t>
            </a:r>
            <a:r>
              <a:rPr lang="en-US" dirty="0"/>
              <a:t>R</a:t>
            </a:r>
            <a:r>
              <a:rPr lang="en-US" baseline="-25000" dirty="0"/>
              <a:t>0</a:t>
            </a:r>
            <a:r>
              <a:rPr lang="en-US" dirty="0"/>
              <a:t> = </a:t>
            </a:r>
            <a:r>
              <a:rPr lang="en-US" dirty="0" err="1"/>
              <a:t>hambatan</a:t>
            </a:r>
            <a:r>
              <a:rPr lang="en-US" dirty="0"/>
              <a:t> </a:t>
            </a:r>
            <a:r>
              <a:rPr lang="en-US" dirty="0" err="1"/>
              <a:t>mula</a:t>
            </a:r>
            <a:r>
              <a:rPr lang="en-US" dirty="0"/>
              <a:t> – </a:t>
            </a:r>
            <a:r>
              <a:rPr lang="en-US" dirty="0" err="1"/>
              <a:t>mula</a:t>
            </a:r>
            <a:r>
              <a:rPr lang="en-US" dirty="0"/>
              <a:t> (</a:t>
            </a:r>
            <a:r>
              <a:rPr lang="en-US" dirty="0">
                <a:sym typeface="Symbol" pitchFamily="18" charset="2"/>
              </a:rPr>
              <a:t></a:t>
            </a:r>
            <a:r>
              <a:rPr lang="en-US" dirty="0"/>
              <a:t>)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2">
                <a:extLst>
                  <a:ext uri="{FF2B5EF4-FFF2-40B4-BE49-F238E27FC236}">
                    <a16:creationId xmlns:a16="http://schemas.microsoft.com/office/drawing/2014/main" id="{680AB3D2-F752-4C7C-B731-C8678569E17E}"/>
                  </a:ext>
                </a:extLst>
              </p:cNvPr>
              <p:cNvSpPr txBox="1"/>
              <p:nvPr/>
            </p:nvSpPr>
            <p:spPr bwMode="auto">
              <a:xfrm>
                <a:off x="688975" y="608013"/>
                <a:ext cx="1060450" cy="9937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d-ID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id-ID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id-ID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ρ</m:t>
                      </m:r>
                      <m:f>
                        <m:fPr>
                          <m:ctrlP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id-ID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den>
                      </m:f>
                    </m:oMath>
                  </m:oMathPara>
                </a14:m>
                <a:endParaRPr lang="id-ID"/>
              </a:p>
            </p:txBody>
          </p:sp>
        </mc:Choice>
        <mc:Fallback>
          <p:sp>
            <p:nvSpPr>
              <p:cNvPr id="4" name="Object 2">
                <a:extLst>
                  <a:ext uri="{FF2B5EF4-FFF2-40B4-BE49-F238E27FC236}">
                    <a16:creationId xmlns:a16="http://schemas.microsoft.com/office/drawing/2014/main" id="{680AB3D2-F752-4C7C-B731-C8678569E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8975" y="608013"/>
                <a:ext cx="1060450" cy="993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FD6E065-4BA0-404A-B4FE-80B3FDE566C2}"/>
                  </a:ext>
                </a:extLst>
              </p14:cNvPr>
              <p14:cNvContentPartPr/>
              <p14:nvPr/>
            </p14:nvContentPartPr>
            <p14:xfrm>
              <a:off x="479520" y="1261080"/>
              <a:ext cx="5586120" cy="636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FD6E065-4BA0-404A-B4FE-80B3FDE566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0160" y="1251720"/>
                <a:ext cx="5604840" cy="65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8590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3D47B-A5E3-4AFE-8A11-F084AF87C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en-US" dirty="0" err="1"/>
              <a:t>Contoh</a:t>
            </a:r>
            <a:r>
              <a:rPr lang="en-US" altLang="en-US" dirty="0"/>
              <a:t> 1:	</a:t>
            </a:r>
          </a:p>
          <a:p>
            <a:pPr marL="0" indent="0" algn="just">
              <a:buNone/>
            </a:pPr>
            <a:r>
              <a:rPr lang="id-ID" altLang="en-US" dirty="0"/>
              <a:t>Seutas kawat penghantar mempunyai panjang 50 cm, luas penampang 2 mm</a:t>
            </a:r>
            <a:r>
              <a:rPr lang="id-ID" altLang="en-US" baseline="30000" dirty="0"/>
              <a:t>2</a:t>
            </a:r>
            <a:r>
              <a:rPr lang="id-ID" altLang="en-US" dirty="0"/>
              <a:t>, ternyata hambatan listriknya 100 </a:t>
            </a:r>
            <a:r>
              <a:rPr lang="id-ID" altLang="en-US" dirty="0">
                <a:sym typeface="Symbol" panose="05050102010706020507" pitchFamily="18" charset="2"/>
              </a:rPr>
              <a:t></a:t>
            </a:r>
            <a:r>
              <a:rPr lang="id-ID" altLang="en-US" dirty="0"/>
              <a:t>. </a:t>
            </a:r>
            <a:r>
              <a:rPr lang="en-US" altLang="en-US" dirty="0" err="1"/>
              <a:t>Berapa</a:t>
            </a:r>
            <a:r>
              <a:rPr lang="id-ID" altLang="en-US" dirty="0"/>
              <a:t> hambatan jenis kawat itu </a:t>
            </a:r>
            <a:r>
              <a:rPr lang="en-US" altLang="en-US" dirty="0"/>
              <a:t>?</a:t>
            </a:r>
          </a:p>
          <a:p>
            <a:pPr marL="0" indent="0" algn="just">
              <a:buNone/>
            </a:pPr>
            <a:r>
              <a:rPr lang="en-US" altLang="en-US" dirty="0" err="1"/>
              <a:t>Diket</a:t>
            </a:r>
            <a:r>
              <a:rPr lang="en-US" altLang="en-US" dirty="0"/>
              <a:t> : A = 2 mm</a:t>
            </a:r>
            <a:r>
              <a:rPr lang="en-US" altLang="en-US" baseline="30000" dirty="0"/>
              <a:t>2 </a:t>
            </a:r>
            <a:r>
              <a:rPr lang="en-US" altLang="en-US" dirty="0"/>
              <a:t>= 2. 10</a:t>
            </a:r>
            <a:r>
              <a:rPr lang="en-US" altLang="en-US" baseline="30000" dirty="0"/>
              <a:t>-6</a:t>
            </a:r>
            <a:r>
              <a:rPr lang="en-US" altLang="en-US" dirty="0"/>
              <a:t> m</a:t>
            </a:r>
            <a:r>
              <a:rPr lang="en-US" altLang="en-US" baseline="30000" dirty="0"/>
              <a:t>2</a:t>
            </a:r>
            <a:r>
              <a:rPr lang="en-US" altLang="en-US" dirty="0"/>
              <a:t>		</a:t>
            </a:r>
          </a:p>
          <a:p>
            <a:pPr marL="0" indent="0" algn="just">
              <a:buNone/>
            </a:pPr>
            <a:r>
              <a:rPr lang="en-US" altLang="en-US" dirty="0"/>
              <a:t>	</a:t>
            </a:r>
            <a:r>
              <a:rPr lang="en-US" altLang="en-US" dirty="0">
                <a:latin typeface="Brush Script MT" panose="03060802040406070304" pitchFamily="66" charset="0"/>
              </a:rPr>
              <a:t>l </a:t>
            </a:r>
            <a:r>
              <a:rPr lang="en-US" altLang="en-US" dirty="0"/>
              <a:t>= 50 cm = 0,5 m		R = 100 </a:t>
            </a:r>
            <a:r>
              <a:rPr lang="en-US" altLang="en-US" dirty="0">
                <a:sym typeface="Symbol" panose="05050102010706020507" pitchFamily="18" charset="2"/>
              </a:rPr>
              <a:t></a:t>
            </a:r>
          </a:p>
          <a:p>
            <a:pPr marL="0" indent="0" algn="just">
              <a:buNone/>
            </a:pPr>
            <a:r>
              <a:rPr lang="en-US" altLang="en-US" dirty="0" err="1">
                <a:sym typeface="Symbol" panose="05050102010706020507" pitchFamily="18" charset="2"/>
              </a:rPr>
              <a:t>Ditanya</a:t>
            </a:r>
            <a:r>
              <a:rPr lang="en-US" altLang="en-US" dirty="0">
                <a:sym typeface="Symbol" panose="05050102010706020507" pitchFamily="18" charset="2"/>
              </a:rPr>
              <a:t>	</a:t>
            </a:r>
            <a:r>
              <a:rPr lang="en-US" altLang="en-US" baseline="-25000" dirty="0">
                <a:sym typeface="Symbol" panose="05050102010706020507" pitchFamily="18" charset="2"/>
              </a:rPr>
              <a:t>0</a:t>
            </a:r>
            <a:r>
              <a:rPr lang="en-US" altLang="en-US" dirty="0">
                <a:sym typeface="Symbol" panose="05050102010706020507" pitchFamily="18" charset="2"/>
              </a:rPr>
              <a:t>……..?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2">
                <a:extLst>
                  <a:ext uri="{FF2B5EF4-FFF2-40B4-BE49-F238E27FC236}">
                    <a16:creationId xmlns:a16="http://schemas.microsoft.com/office/drawing/2014/main" id="{1C169738-CFB3-434E-861D-BEA8A9B5A308}"/>
                  </a:ext>
                </a:extLst>
              </p:cNvPr>
              <p:cNvSpPr txBox="1"/>
              <p:nvPr/>
            </p:nvSpPr>
            <p:spPr bwMode="auto">
              <a:xfrm>
                <a:off x="1032171" y="3198236"/>
                <a:ext cx="1524000" cy="1066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d-ID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id-ID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d-ID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ρ</m:t>
                          </m:r>
                        </m:e>
                        <m:sub>
                          <m:r>
                            <a:rPr lang="id-ID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id-ID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den>
                      </m:f>
                    </m:oMath>
                  </m:oMathPara>
                </a14:m>
                <a:endParaRPr lang="id-ID"/>
              </a:p>
            </p:txBody>
          </p:sp>
        </mc:Choice>
        <mc:Fallback>
          <p:sp>
            <p:nvSpPr>
              <p:cNvPr id="4" name="Object 2">
                <a:extLst>
                  <a:ext uri="{FF2B5EF4-FFF2-40B4-BE49-F238E27FC236}">
                    <a16:creationId xmlns:a16="http://schemas.microsoft.com/office/drawing/2014/main" id="{1C169738-CFB3-434E-861D-BEA8A9B5A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32171" y="3198236"/>
                <a:ext cx="1524000" cy="1066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3">
                <a:extLst>
                  <a:ext uri="{FF2B5EF4-FFF2-40B4-BE49-F238E27FC236}">
                    <a16:creationId xmlns:a16="http://schemas.microsoft.com/office/drawing/2014/main" id="{A7DE0C76-8D62-40F3-AFB3-7D17E463D97C}"/>
                  </a:ext>
                </a:extLst>
              </p:cNvPr>
              <p:cNvSpPr txBox="1"/>
              <p:nvPr/>
            </p:nvSpPr>
            <p:spPr bwMode="auto">
              <a:xfrm>
                <a:off x="3394363" y="3274436"/>
                <a:ext cx="2514600" cy="990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d-ID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id-ID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d-ID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ρ</m:t>
                          </m:r>
                        </m:e>
                        <m:sub>
                          <m:r>
                            <a:rPr lang="id-ID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id-ID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0,5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id-ID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2.1</m:t>
                          </m:r>
                          <m:sSup>
                            <m:sSup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id-ID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d-ID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id-ID"/>
              </a:p>
            </p:txBody>
          </p:sp>
        </mc:Choice>
        <mc:Fallback>
          <p:sp>
            <p:nvSpPr>
              <p:cNvPr id="5" name="Object 3">
                <a:extLst>
                  <a:ext uri="{FF2B5EF4-FFF2-40B4-BE49-F238E27FC236}">
                    <a16:creationId xmlns:a16="http://schemas.microsoft.com/office/drawing/2014/main" id="{A7DE0C76-8D62-40F3-AFB3-7D17E463D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94363" y="3274436"/>
                <a:ext cx="2514600" cy="990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3FE7877A-B130-4E84-BE73-5591A1AE056E}"/>
                  </a:ext>
                </a:extLst>
              </p:cNvPr>
              <p:cNvSpPr txBox="1"/>
              <p:nvPr/>
            </p:nvSpPr>
            <p:spPr bwMode="auto">
              <a:xfrm>
                <a:off x="7281429" y="3439536"/>
                <a:ext cx="2514600" cy="660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d-ID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ρ</m:t>
                          </m:r>
                        </m:e>
                        <m:sub>
                          <m:r>
                            <a:rPr lang="id-ID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id-ID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id-ID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4.1</m:t>
                      </m:r>
                      <m:sSup>
                        <m:sSupPr>
                          <m:ctrlP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id-ID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d-ID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id-ID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id-ID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id-ID"/>
              </a:p>
            </p:txBody>
          </p:sp>
        </mc:Choice>
        <mc:Fallback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3FE7877A-B130-4E84-BE73-5591A1AE0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81429" y="3439536"/>
                <a:ext cx="2514600" cy="660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2683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B5C9E1-1941-42BB-A527-C433D78F1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703" y="456942"/>
            <a:ext cx="6858594" cy="59441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9018CB-C63E-477C-A74F-E63C2FB8BC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12192000" cy="6858000"/>
              </a:xfrm>
            </p:spPr>
            <p:txBody>
              <a:bodyPr>
                <a:noAutofit/>
              </a:bodyPr>
              <a:lstStyle/>
              <a:p>
                <a:pPr marL="290513" indent="-290513">
                  <a:buNone/>
                </a:pPr>
                <a:r>
                  <a:rPr lang="en-US" sz="2000" dirty="0"/>
                  <a:t>2. </a:t>
                </a:r>
                <a:r>
                  <a:rPr lang="id-ID" sz="2000" dirty="0"/>
                  <a:t>Dua konduktor A dan B jenisnya sama, panjang A = 2 kali panjang B dan luas penampang   A = ½ kali luas penampang B. Jika beda  potensial kedua ujung dari kedua konduktor itu sama, maka kuat arus pada kawat A sama dengan . . . .</a:t>
                </a:r>
                <a:endParaRPr lang="en-US" sz="2000" dirty="0"/>
              </a:p>
              <a:p>
                <a:pPr marL="914400" lvl="1" indent="-457200" fontAlgn="base">
                  <a:buAutoNum type="alphaLcPeriod"/>
                </a:pPr>
                <a:r>
                  <a:rPr lang="id-ID" sz="2000" dirty="0"/>
                  <a:t>Kuat arus pada konduktor B.</a:t>
                </a:r>
                <a:endParaRPr lang="en-US" sz="2000" dirty="0"/>
              </a:p>
              <a:p>
                <a:pPr marL="914400" lvl="1" indent="-457200" fontAlgn="base">
                  <a:buAutoNum type="alphaLcPeriod"/>
                </a:pPr>
                <a:r>
                  <a:rPr lang="id-ID" sz="2000" dirty="0"/>
                  <a:t>½ kali kuat arus pada konduktor B</a:t>
                </a:r>
              </a:p>
              <a:p>
                <a:pPr marL="914400" lvl="1" indent="-457200" fontAlgn="base">
                  <a:buAutoNum type="alphaLcPeriod"/>
                </a:pPr>
                <a:r>
                  <a:rPr lang="id-ID" sz="2000" dirty="0"/>
                  <a:t>2 kali kuat arus pada konduktor B</a:t>
                </a:r>
              </a:p>
              <a:p>
                <a:pPr marL="914400" lvl="1" indent="-457200" fontAlgn="base">
                  <a:buAutoNum type="alphaLcPeriod"/>
                </a:pPr>
                <a:r>
                  <a:rPr lang="id-ID" sz="2000" dirty="0"/>
                  <a:t>¼ kali kuat arus pada konduktor B</a:t>
                </a:r>
              </a:p>
              <a:p>
                <a:pPr marL="914400" lvl="1" indent="-457200" fontAlgn="base">
                  <a:buAutoNum type="alphaLcPeriod"/>
                </a:pPr>
                <a:r>
                  <a:rPr lang="id-ID" sz="2000" dirty="0"/>
                  <a:t>4 kali kuat arus pada konduktor B</a:t>
                </a:r>
                <a:endParaRPr lang="en-US" sz="2000" dirty="0"/>
              </a:p>
              <a:p>
                <a:r>
                  <a:rPr lang="en-US" sz="2000" dirty="0" err="1"/>
                  <a:t>Diket</a:t>
                </a:r>
                <a:r>
                  <a:rPr lang="en-US" sz="2000" dirty="0"/>
                  <a:t>  : A</a:t>
                </a:r>
                <a:r>
                  <a:rPr lang="en-US" sz="2000" baseline="-25000" dirty="0"/>
                  <a:t>A</a:t>
                </a:r>
                <a:r>
                  <a:rPr lang="en-US" sz="2000" dirty="0"/>
                  <a:t> = 1/2 A</a:t>
                </a:r>
                <a:r>
                  <a:rPr lang="en-US" sz="2000" baseline="-25000" dirty="0"/>
                  <a:t>B</a:t>
                </a:r>
                <a:r>
                  <a:rPr lang="en-US" sz="2000" dirty="0"/>
                  <a:t>		 A</a:t>
                </a:r>
                <a:r>
                  <a:rPr lang="en-US" sz="2000" baseline="-25000" dirty="0"/>
                  <a:t>B</a:t>
                </a:r>
                <a:r>
                  <a:rPr lang="en-US" sz="2000" dirty="0"/>
                  <a:t> = 2 A</a:t>
                </a:r>
                <a:r>
                  <a:rPr lang="en-US" sz="2000" baseline="-25000" dirty="0"/>
                  <a:t>A 		</a:t>
                </a:r>
                <a:r>
                  <a:rPr lang="en-US" sz="2000" dirty="0">
                    <a:sym typeface="Symbol" panose="05050102010706020507" pitchFamily="18" charset="2"/>
                  </a:rPr>
                  <a:t> = </a:t>
                </a:r>
                <a:r>
                  <a:rPr lang="en-US" sz="2000" baseline="-25000" dirty="0">
                    <a:sym typeface="Symbol" panose="05050102010706020507" pitchFamily="18" charset="2"/>
                  </a:rPr>
                  <a:t>A</a:t>
                </a:r>
                <a:r>
                  <a:rPr lang="en-US" sz="2000" dirty="0">
                    <a:sym typeface="Symbol" panose="05050102010706020507" pitchFamily="18" charset="2"/>
                  </a:rPr>
                  <a:t> =</a:t>
                </a:r>
                <a:r>
                  <a:rPr lang="en-US" sz="2000" baseline="-25000" dirty="0">
                    <a:sym typeface="Symbol" panose="05050102010706020507" pitchFamily="18" charset="2"/>
                  </a:rPr>
                  <a:t>B			</a:t>
                </a:r>
                <a:r>
                  <a:rPr lang="en-US" sz="2000" dirty="0">
                    <a:sym typeface="Symbol" panose="05050102010706020507" pitchFamily="18" charset="2"/>
                  </a:rPr>
                  <a:t> </a:t>
                </a:r>
                <a:r>
                  <a:rPr lang="en-US" sz="2000" dirty="0"/>
                  <a:t>L</a:t>
                </a:r>
                <a:r>
                  <a:rPr lang="en-US" sz="2000" baseline="-25000" dirty="0"/>
                  <a:t>A</a:t>
                </a:r>
                <a:r>
                  <a:rPr lang="en-US" sz="2000" dirty="0"/>
                  <a:t> = 2 L</a:t>
                </a:r>
                <a:r>
                  <a:rPr lang="en-US" sz="2000" baseline="-25000" dirty="0"/>
                  <a:t>B</a:t>
                </a:r>
                <a:r>
                  <a:rPr lang="en-US" sz="2000" dirty="0"/>
                  <a:t>		</a:t>
                </a:r>
                <a:r>
                  <a:rPr lang="id-ID" sz="2000" dirty="0"/>
                  <a:t>V</a:t>
                </a:r>
                <a:r>
                  <a:rPr lang="id-ID" sz="2000" baseline="-25000" dirty="0"/>
                  <a:t>A</a:t>
                </a:r>
                <a:r>
                  <a:rPr lang="id-ID" sz="2000" dirty="0"/>
                  <a:t> = V</a:t>
                </a:r>
                <a:r>
                  <a:rPr lang="id-ID" sz="2000" baseline="-25000" dirty="0"/>
                  <a:t>B</a:t>
                </a:r>
                <a:r>
                  <a:rPr lang="id-ID" sz="2000" dirty="0"/>
                  <a:t>	</a:t>
                </a:r>
                <a:endParaRPr lang="en-US" sz="2000" dirty="0"/>
              </a:p>
              <a:p>
                <a:r>
                  <a:rPr lang="en-US" sz="2000" dirty="0" err="1"/>
                  <a:t>Ditanya</a:t>
                </a:r>
                <a:r>
                  <a:rPr lang="en-US" sz="2000" dirty="0"/>
                  <a:t> : IA = ……IB</a:t>
                </a:r>
              </a:p>
              <a:p>
                <a:r>
                  <a:rPr lang="en-US" sz="2000" dirty="0"/>
                  <a:t>Jawab </a:t>
                </a:r>
                <a:r>
                  <a:rPr lang="id-ID" sz="2000" dirty="0"/>
                  <a:t>	</a:t>
                </a:r>
                <a:r>
                  <a:rPr lang="en-US" sz="2000" dirty="0"/>
                  <a:t>        </a:t>
                </a:r>
                <a:r>
                  <a:rPr lang="id-ID" sz="2000" dirty="0"/>
                  <a:t>V</a:t>
                </a:r>
                <a:r>
                  <a:rPr lang="id-ID" sz="2000" baseline="-25000" dirty="0"/>
                  <a:t>A</a:t>
                </a:r>
                <a:r>
                  <a:rPr lang="id-ID" sz="2000" dirty="0"/>
                  <a:t> = V</a:t>
                </a:r>
                <a:r>
                  <a:rPr lang="id-ID" sz="2000" baseline="-25000" dirty="0"/>
                  <a:t>B</a:t>
                </a:r>
                <a:r>
                  <a:rPr lang="id-ID" sz="2000" dirty="0"/>
                  <a:t> </a:t>
                </a:r>
                <a:endParaRPr lang="en-US" sz="2000" dirty="0"/>
              </a:p>
              <a:p>
                <a:r>
                  <a:rPr lang="en-US" sz="2000" dirty="0"/>
                  <a:t>                  </a:t>
                </a:r>
                <a:r>
                  <a:rPr lang="id-ID" sz="2000" dirty="0"/>
                  <a:t>I</a:t>
                </a:r>
                <a:r>
                  <a:rPr lang="id-ID" sz="2000" baseline="-25000" dirty="0"/>
                  <a:t>A</a:t>
                </a:r>
                <a:r>
                  <a:rPr lang="id-ID" sz="2000" dirty="0"/>
                  <a:t>.R</a:t>
                </a:r>
                <a:r>
                  <a:rPr lang="id-ID" sz="2000" baseline="-25000" dirty="0"/>
                  <a:t>A</a:t>
                </a:r>
                <a:r>
                  <a:rPr lang="id-ID" sz="2000" dirty="0"/>
                  <a:t> = I</a:t>
                </a:r>
                <a:r>
                  <a:rPr lang="id-ID" sz="2000" baseline="-25000" dirty="0"/>
                  <a:t>B</a:t>
                </a:r>
                <a:r>
                  <a:rPr lang="id-ID" sz="2000" dirty="0"/>
                  <a:t>.R</a:t>
                </a:r>
                <a:r>
                  <a:rPr lang="id-ID" sz="2000" baseline="-25000" dirty="0"/>
                  <a:t>B</a:t>
                </a:r>
                <a:r>
                  <a:rPr lang="id-ID" sz="2000" dirty="0"/>
                  <a:t>	</a:t>
                </a:r>
                <a:endParaRPr lang="en-US" sz="2000" dirty="0"/>
              </a:p>
              <a:p>
                <a:r>
                  <a:rPr lang="en-US" sz="2000" dirty="0"/>
                  <a:t>       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  <m:r>
                      <a:rPr lang="id-ID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</m:oMath>
                </a14:m>
                <a:r>
                  <a:rPr lang="id-ID" sz="2400" dirty="0"/>
                  <a:t>	</a:t>
                </a:r>
                <a:r>
                  <a:rPr lang="en-US" sz="2400" dirty="0"/>
                  <a:t>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  <m:r>
                      <a:rPr lang="id-ID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2400" i="1">
                            <a:latin typeface="Cambria Math" panose="02040503050406030204" pitchFamily="18" charset="0"/>
                          </a:rPr>
                          <m:t>𝜌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d-ID" sz="24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d-ID" sz="24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den>
                        </m:f>
                      </m:num>
                      <m:den>
                        <m:r>
                          <a:rPr lang="id-ID" sz="2400" i="1">
                            <a:latin typeface="Cambria Math" panose="02040503050406030204" pitchFamily="18" charset="0"/>
                          </a:rPr>
                          <m:t>𝜌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d-ID" sz="24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d-ID" sz="24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r>
                  <a:rPr lang="en-US" sz="2400" dirty="0"/>
                  <a:t>	</a:t>
                </a:r>
                <a:r>
                  <a:rPr lang="id-ID" sz="2400" dirty="0"/>
                  <a:t>	</a:t>
                </a:r>
                <a:r>
                  <a:rPr lang="en-US" sz="2400" dirty="0"/>
                  <a:t>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  <m:r>
                      <a:rPr lang="id-ID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id-ID" sz="2400" i="1"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id-ID" sz="2400" i="1"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  <a:p>
                <a:pPr lvl="5"/>
                <a:r>
                  <a:rPr lang="id-ID" sz="2400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  <m:r>
                      <a:rPr lang="id-ID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id-ID" sz="2400" i="1"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a:rPr lang="id-ID" sz="2400" i="1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id-ID" sz="2400" i="1">
                            <a:latin typeface="Cambria Math" panose="02040503050406030204" pitchFamily="18" charset="0"/>
                          </a:rPr>
                          <m:t>.2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id-ID" sz="2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  <m:r>
                      <a:rPr lang="id-ID" sz="24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d-ID" sz="24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/>
                  <a:t> 				</a:t>
                </a:r>
                <a:r>
                  <a:rPr lang="en-US" sz="2400" dirty="0" err="1"/>
                  <a:t>jadi</a:t>
                </a:r>
                <a:r>
                  <a:rPr lang="en-US" sz="2400" dirty="0"/>
                  <a:t> I</a:t>
                </a:r>
                <a:r>
                  <a:rPr lang="en-US" sz="2400" baseline="-25000" dirty="0"/>
                  <a:t>A</a:t>
                </a:r>
                <a:r>
                  <a:rPr lang="en-US" sz="2400" dirty="0"/>
                  <a:t> = ¼ I</a:t>
                </a:r>
                <a:r>
                  <a:rPr lang="en-US" sz="2400" baseline="-25000" dirty="0"/>
                  <a:t>B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9018CB-C63E-477C-A74F-E63C2FB8BC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12192000" cy="6858000"/>
              </a:xfrm>
              <a:blipFill>
                <a:blip r:embed="rId3"/>
                <a:stretch>
                  <a:fillRect l="-500" t="-533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BE4B2A5-135E-4399-AD31-AD1D1BDA437C}"/>
                  </a:ext>
                </a:extLst>
              </p14:cNvPr>
              <p14:cNvContentPartPr/>
              <p14:nvPr/>
            </p14:nvContentPartPr>
            <p14:xfrm>
              <a:off x="449640" y="2340000"/>
              <a:ext cx="4536360" cy="4233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BE4B2A5-135E-4399-AD31-AD1D1BDA437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0280" y="2330640"/>
                <a:ext cx="4555080" cy="425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3986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D:\handout\IMG-20200326-WA0039.jpg">
            <a:extLst>
              <a:ext uri="{FF2B5EF4-FFF2-40B4-BE49-F238E27FC236}">
                <a16:creationId xmlns:a16="http://schemas.microsoft.com/office/drawing/2014/main" id="{11BCF943-DF59-4101-9632-9DF09C8F9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999" y="0"/>
            <a:ext cx="791307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55490A-059D-44DC-8992-CF375BD44A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12192000" cy="6858000"/>
              </a:xfrm>
            </p:spPr>
            <p:txBody>
              <a:bodyPr/>
              <a:lstStyle/>
              <a:p>
                <a:pPr marL="346075" lvl="0" indent="-346075" fontAlgn="base">
                  <a:buNone/>
                </a:pPr>
                <a:r>
                  <a:rPr lang="en-US" sz="2800" dirty="0"/>
                  <a:t>3. </a:t>
                </a:r>
                <a:r>
                  <a:rPr lang="id-ID" sz="2800" dirty="0"/>
                  <a:t>Suatu logam mempunyai hambatan jenis 2 x 10</a:t>
                </a:r>
                <a:r>
                  <a:rPr lang="id-ID" sz="2800" baseline="30000" dirty="0"/>
                  <a:t>–6</a:t>
                </a:r>
                <a:r>
                  <a:rPr lang="id-ID" sz="2800" dirty="0"/>
                  <a:t> </a:t>
                </a:r>
                <a:r>
                  <a:rPr lang="id-ID" sz="2800" dirty="0">
                    <a:sym typeface="Symbol" panose="05050102010706020507" pitchFamily="18" charset="2"/>
                  </a:rPr>
                  <a:t></a:t>
                </a:r>
                <a:r>
                  <a:rPr lang="id-ID" sz="2800" dirty="0"/>
                  <a:t>.m pada suhu 25</a:t>
                </a:r>
                <a:r>
                  <a:rPr lang="id-ID" sz="2800" baseline="30000" dirty="0"/>
                  <a:t>0</a:t>
                </a:r>
                <a:r>
                  <a:rPr lang="id-ID" sz="2800" dirty="0"/>
                  <a:t>C. Tentukan-lah hambatan jenis logam tersebut pada suhu 100</a:t>
                </a:r>
                <a:r>
                  <a:rPr lang="id-ID" sz="2800" baseline="30000" dirty="0"/>
                  <a:t>0</a:t>
                </a:r>
                <a:r>
                  <a:rPr lang="id-ID" sz="2800" dirty="0"/>
                  <a:t>C, jika koefisien suhunya 0,004/</a:t>
                </a:r>
                <a:r>
                  <a:rPr lang="id-ID" sz="2800" baseline="30000" dirty="0"/>
                  <a:t>0</a:t>
                </a:r>
                <a:r>
                  <a:rPr lang="id-ID" sz="2800" dirty="0"/>
                  <a:t>C . . . .</a:t>
                </a:r>
                <a:endParaRPr lang="en-US" sz="2800" dirty="0"/>
              </a:p>
              <a:p>
                <a:pPr marL="457200" lvl="1" indent="0" fontAlgn="base">
                  <a:buNone/>
                </a:pPr>
                <a:r>
                  <a:rPr lang="en-US" sz="2800" dirty="0"/>
                  <a:t>a. </a:t>
                </a:r>
                <a:r>
                  <a:rPr lang="id-ID" sz="2800" dirty="0"/>
                  <a:t>2,6 x 10</a:t>
                </a:r>
                <a:r>
                  <a:rPr lang="id-ID" sz="2800" baseline="30000" dirty="0"/>
                  <a:t>–2</a:t>
                </a:r>
                <a:r>
                  <a:rPr lang="id-ID" sz="2800" dirty="0"/>
                  <a:t> </a:t>
                </a:r>
                <a:r>
                  <a:rPr lang="id-ID" sz="2800" dirty="0">
                    <a:sym typeface="Symbol" panose="05050102010706020507" pitchFamily="18" charset="2"/>
                  </a:rPr>
                  <a:t></a:t>
                </a:r>
                <a:r>
                  <a:rPr lang="id-ID" sz="2800" dirty="0"/>
                  <a:t>.m		d.  2,6 x 10</a:t>
                </a:r>
                <a:r>
                  <a:rPr lang="id-ID" sz="2800" baseline="30000" dirty="0"/>
                  <a:t>–5</a:t>
                </a:r>
                <a:r>
                  <a:rPr lang="id-ID" sz="2800" dirty="0"/>
                  <a:t> </a:t>
                </a:r>
                <a:r>
                  <a:rPr lang="id-ID" sz="2800" dirty="0">
                    <a:sym typeface="Symbol" panose="05050102010706020507" pitchFamily="18" charset="2"/>
                  </a:rPr>
                  <a:t></a:t>
                </a:r>
                <a:r>
                  <a:rPr lang="id-ID" sz="2800" dirty="0"/>
                  <a:t>.m</a:t>
                </a:r>
                <a:endParaRPr lang="en-US" sz="2800" dirty="0"/>
              </a:p>
              <a:p>
                <a:pPr marL="457200" lvl="1" indent="0" fontAlgn="base">
                  <a:buNone/>
                </a:pPr>
                <a:r>
                  <a:rPr lang="en-US" sz="2800" dirty="0"/>
                  <a:t>b. </a:t>
                </a:r>
                <a:r>
                  <a:rPr lang="id-ID" sz="2800" dirty="0"/>
                  <a:t>2,6 x 10</a:t>
                </a:r>
                <a:r>
                  <a:rPr lang="id-ID" sz="2800" baseline="30000" dirty="0"/>
                  <a:t>–3</a:t>
                </a:r>
                <a:r>
                  <a:rPr lang="id-ID" sz="2800" dirty="0"/>
                  <a:t> </a:t>
                </a:r>
                <a:r>
                  <a:rPr lang="id-ID" sz="2800" dirty="0">
                    <a:sym typeface="Symbol" panose="05050102010706020507" pitchFamily="18" charset="2"/>
                  </a:rPr>
                  <a:t></a:t>
                </a:r>
                <a:r>
                  <a:rPr lang="id-ID" sz="2800" dirty="0"/>
                  <a:t>.m		e.  2,6 x 10</a:t>
                </a:r>
                <a:r>
                  <a:rPr lang="id-ID" sz="2800" baseline="30000" dirty="0"/>
                  <a:t>–6</a:t>
                </a:r>
                <a:r>
                  <a:rPr lang="id-ID" sz="2800" dirty="0"/>
                  <a:t> </a:t>
                </a:r>
                <a:r>
                  <a:rPr lang="id-ID" sz="2800" dirty="0">
                    <a:sym typeface="Symbol" panose="05050102010706020507" pitchFamily="18" charset="2"/>
                  </a:rPr>
                  <a:t></a:t>
                </a:r>
                <a:r>
                  <a:rPr lang="id-ID" sz="2800" dirty="0"/>
                  <a:t>.m</a:t>
                </a:r>
                <a:r>
                  <a:rPr lang="en-US" sz="2800" dirty="0"/>
                  <a:t>		c </a:t>
                </a:r>
                <a:r>
                  <a:rPr lang="id-ID" sz="2800" dirty="0"/>
                  <a:t>2,6 x 10</a:t>
                </a:r>
                <a:r>
                  <a:rPr lang="id-ID" sz="2800" baseline="30000" dirty="0"/>
                  <a:t>–4</a:t>
                </a:r>
                <a:r>
                  <a:rPr lang="id-ID" sz="2800" dirty="0"/>
                  <a:t> </a:t>
                </a:r>
                <a:r>
                  <a:rPr lang="id-ID" sz="2800" dirty="0">
                    <a:sym typeface="Symbol" panose="05050102010706020507" pitchFamily="18" charset="2"/>
                  </a:rPr>
                  <a:t></a:t>
                </a:r>
                <a:r>
                  <a:rPr lang="id-ID" sz="2800" dirty="0"/>
                  <a:t>.m</a:t>
                </a:r>
                <a:endParaRPr lang="en-US" sz="2800" dirty="0"/>
              </a:p>
              <a:p>
                <a:r>
                  <a:rPr lang="en-US" sz="2800" dirty="0" err="1"/>
                  <a:t>Diket</a:t>
                </a:r>
                <a:r>
                  <a:rPr lang="en-US" sz="2800" dirty="0"/>
                  <a:t> : </a:t>
                </a:r>
                <a:r>
                  <a:rPr lang="en-US" sz="2800" dirty="0">
                    <a:sym typeface="Symbol" panose="05050102010706020507" pitchFamily="18" charset="2"/>
                  </a:rPr>
                  <a:t></a:t>
                </a:r>
                <a:r>
                  <a:rPr lang="en-US" sz="2800" baseline="-25000" dirty="0"/>
                  <a:t>0 </a:t>
                </a:r>
                <a:r>
                  <a:rPr lang="en-US" sz="2800" dirty="0"/>
                  <a:t>=  </a:t>
                </a:r>
                <a:r>
                  <a:rPr lang="id-ID" sz="2800" dirty="0"/>
                  <a:t>2 x 10</a:t>
                </a:r>
                <a:r>
                  <a:rPr lang="id-ID" sz="2800" baseline="30000" dirty="0"/>
                  <a:t>–6</a:t>
                </a:r>
                <a:r>
                  <a:rPr lang="id-ID" sz="2800" dirty="0"/>
                  <a:t> </a:t>
                </a:r>
                <a:r>
                  <a:rPr lang="id-ID" sz="2800" dirty="0">
                    <a:sym typeface="Symbol" panose="05050102010706020507" pitchFamily="18" charset="2"/>
                  </a:rPr>
                  <a:t></a:t>
                </a:r>
                <a:r>
                  <a:rPr lang="id-ID" sz="2800" dirty="0"/>
                  <a:t>.m	</a:t>
                </a:r>
                <a:r>
                  <a:rPr lang="id-ID" sz="2800" dirty="0">
                    <a:sym typeface="Symbol" panose="05050102010706020507" pitchFamily="18" charset="2"/>
                  </a:rPr>
                  <a:t></a:t>
                </a:r>
                <a:r>
                  <a:rPr lang="en-US" sz="2800" dirty="0"/>
                  <a:t>T = 100</a:t>
                </a:r>
                <a:r>
                  <a:rPr lang="en-US" sz="2800" baseline="30000" dirty="0"/>
                  <a:t>0</a:t>
                </a:r>
                <a:r>
                  <a:rPr lang="en-US" sz="2800" dirty="0"/>
                  <a:t> – 25</a:t>
                </a:r>
                <a:r>
                  <a:rPr lang="en-US" sz="2800" baseline="30000" dirty="0"/>
                  <a:t>0</a:t>
                </a:r>
                <a:r>
                  <a:rPr lang="en-US" sz="2800" dirty="0"/>
                  <a:t> = 75</a:t>
                </a:r>
                <a:r>
                  <a:rPr lang="en-US" sz="2800" baseline="30000" dirty="0"/>
                  <a:t>0</a:t>
                </a:r>
                <a:r>
                  <a:rPr lang="en-US" sz="2800" dirty="0"/>
                  <a:t>		α =  </a:t>
                </a:r>
                <a:r>
                  <a:rPr lang="id-ID" sz="2800" dirty="0"/>
                  <a:t>0,004/</a:t>
                </a:r>
                <a:r>
                  <a:rPr lang="id-ID" sz="2800" baseline="30000" dirty="0"/>
                  <a:t>0</a:t>
                </a:r>
                <a:r>
                  <a:rPr lang="id-ID" sz="2800" dirty="0"/>
                  <a:t>C</a:t>
                </a:r>
                <a:endParaRPr lang="en-US" sz="2800" dirty="0"/>
              </a:p>
              <a:p>
                <a:r>
                  <a:rPr lang="en-US" sz="2800" dirty="0" err="1"/>
                  <a:t>Ditanya</a:t>
                </a:r>
                <a:r>
                  <a:rPr lang="en-US" sz="2800" dirty="0"/>
                  <a:t> : </a:t>
                </a:r>
                <a:r>
                  <a:rPr lang="en-US" sz="2800" dirty="0">
                    <a:sym typeface="Symbol" panose="05050102010706020507" pitchFamily="18" charset="2"/>
                  </a:rPr>
                  <a:t></a:t>
                </a:r>
                <a:r>
                  <a:rPr lang="en-US" sz="2800" baseline="-25000" dirty="0"/>
                  <a:t>t</a:t>
                </a:r>
                <a:r>
                  <a:rPr lang="en-US" sz="2800" dirty="0"/>
                  <a:t> ……..?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id-ID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id-ID" sz="2800" i="1">
                        <a:latin typeface="Cambria Math" panose="02040503050406030204" pitchFamily="18" charset="0"/>
                      </a:rPr>
                      <m:t>(1+</m:t>
                    </m:r>
                    <m:r>
                      <a:rPr lang="id-ID" sz="28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id-ID" sz="28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id-ID" sz="2800" i="1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id-ID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d-ID" sz="2800" dirty="0"/>
                  <a:t>	</a:t>
                </a:r>
                <a:endParaRPr lang="en-US" sz="2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id-ID" sz="2800" i="1">
                        <a:latin typeface="Cambria Math" panose="02040503050406030204" pitchFamily="18" charset="0"/>
                      </a:rPr>
                      <m:t>=2.1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  <m:r>
                      <a:rPr lang="id-ID" sz="2800" i="1">
                        <a:latin typeface="Cambria Math" panose="02040503050406030204" pitchFamily="18" charset="0"/>
                      </a:rPr>
                      <m:t>(1+0,004.[100−25])</m:t>
                    </m:r>
                  </m:oMath>
                </a14:m>
                <a:r>
                  <a:rPr lang="id-ID" sz="2800" dirty="0"/>
                  <a:t> = 2,6x10</a:t>
                </a:r>
                <a:r>
                  <a:rPr lang="en-US" sz="2800" dirty="0"/>
                  <a:t> </a:t>
                </a:r>
                <a:r>
                  <a:rPr lang="id-ID" sz="2800" baseline="30000" dirty="0"/>
                  <a:t>– </a:t>
                </a:r>
                <a:r>
                  <a:rPr lang="en-US" sz="2800" baseline="30000"/>
                  <a:t>6</a:t>
                </a:r>
                <a:r>
                  <a:rPr lang="id-ID" sz="2800" dirty="0"/>
                  <a:t> </a:t>
                </a:r>
                <a:r>
                  <a:rPr lang="id-ID" sz="2800" dirty="0">
                    <a:sym typeface="Symbol" panose="05050102010706020507" pitchFamily="18" charset="2"/>
                  </a:rPr>
                  <a:t></a:t>
                </a:r>
                <a:r>
                  <a:rPr lang="id-ID" sz="2800" dirty="0"/>
                  <a:t>.m</a:t>
                </a:r>
                <a:endParaRPr lang="en-US" sz="2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55490A-059D-44DC-8992-CF375BD44A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12192000" cy="6858000"/>
              </a:xfrm>
              <a:blipFill>
                <a:blip r:embed="rId3"/>
                <a:stretch>
                  <a:fillRect l="-1000" t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5825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CD4CE-65B5-40FA-9E7C-057695F72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>
              <a:buNone/>
            </a:pPr>
            <a:r>
              <a:rPr lang="en-US" altLang="en-US" dirty="0"/>
              <a:t>3. 	</a:t>
            </a:r>
            <a:r>
              <a:rPr lang="en-US" altLang="en-US" dirty="0" err="1"/>
              <a:t>Hukum</a:t>
            </a:r>
            <a:r>
              <a:rPr lang="en-US" altLang="en-US" dirty="0"/>
              <a:t> Ohm</a:t>
            </a:r>
          </a:p>
          <a:p>
            <a:pPr>
              <a:buNone/>
            </a:pPr>
            <a:r>
              <a:rPr lang="en-US" altLang="en-US" dirty="0"/>
              <a:t>		V = I . R</a:t>
            </a:r>
          </a:p>
          <a:p>
            <a:pPr>
              <a:buNone/>
            </a:pPr>
            <a:r>
              <a:rPr lang="en-US" altLang="en-US" dirty="0"/>
              <a:t>4.	</a:t>
            </a:r>
            <a:r>
              <a:rPr lang="en-US" altLang="en-US" dirty="0" err="1"/>
              <a:t>Hukum</a:t>
            </a:r>
            <a:r>
              <a:rPr lang="en-US" altLang="en-US" dirty="0"/>
              <a:t> Kirchhoff  I</a:t>
            </a:r>
          </a:p>
          <a:p>
            <a:pPr>
              <a:buNone/>
            </a:pPr>
            <a:r>
              <a:rPr lang="en-US" altLang="en-US" dirty="0">
                <a:sym typeface="Symbol" panose="05050102010706020507" pitchFamily="18" charset="2"/>
              </a:rPr>
              <a:t>		</a:t>
            </a:r>
            <a:r>
              <a:rPr lang="en-US" altLang="en-US" dirty="0" err="1"/>
              <a:t>I</a:t>
            </a:r>
            <a:r>
              <a:rPr lang="en-US" altLang="en-US" baseline="-25000" dirty="0" err="1"/>
              <a:t>masuk</a:t>
            </a:r>
            <a:r>
              <a:rPr lang="en-US" altLang="en-US" baseline="-25000" dirty="0"/>
              <a:t> </a:t>
            </a:r>
            <a:r>
              <a:rPr lang="en-US" altLang="en-US" dirty="0"/>
              <a:t> = </a:t>
            </a:r>
            <a:r>
              <a:rPr lang="en-US" altLang="en-US" dirty="0">
                <a:sym typeface="Symbol" panose="05050102010706020507" pitchFamily="18" charset="2"/>
              </a:rPr>
              <a:t></a:t>
            </a:r>
            <a:r>
              <a:rPr lang="en-US" altLang="en-US" dirty="0" err="1"/>
              <a:t>I</a:t>
            </a:r>
            <a:r>
              <a:rPr lang="en-US" altLang="en-US" baseline="-25000" dirty="0" err="1"/>
              <a:t>keluar</a:t>
            </a:r>
            <a:r>
              <a:rPr lang="en-US" altLang="en-US" dirty="0"/>
              <a:t>	</a:t>
            </a:r>
          </a:p>
          <a:p>
            <a:pPr>
              <a:buNone/>
            </a:pPr>
            <a:r>
              <a:rPr lang="en-US" altLang="en-US" dirty="0"/>
              <a:t>5.	</a:t>
            </a:r>
            <a:r>
              <a:rPr lang="en-US" altLang="en-US" dirty="0" err="1"/>
              <a:t>Susunan</a:t>
            </a:r>
            <a:r>
              <a:rPr lang="en-US" altLang="en-US" dirty="0"/>
              <a:t> </a:t>
            </a:r>
            <a:r>
              <a:rPr lang="en-US" altLang="en-US" dirty="0" err="1"/>
              <a:t>Hambatan</a:t>
            </a:r>
            <a:endParaRPr lang="en-US" altLang="en-US" dirty="0"/>
          </a:p>
          <a:p>
            <a:pPr>
              <a:buNone/>
            </a:pPr>
            <a:r>
              <a:rPr lang="en-US" altLang="en-US" dirty="0"/>
              <a:t>	*	Seri</a:t>
            </a:r>
          </a:p>
          <a:p>
            <a:pPr>
              <a:buNone/>
            </a:pPr>
            <a:r>
              <a:rPr lang="en-US" altLang="en-US" dirty="0"/>
              <a:t>						R</a:t>
            </a:r>
            <a:r>
              <a:rPr lang="en-US" altLang="en-US" baseline="-25000" dirty="0"/>
              <a:t>S</a:t>
            </a:r>
            <a:r>
              <a:rPr lang="en-US" altLang="en-US" dirty="0"/>
              <a:t> = R</a:t>
            </a:r>
            <a:r>
              <a:rPr lang="en-US" altLang="en-US" baseline="-25000" dirty="0"/>
              <a:t>1</a:t>
            </a:r>
            <a:r>
              <a:rPr lang="en-US" altLang="en-US" dirty="0"/>
              <a:t> + R</a:t>
            </a:r>
            <a:r>
              <a:rPr lang="en-US" altLang="en-US" baseline="-25000" dirty="0"/>
              <a:t>2</a:t>
            </a:r>
            <a:r>
              <a:rPr lang="en-US" altLang="en-US" dirty="0"/>
              <a:t> + R</a:t>
            </a:r>
            <a:r>
              <a:rPr lang="en-US" altLang="en-US" baseline="-25000" dirty="0"/>
              <a:t>3 </a:t>
            </a:r>
            <a:r>
              <a:rPr lang="en-US" altLang="en-US" dirty="0"/>
              <a:t>+ …..</a:t>
            </a:r>
          </a:p>
          <a:p>
            <a:pPr>
              <a:buNone/>
            </a:pPr>
            <a:r>
              <a:rPr lang="en-US" altLang="en-US" dirty="0"/>
              <a:t>						I</a:t>
            </a:r>
            <a:r>
              <a:rPr lang="en-US" altLang="en-US" baseline="-25000" dirty="0"/>
              <a:t>S</a:t>
            </a:r>
            <a:r>
              <a:rPr lang="en-US" altLang="en-US" dirty="0"/>
              <a:t> = I</a:t>
            </a:r>
            <a:r>
              <a:rPr lang="en-US" altLang="en-US" baseline="-25000" dirty="0"/>
              <a:t>1</a:t>
            </a:r>
            <a:r>
              <a:rPr lang="en-US" altLang="en-US" dirty="0"/>
              <a:t> = I</a:t>
            </a:r>
            <a:r>
              <a:rPr lang="en-US" altLang="en-US" baseline="-25000" dirty="0"/>
              <a:t>2</a:t>
            </a:r>
            <a:r>
              <a:rPr lang="en-US" altLang="en-US" dirty="0"/>
              <a:t> =I</a:t>
            </a:r>
            <a:r>
              <a:rPr lang="en-US" altLang="en-US" baseline="-25000" dirty="0"/>
              <a:t>3</a:t>
            </a:r>
            <a:r>
              <a:rPr lang="en-US" altLang="en-US" dirty="0"/>
              <a:t>=….</a:t>
            </a:r>
          </a:p>
          <a:p>
            <a:pPr>
              <a:buNone/>
            </a:pPr>
            <a:r>
              <a:rPr lang="en-US" altLang="en-US" dirty="0"/>
              <a:t>	*	</a:t>
            </a:r>
            <a:r>
              <a:rPr lang="en-US" altLang="en-US" dirty="0" err="1"/>
              <a:t>Paralel</a:t>
            </a:r>
            <a:endParaRPr lang="en-US" altLang="en-US" dirty="0"/>
          </a:p>
          <a:p>
            <a:pPr>
              <a:buNone/>
            </a:pPr>
            <a:endParaRPr lang="en-US" altLang="en-US" dirty="0"/>
          </a:p>
          <a:p>
            <a:pPr>
              <a:buNone/>
            </a:pPr>
            <a:r>
              <a:rPr lang="en-US" altLang="en-US" dirty="0"/>
              <a:t>	</a:t>
            </a:r>
          </a:p>
          <a:p>
            <a:endParaRPr lang="en-US" dirty="0"/>
          </a:p>
        </p:txBody>
      </p:sp>
      <p:pic>
        <p:nvPicPr>
          <p:cNvPr id="4" name="Picture 36" descr="RESISTOR PARALEL.bmp">
            <a:extLst>
              <a:ext uri="{FF2B5EF4-FFF2-40B4-BE49-F238E27FC236}">
                <a16:creationId xmlns:a16="http://schemas.microsoft.com/office/drawing/2014/main" id="{2F35D5E9-8A92-4E5C-994F-F691683838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505" y="3719512"/>
            <a:ext cx="3286125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34">
                <a:extLst>
                  <a:ext uri="{FF2B5EF4-FFF2-40B4-BE49-F238E27FC236}">
                    <a16:creationId xmlns:a16="http://schemas.microsoft.com/office/drawing/2014/main" id="{EB1861D7-5A33-44C3-9063-9FB484B061AD}"/>
                  </a:ext>
                </a:extLst>
              </p:cNvPr>
              <p:cNvSpPr txBox="1"/>
              <p:nvPr/>
            </p:nvSpPr>
            <p:spPr bwMode="auto">
              <a:xfrm>
                <a:off x="5166016" y="4152899"/>
                <a:ext cx="3048000" cy="1295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d-ID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id-ID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sub>
                          </m:sSub>
                        </m:den>
                      </m:f>
                      <m:r>
                        <a:rPr lang="id-ID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d-ID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id-ID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id-ID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d-ID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id-ID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id-ID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d-ID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id-ID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id-ID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id-ID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.........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d-ID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d-ID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id-ID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d-ID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id-ID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d-ID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d-ID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id-ID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id-ID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d-ID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id-ID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id-ID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id-ID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..........</m:t>
                      </m:r>
                    </m:oMath>
                  </m:oMathPara>
                </a14:m>
                <a:endParaRPr lang="id-ID"/>
              </a:p>
            </p:txBody>
          </p:sp>
        </mc:Choice>
        <mc:Fallback>
          <p:sp>
            <p:nvSpPr>
              <p:cNvPr id="5" name="Object 34">
                <a:extLst>
                  <a:ext uri="{FF2B5EF4-FFF2-40B4-BE49-F238E27FC236}">
                    <a16:creationId xmlns:a16="http://schemas.microsoft.com/office/drawing/2014/main" id="{EB1861D7-5A33-44C3-9063-9FB484B06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66016" y="4152899"/>
                <a:ext cx="3048000" cy="1295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35" descr="RESISTOR SERI.bmp">
            <a:extLst>
              <a:ext uri="{FF2B5EF4-FFF2-40B4-BE49-F238E27FC236}">
                <a16:creationId xmlns:a16="http://schemas.microsoft.com/office/drawing/2014/main" id="{8A975BC9-9743-4A41-A1A6-762E77D781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7966" y="2338387"/>
            <a:ext cx="3429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9823291-6962-483C-B38A-FC66CA184EA1}"/>
                  </a:ext>
                </a:extLst>
              </p14:cNvPr>
              <p14:cNvContentPartPr/>
              <p14:nvPr/>
            </p14:nvContentPartPr>
            <p14:xfrm>
              <a:off x="4877640" y="106920"/>
              <a:ext cx="4980600" cy="1504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9823291-6962-483C-B38A-FC66CA184EA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68280" y="97560"/>
                <a:ext cx="4999320" cy="152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1443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D:\handout\IMG-20200326-WA0039.jpg">
            <a:extLst>
              <a:ext uri="{FF2B5EF4-FFF2-40B4-BE49-F238E27FC236}">
                <a16:creationId xmlns:a16="http://schemas.microsoft.com/office/drawing/2014/main" id="{66D1115E-7474-4ED6-AF94-E8DA26AA3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999" y="0"/>
            <a:ext cx="791307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E2C202-44C4-4BB4-8FD8-D4C99FBE2A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" y="0"/>
                <a:ext cx="12192000" cy="6858000"/>
              </a:xfrm>
            </p:spPr>
            <p:txBody>
              <a:bodyPr>
                <a:normAutofit/>
              </a:bodyPr>
              <a:lstStyle/>
              <a:p>
                <a:pPr lvl="0" fontAlgn="base"/>
                <a:r>
                  <a:rPr lang="id-ID" dirty="0"/>
                  <a:t>Dari gambar rangkaian di bawah ini, R</a:t>
                </a:r>
                <a:r>
                  <a:rPr lang="id-ID" baseline="-25000" dirty="0"/>
                  <a:t>1</a:t>
                </a:r>
                <a:r>
                  <a:rPr lang="id-ID" dirty="0"/>
                  <a:t> = 10 </a:t>
                </a:r>
                <a:r>
                  <a:rPr lang="id-ID" sz="3200" dirty="0">
                    <a:sym typeface="Symbol" panose="05050102010706020507" pitchFamily="18" charset="2"/>
                  </a:rPr>
                  <a:t></a:t>
                </a:r>
                <a:r>
                  <a:rPr lang="id-ID" dirty="0"/>
                  <a:t>, R</a:t>
                </a:r>
                <a:r>
                  <a:rPr lang="id-ID" baseline="-25000" dirty="0"/>
                  <a:t>2</a:t>
                </a:r>
                <a:r>
                  <a:rPr lang="id-ID" dirty="0"/>
                  <a:t> = 30 </a:t>
                </a:r>
                <a:r>
                  <a:rPr lang="id-ID" sz="3200" dirty="0">
                    <a:sym typeface="Symbol" panose="05050102010706020507" pitchFamily="18" charset="2"/>
                  </a:rPr>
                  <a:t></a:t>
                </a:r>
                <a:r>
                  <a:rPr lang="id-ID" dirty="0"/>
                  <a:t> dan R</a:t>
                </a:r>
                <a:r>
                  <a:rPr lang="id-ID" baseline="-25000" dirty="0"/>
                  <a:t>3</a:t>
                </a:r>
                <a:r>
                  <a:rPr lang="id-ID" dirty="0"/>
                  <a:t> = 60 </a:t>
                </a:r>
                <a:r>
                  <a:rPr lang="id-ID" sz="3200" dirty="0">
                    <a:sym typeface="Symbol" panose="05050102010706020507" pitchFamily="18" charset="2"/>
                  </a:rPr>
                  <a:t></a:t>
                </a:r>
                <a:r>
                  <a:rPr lang="id-ID" dirty="0"/>
                  <a:t>. Jika kuat arus listrik yang melalui hambatan R</a:t>
                </a:r>
                <a:r>
                  <a:rPr lang="id-ID" baseline="-25000" dirty="0"/>
                  <a:t>1</a:t>
                </a:r>
                <a:r>
                  <a:rPr lang="id-ID" dirty="0"/>
                  <a:t> = 3 A, maka kuat arus listrik yang melalui R</a:t>
                </a:r>
                <a:r>
                  <a:rPr lang="id-ID" baseline="-25000" dirty="0"/>
                  <a:t>2</a:t>
                </a:r>
                <a:r>
                  <a:rPr lang="id-ID" dirty="0"/>
                  <a:t> dan R</a:t>
                </a:r>
                <a:r>
                  <a:rPr lang="id-ID" baseline="-25000" dirty="0"/>
                  <a:t>3</a:t>
                </a:r>
                <a:r>
                  <a:rPr lang="id-ID" dirty="0"/>
                  <a:t> berturut-turut adalah .</a:t>
                </a:r>
                <a:endParaRPr lang="en-US" sz="3200" dirty="0"/>
              </a:p>
              <a:p>
                <a:pPr marL="457200" lvl="1" indent="0">
                  <a:buNone/>
                </a:pPr>
                <a:r>
                  <a:rPr lang="en-US" dirty="0"/>
                  <a:t>a. </a:t>
                </a:r>
                <a:r>
                  <a:rPr lang="id-ID" dirty="0"/>
                  <a:t>1 A dan 2 A 	</a:t>
                </a:r>
                <a:r>
                  <a:rPr lang="en-US" dirty="0"/>
                  <a:t>		b. </a:t>
                </a:r>
                <a:r>
                  <a:rPr lang="id-ID" dirty="0"/>
                  <a:t>2 A dan 1 A	</a:t>
                </a:r>
                <a:r>
                  <a:rPr lang="en-US" dirty="0"/>
                  <a:t>	c. </a:t>
                </a:r>
                <a:r>
                  <a:rPr lang="id-ID" dirty="0"/>
                  <a:t>1,5 A dan 2,5 A</a:t>
                </a:r>
                <a:r>
                  <a:rPr lang="en-US" dirty="0"/>
                  <a:t>		</a:t>
                </a:r>
                <a:r>
                  <a:rPr lang="id-ID" dirty="0"/>
                  <a:t>d.  3 A dan 6 A</a:t>
                </a:r>
                <a:r>
                  <a:rPr lang="en-US" dirty="0"/>
                  <a:t>			</a:t>
                </a:r>
                <a:r>
                  <a:rPr lang="id-ID" dirty="0"/>
                  <a:t>e.  2 A dan 4 A</a:t>
                </a:r>
                <a:endParaRPr lang="en-US" sz="2800" dirty="0"/>
              </a:p>
              <a:p>
                <a:pPr marL="290513" indent="-290513"/>
                <a:r>
                  <a:rPr lang="en-US" dirty="0" err="1"/>
                  <a:t>Diket</a:t>
                </a:r>
                <a:r>
                  <a:rPr lang="en-US" dirty="0"/>
                  <a:t> : R</a:t>
                </a:r>
                <a:r>
                  <a:rPr lang="en-US" baseline="-25000" dirty="0"/>
                  <a:t>1</a:t>
                </a:r>
                <a:r>
                  <a:rPr lang="en-US" dirty="0"/>
                  <a:t> = 10 </a:t>
                </a:r>
                <a:r>
                  <a:rPr lang="en-US" dirty="0">
                    <a:sym typeface="Symbol" panose="05050102010706020507" pitchFamily="18" charset="2"/>
                  </a:rPr>
                  <a:t></a:t>
                </a:r>
                <a:r>
                  <a:rPr lang="en-US" dirty="0"/>
                  <a:t>			R</a:t>
                </a:r>
                <a:r>
                  <a:rPr lang="en-US" baseline="-25000" dirty="0"/>
                  <a:t>2</a:t>
                </a:r>
                <a:r>
                  <a:rPr lang="en-US" dirty="0"/>
                  <a:t> = 30 </a:t>
                </a:r>
                <a:r>
                  <a:rPr lang="en-US" dirty="0">
                    <a:sym typeface="Symbol" panose="05050102010706020507" pitchFamily="18" charset="2"/>
                  </a:rPr>
                  <a:t></a:t>
                </a:r>
                <a:r>
                  <a:rPr lang="en-US" dirty="0"/>
                  <a:t>		R</a:t>
                </a:r>
                <a:r>
                  <a:rPr lang="en-US" baseline="-25000" dirty="0"/>
                  <a:t>3</a:t>
                </a:r>
                <a:r>
                  <a:rPr lang="en-US" dirty="0"/>
                  <a:t> = 60 </a:t>
                </a:r>
                <a:r>
                  <a:rPr lang="en-US" dirty="0">
                    <a:sym typeface="Symbol" panose="05050102010706020507" pitchFamily="18" charset="2"/>
                  </a:rPr>
                  <a:t></a:t>
                </a:r>
                <a:r>
                  <a:rPr lang="en-US" dirty="0"/>
                  <a:t>	</a:t>
                </a:r>
              </a:p>
              <a:p>
                <a:pPr marL="290513" indent="-290513"/>
                <a:r>
                  <a:rPr lang="en-US" dirty="0" err="1"/>
                  <a:t>Ditanya</a:t>
                </a:r>
                <a:r>
                  <a:rPr lang="en-US" dirty="0"/>
                  <a:t> I</a:t>
                </a:r>
                <a:r>
                  <a:rPr lang="en-US" baseline="-25000" dirty="0"/>
                  <a:t>2</a:t>
                </a:r>
                <a:r>
                  <a:rPr lang="en-US" dirty="0"/>
                  <a:t> dan I</a:t>
                </a:r>
                <a:r>
                  <a:rPr lang="en-US" baseline="-25000" dirty="0"/>
                  <a:t>3</a:t>
                </a:r>
                <a:r>
                  <a:rPr lang="en-US" dirty="0"/>
                  <a:t>…..?</a:t>
                </a:r>
                <a:endParaRPr lang="en-US" sz="3600" dirty="0"/>
              </a:p>
              <a:p>
                <a:r>
                  <a:rPr lang="en-US" dirty="0"/>
                  <a:t>	</a:t>
                </a:r>
                <a:r>
                  <a:rPr lang="en-US" sz="2800" dirty="0"/>
                  <a:t>Jawab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id-ID" sz="2800" dirty="0"/>
                  <a:t>	</a:t>
                </a:r>
                <a:endParaRPr lang="en-US" sz="280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id-ID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id-ID" sz="2800" dirty="0"/>
                  <a:t>		</a:t>
                </a:r>
                <a:r>
                  <a:rPr lang="en-US" sz="2800" dirty="0"/>
                  <a:t>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id-ID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30+60</m:t>
                        </m:r>
                      </m:den>
                    </m:f>
                  </m:oMath>
                </a14:m>
                <a:r>
                  <a:rPr lang="id-ID" sz="2400" dirty="0"/>
                  <a:t>= </a:t>
                </a:r>
                <a:r>
                  <a:rPr lang="id-ID" sz="1800" dirty="0"/>
                  <a:t>20 </a:t>
                </a:r>
                <a:r>
                  <a:rPr lang="id-ID" sz="1800" dirty="0">
                    <a:sym typeface="Symbol" panose="05050102010706020507" pitchFamily="18" charset="2"/>
                  </a:rPr>
                  <a:t></a:t>
                </a:r>
                <a:r>
                  <a:rPr lang="id-ID" dirty="0"/>
                  <a:t>	</a:t>
                </a:r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r>
                  <a:rPr lang="id-ID" dirty="0"/>
                  <a:t>V</a:t>
                </a:r>
                <a:r>
                  <a:rPr lang="id-ID" baseline="-25000" dirty="0"/>
                  <a:t>R2</a:t>
                </a:r>
                <a:r>
                  <a:rPr lang="en-US" baseline="-25000" dirty="0"/>
                  <a:t>,</a:t>
                </a:r>
                <a:r>
                  <a:rPr lang="id-ID" baseline="-25000" dirty="0"/>
                  <a:t>3</a:t>
                </a:r>
                <a:r>
                  <a:rPr lang="id-ID" dirty="0"/>
                  <a:t> =</a:t>
                </a:r>
                <a:r>
                  <a:rPr lang="en-US" dirty="0"/>
                  <a:t>V</a:t>
                </a:r>
                <a:r>
                  <a:rPr lang="en-US" baseline="-25000" dirty="0"/>
                  <a:t>P</a:t>
                </a:r>
                <a:r>
                  <a:rPr lang="id-ID" dirty="0"/>
                  <a:t> </a:t>
                </a:r>
                <a:r>
                  <a:rPr lang="en-US" dirty="0"/>
                  <a:t>= </a:t>
                </a:r>
                <a:r>
                  <a:rPr lang="id-ID" dirty="0"/>
                  <a:t>I. R</a:t>
                </a:r>
                <a:r>
                  <a:rPr lang="id-ID" baseline="-25000" dirty="0"/>
                  <a:t>P</a:t>
                </a:r>
                <a:endParaRPr lang="en-US" sz="3600" dirty="0"/>
              </a:p>
              <a:p>
                <a:r>
                  <a:rPr lang="id-ID" dirty="0"/>
                  <a:t>	V</a:t>
                </a:r>
                <a:r>
                  <a:rPr lang="id-ID" baseline="-25000" dirty="0"/>
                  <a:t>R2</a:t>
                </a:r>
                <a:r>
                  <a:rPr lang="en-US" baseline="-25000" dirty="0"/>
                  <a:t>,</a:t>
                </a:r>
                <a:r>
                  <a:rPr lang="id-ID" baseline="-25000" dirty="0"/>
                  <a:t>3</a:t>
                </a:r>
                <a:r>
                  <a:rPr lang="id-ID" dirty="0"/>
                  <a:t> = 3 x 20 = 60 volt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id-ID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d-ID" sz="28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id-ID" sz="2800" i="1">
                                    <a:latin typeface="Cambria Math" panose="02040503050406030204" pitchFamily="18" charset="0"/>
                                  </a:rPr>
                                  <m:t>2,3</m:t>
                                </m:r>
                              </m:sub>
                            </m:sSub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id-ID" sz="28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id-ID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lang="id-ID" dirty="0"/>
                  <a:t>= 2 A</a:t>
                </a:r>
                <a:endParaRPr lang="en-US" sz="3600" dirty="0"/>
              </a:p>
              <a:p>
                <a:r>
                  <a:rPr lang="id-ID" sz="28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id-ID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d-ID" sz="28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id-ID" sz="2800" i="1">
                                    <a:latin typeface="Cambria Math" panose="02040503050406030204" pitchFamily="18" charset="0"/>
                                  </a:rPr>
                                  <m:t>2,3</m:t>
                                </m:r>
                              </m:sub>
                            </m:sSub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id-ID" sz="2800" dirty="0"/>
                  <a:t>	;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id-ID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</m:oMath>
                </a14:m>
                <a:r>
                  <a:rPr lang="id-ID" sz="2800" dirty="0"/>
                  <a:t>= 1 A</a:t>
                </a: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E2C202-44C4-4BB4-8FD8-D4C99FBE2A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0"/>
                <a:ext cx="12192000" cy="6858000"/>
              </a:xfrm>
              <a:blipFill>
                <a:blip r:embed="rId4"/>
                <a:stretch>
                  <a:fillRect l="-600" t="-1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2">
            <a:extLst>
              <a:ext uri="{FF2B5EF4-FFF2-40B4-BE49-F238E27FC236}">
                <a16:creationId xmlns:a16="http://schemas.microsoft.com/office/drawing/2014/main" id="{70752724-F3C0-4D13-92A7-FF5C0077A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72378FCD-D75D-4132-BFD2-5478DD4F29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8185856"/>
              </p:ext>
            </p:extLst>
          </p:nvPr>
        </p:nvGraphicFramePr>
        <p:xfrm>
          <a:off x="7033968" y="1248071"/>
          <a:ext cx="3590070" cy="1984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4" r:id="rId5" imgW="2095500" imgH="1164336" progId="Visio.Drawing.3">
                  <p:embed/>
                </p:oleObj>
              </mc:Choice>
              <mc:Fallback>
                <p:oleObj r:id="rId5" imgW="2095500" imgH="1164336" progId="Visio.Drawing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3968" y="1248071"/>
                        <a:ext cx="3590070" cy="198489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B320D920-B727-44E1-BABC-0D57566C34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99" y="3597567"/>
            <a:ext cx="2874310" cy="100541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4FD21D9-D3E9-43F4-AA2C-926BB06252C1}"/>
                  </a:ext>
                </a:extLst>
              </p14:cNvPr>
              <p14:cNvContentPartPr/>
              <p14:nvPr/>
            </p14:nvContentPartPr>
            <p14:xfrm>
              <a:off x="2122200" y="816840"/>
              <a:ext cx="7590240" cy="45838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4FD21D9-D3E9-43F4-AA2C-926BB06252C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12840" y="807480"/>
                <a:ext cx="7608960" cy="460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2490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:\handout\IMG-20200326-WA0039.jpg">
            <a:extLst>
              <a:ext uri="{FF2B5EF4-FFF2-40B4-BE49-F238E27FC236}">
                <a16:creationId xmlns:a16="http://schemas.microsoft.com/office/drawing/2014/main" id="{C11BFF72-EF4E-4B47-9BEE-3936504E4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999" y="1"/>
            <a:ext cx="791307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C3DE3-670E-49FE-8AFE-04A6ECF368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12192000" cy="6858000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Pada </a:t>
                </a:r>
                <a:r>
                  <a:rPr lang="en-US" sz="2400" dirty="0" err="1"/>
                  <a:t>rangkaian</a:t>
                </a:r>
                <a:r>
                  <a:rPr lang="en-US" sz="2400" dirty="0"/>
                  <a:t> di </a:t>
                </a:r>
                <a:r>
                  <a:rPr lang="en-US" sz="2400" dirty="0" err="1"/>
                  <a:t>samping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berapakah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hambatan</a:t>
                </a:r>
                <a:r>
                  <a:rPr lang="en-US" sz="2400" dirty="0"/>
                  <a:t> total pada </a:t>
                </a:r>
                <a:r>
                  <a:rPr lang="en-US" sz="2400" dirty="0" err="1"/>
                  <a:t>tiik</a:t>
                </a:r>
                <a:r>
                  <a:rPr lang="en-US" sz="2400" dirty="0"/>
                  <a:t> AB?</a:t>
                </a:r>
              </a:p>
              <a:p>
                <a:r>
                  <a:rPr lang="en-US" sz="2400" dirty="0"/>
                  <a:t>Rs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 = R</a:t>
                </a:r>
                <a:r>
                  <a:rPr lang="en-US" sz="2400" baseline="-25000" dirty="0"/>
                  <a:t>10</a:t>
                </a:r>
                <a:r>
                  <a:rPr lang="en-US" sz="2400" dirty="0"/>
                  <a:t> + R</a:t>
                </a:r>
                <a:r>
                  <a:rPr lang="en-US" sz="2400" baseline="-25000" dirty="0"/>
                  <a:t>8</a:t>
                </a:r>
                <a:r>
                  <a:rPr lang="en-US" sz="2400" dirty="0"/>
                  <a:t> = 2 + 10 = 12 </a:t>
                </a:r>
                <a:r>
                  <a:rPr lang="en-US" sz="2400" dirty="0">
                    <a:sym typeface="Symbol" panose="05050102010706020507" pitchFamily="18" charset="2"/>
                  </a:rPr>
                  <a:t></a:t>
                </a:r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d-ID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d-ID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12+6</m:t>
                        </m:r>
                      </m:den>
                    </m:f>
                    <m:r>
                      <a:rPr lang="id-ID" sz="2800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id-ID" sz="2400" i="1" dirty="0">
                    <a:sym typeface="Symbol" panose="05050102010706020507" pitchFamily="18" charset="2"/>
                  </a:rPr>
                  <a:t></a:t>
                </a:r>
                <a:endParaRPr lang="en-US" sz="2400" dirty="0"/>
              </a:p>
              <a:p>
                <a:r>
                  <a:rPr lang="en-US" sz="2400" dirty="0"/>
                  <a:t>Rs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 = R</a:t>
                </a:r>
                <a:r>
                  <a:rPr lang="en-US" sz="2400" baseline="-25000" dirty="0"/>
                  <a:t>P1</a:t>
                </a:r>
                <a:r>
                  <a:rPr lang="en-US" sz="2400" dirty="0"/>
                  <a:t> + R</a:t>
                </a:r>
                <a:r>
                  <a:rPr lang="en-US" sz="2400" baseline="-25000" dirty="0"/>
                  <a:t>7</a:t>
                </a:r>
                <a:r>
                  <a:rPr lang="en-US" sz="2400" dirty="0"/>
                  <a:t> = 4 + 8 = 12 </a:t>
                </a:r>
                <a:r>
                  <a:rPr lang="en-US" sz="2400" dirty="0">
                    <a:sym typeface="Symbol" panose="05050102010706020507" pitchFamily="18" charset="2"/>
                  </a:rPr>
                  <a:t></a:t>
                </a:r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d-ID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d-ID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12+6</m:t>
                        </m:r>
                      </m:den>
                    </m:f>
                    <m:r>
                      <a:rPr lang="id-ID" sz="2800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id-ID" sz="2400" i="1" dirty="0">
                    <a:sym typeface="Symbol" panose="05050102010706020507" pitchFamily="18" charset="2"/>
                  </a:rPr>
                  <a:t></a:t>
                </a:r>
                <a:endParaRPr lang="en-US" sz="2400" dirty="0"/>
              </a:p>
              <a:p>
                <a:r>
                  <a:rPr lang="en-US" sz="2400" dirty="0"/>
                  <a:t>Rs</a:t>
                </a:r>
                <a:r>
                  <a:rPr lang="en-US" sz="2400" baseline="-25000" dirty="0"/>
                  <a:t>3</a:t>
                </a:r>
                <a:r>
                  <a:rPr lang="en-US" sz="2400" dirty="0"/>
                  <a:t> = R</a:t>
                </a:r>
                <a:r>
                  <a:rPr lang="en-US" sz="2400" baseline="-25000" dirty="0"/>
                  <a:t>P2</a:t>
                </a:r>
                <a:r>
                  <a:rPr lang="en-US" sz="2400" dirty="0"/>
                  <a:t> + R</a:t>
                </a:r>
                <a:r>
                  <a:rPr lang="en-US" sz="2400" baseline="-25000" dirty="0"/>
                  <a:t>5</a:t>
                </a:r>
                <a:r>
                  <a:rPr lang="en-US" sz="2400" dirty="0"/>
                  <a:t> = 4 + 4 = 8 </a:t>
                </a:r>
                <a:r>
                  <a:rPr lang="en-US" sz="2400" dirty="0">
                    <a:sym typeface="Symbol" panose="05050102010706020507" pitchFamily="18" charset="2"/>
                  </a:rPr>
                  <a:t></a:t>
                </a:r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id-ID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id-ID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8+8</m:t>
                        </m:r>
                      </m:den>
                    </m:f>
                    <m:r>
                      <a:rPr lang="id-ID" sz="2800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id-ID" sz="2400" i="1" dirty="0">
                    <a:sym typeface="Symbol" panose="05050102010706020507" pitchFamily="18" charset="2"/>
                  </a:rPr>
                  <a:t></a:t>
                </a:r>
                <a:endParaRPr lang="en-US" sz="2400" dirty="0"/>
              </a:p>
              <a:p>
                <a:r>
                  <a:rPr lang="en-US" sz="2400" dirty="0"/>
                  <a:t>Rs</a:t>
                </a:r>
                <a:r>
                  <a:rPr lang="en-US" sz="2400" baseline="-25000" dirty="0"/>
                  <a:t>4</a:t>
                </a:r>
                <a:r>
                  <a:rPr lang="en-US" sz="2400" dirty="0"/>
                  <a:t> = R</a:t>
                </a:r>
                <a:r>
                  <a:rPr lang="en-US" sz="2400" baseline="-25000" dirty="0"/>
                  <a:t>P3</a:t>
                </a:r>
                <a:r>
                  <a:rPr lang="en-US" sz="2400" dirty="0"/>
                  <a:t> + R</a:t>
                </a:r>
                <a:r>
                  <a:rPr lang="en-US" sz="2400" baseline="-25000" dirty="0"/>
                  <a:t>3</a:t>
                </a:r>
                <a:r>
                  <a:rPr lang="en-US" sz="2400" dirty="0"/>
                  <a:t> = 4 + 4 = 8 </a:t>
                </a:r>
                <a:r>
                  <a:rPr lang="en-US" sz="2400" dirty="0">
                    <a:sym typeface="Symbol" panose="05050102010706020507" pitchFamily="18" charset="2"/>
                  </a:rPr>
                  <a:t></a:t>
                </a:r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id-ID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id-ID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8+8</m:t>
                        </m:r>
                      </m:den>
                    </m:f>
                    <m:r>
                      <a:rPr lang="id-ID" sz="2800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id-ID" sz="2400" i="1" dirty="0">
                    <a:sym typeface="Symbol" panose="05050102010706020507" pitchFamily="18" charset="2"/>
                  </a:rPr>
                  <a:t></a:t>
                </a:r>
                <a:endParaRPr lang="en-US" sz="2400" dirty="0"/>
              </a:p>
              <a:p>
                <a:r>
                  <a:rPr lang="en-US" sz="2400" dirty="0"/>
                  <a:t>Rs</a:t>
                </a:r>
                <a:r>
                  <a:rPr lang="en-US" sz="2400" baseline="-25000" dirty="0"/>
                  <a:t>4</a:t>
                </a:r>
                <a:r>
                  <a:rPr lang="en-US" sz="2400" dirty="0"/>
                  <a:t> = R</a:t>
                </a:r>
                <a:r>
                  <a:rPr lang="en-US" sz="2400" baseline="-25000" dirty="0"/>
                  <a:t>P4</a:t>
                </a:r>
                <a:r>
                  <a:rPr lang="en-US" sz="2400" dirty="0"/>
                  <a:t> + R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 = 4 + 6 = 10 </a:t>
                </a:r>
                <a:r>
                  <a:rPr lang="en-US" sz="2400" dirty="0">
                    <a:sym typeface="Symbol" panose="05050102010706020507" pitchFamily="18" charset="2"/>
                  </a:rPr>
                  <a:t></a:t>
                </a:r>
                <a:endParaRPr lang="en-US" sz="2400" dirty="0"/>
              </a:p>
              <a:p>
                <a:r>
                  <a:rPr lang="en-US" sz="2400" dirty="0"/>
                  <a:t>R</a:t>
                </a:r>
                <a:r>
                  <a:rPr lang="en-US" sz="2400" baseline="-25000" dirty="0"/>
                  <a:t>AB</a:t>
                </a:r>
                <a:r>
                  <a:rPr lang="en-US" sz="2400" dirty="0"/>
                  <a:t> = Rs</a:t>
                </a:r>
                <a:r>
                  <a:rPr lang="en-US" sz="2400" baseline="-25000" dirty="0"/>
                  <a:t>4</a:t>
                </a:r>
                <a:r>
                  <a:rPr lang="en-US" sz="2400" dirty="0"/>
                  <a:t> = 10 </a:t>
                </a:r>
                <a:r>
                  <a:rPr lang="en-US" sz="2400" dirty="0">
                    <a:sym typeface="Symbol" panose="05050102010706020507" pitchFamily="18" charset="2"/>
                  </a:rPr>
                  <a:t>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C3DE3-670E-49FE-8AFE-04A6ECF368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12192000" cy="6858000"/>
              </a:xfrm>
              <a:blipFill>
                <a:blip r:embed="rId3"/>
                <a:stretch>
                  <a:fillRect l="-400" t="-7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02EA9E5-19DB-42A5-9019-86F835B7CBD5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261" y="438584"/>
            <a:ext cx="5365464" cy="196365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4B7A4C2-6C7B-4717-A405-408E2CDF543C}"/>
                  </a:ext>
                </a:extLst>
              </p14:cNvPr>
              <p14:cNvContentPartPr/>
              <p14:nvPr/>
            </p14:nvContentPartPr>
            <p14:xfrm>
              <a:off x="7915320" y="216720"/>
              <a:ext cx="3915000" cy="23094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4B7A4C2-6C7B-4717-A405-408E2CDF543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05960" y="207360"/>
                <a:ext cx="3933720" cy="232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703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A7DD2-BDB9-4B10-B8FD-8A2B50EA4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b="1" dirty="0" err="1"/>
              <a:t>Susunan</a:t>
            </a:r>
            <a:r>
              <a:rPr lang="en-US" b="1" dirty="0"/>
              <a:t> </a:t>
            </a:r>
            <a:r>
              <a:rPr lang="en-US" b="1" dirty="0" err="1"/>
              <a:t>bintang</a:t>
            </a:r>
            <a:r>
              <a:rPr lang="en-US" b="1" dirty="0"/>
              <a:t> – </a:t>
            </a:r>
            <a:r>
              <a:rPr lang="en-US" b="1" dirty="0" err="1"/>
              <a:t>segitiga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US" b="1" dirty="0"/>
          </a:p>
          <a:p>
            <a:r>
              <a:rPr lang="en-US" dirty="0"/>
              <a:t>Bintang – </a:t>
            </a:r>
            <a:r>
              <a:rPr lang="en-US" dirty="0" err="1"/>
              <a:t>segitiga</a:t>
            </a:r>
            <a:r>
              <a:rPr lang="en-US" dirty="0"/>
              <a:t> 												</a:t>
            </a:r>
            <a:r>
              <a:rPr lang="en-US" dirty="0" err="1"/>
              <a:t>Segitiga</a:t>
            </a:r>
            <a:r>
              <a:rPr lang="en-US" dirty="0"/>
              <a:t> – </a:t>
            </a:r>
            <a:r>
              <a:rPr lang="en-US" dirty="0" err="1"/>
              <a:t>bintang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37D117-BCB9-43E6-9EBE-C51CE73607D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530" y="477118"/>
            <a:ext cx="3447616" cy="268170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A9C8624-BA7B-44D0-A659-EC56B00D8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0837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10">
                <a:extLst>
                  <a:ext uri="{FF2B5EF4-FFF2-40B4-BE49-F238E27FC236}">
                    <a16:creationId xmlns:a16="http://schemas.microsoft.com/office/drawing/2014/main" id="{98757A75-C5D8-452A-BFC7-045403763C2B}"/>
                  </a:ext>
                </a:extLst>
              </p:cNvPr>
              <p:cNvSpPr txBox="1"/>
              <p:nvPr/>
            </p:nvSpPr>
            <p:spPr bwMode="auto">
              <a:xfrm>
                <a:off x="390092" y="3798309"/>
                <a:ext cx="3281363" cy="2538071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id-ID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id-ID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id-ID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id-ID"/>
              </a:p>
            </p:txBody>
          </p:sp>
        </mc:Choice>
        <mc:Fallback>
          <p:sp>
            <p:nvSpPr>
              <p:cNvPr id="11" name="Object 10">
                <a:extLst>
                  <a:ext uri="{FF2B5EF4-FFF2-40B4-BE49-F238E27FC236}">
                    <a16:creationId xmlns:a16="http://schemas.microsoft.com/office/drawing/2014/main" id="{98757A75-C5D8-452A-BFC7-045403763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0092" y="3798309"/>
                <a:ext cx="3281363" cy="25380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0">
            <a:extLst>
              <a:ext uri="{FF2B5EF4-FFF2-40B4-BE49-F238E27FC236}">
                <a16:creationId xmlns:a16="http://schemas.microsoft.com/office/drawing/2014/main" id="{8140DCFA-2321-4567-A798-245BE8838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bject 12">
                <a:extLst>
                  <a:ext uri="{FF2B5EF4-FFF2-40B4-BE49-F238E27FC236}">
                    <a16:creationId xmlns:a16="http://schemas.microsoft.com/office/drawing/2014/main" id="{577B6F5F-4789-4141-998D-0D3B015EFA27}"/>
                  </a:ext>
                </a:extLst>
              </p:cNvPr>
              <p:cNvSpPr txBox="1"/>
              <p:nvPr/>
            </p:nvSpPr>
            <p:spPr bwMode="auto">
              <a:xfrm>
                <a:off x="7406122" y="3768429"/>
                <a:ext cx="2181223" cy="262865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d-ID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id-ID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id-ID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id-ID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d-ID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id-ID"/>
              </a:p>
            </p:txBody>
          </p:sp>
        </mc:Choice>
        <mc:Fallback>
          <p:sp>
            <p:nvSpPr>
              <p:cNvPr id="13" name="Object 12">
                <a:extLst>
                  <a:ext uri="{FF2B5EF4-FFF2-40B4-BE49-F238E27FC236}">
                    <a16:creationId xmlns:a16="http://schemas.microsoft.com/office/drawing/2014/main" id="{577B6F5F-4789-4141-998D-0D3B015EF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06122" y="3768429"/>
                <a:ext cx="2181223" cy="26286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A081825-FF99-4404-BE3B-85FDE8F66199}"/>
                  </a:ext>
                </a:extLst>
              </p14:cNvPr>
              <p14:cNvContentPartPr/>
              <p14:nvPr/>
            </p14:nvContentPartPr>
            <p14:xfrm>
              <a:off x="3555000" y="591120"/>
              <a:ext cx="7947720" cy="45230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A081825-FF99-4404-BE3B-85FDE8F6619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45640" y="581760"/>
                <a:ext cx="7966440" cy="454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0603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" descr="D:\handout\IMG-20200326-WA0039.jpg">
            <a:extLst>
              <a:ext uri="{FF2B5EF4-FFF2-40B4-BE49-F238E27FC236}">
                <a16:creationId xmlns:a16="http://schemas.microsoft.com/office/drawing/2014/main" id="{87CA8D0D-996A-4846-9E43-C5C57FFF7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999" y="0"/>
            <a:ext cx="791307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6A8AE6-CD4D-4A02-B8D2-C26C36D44E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12192000" cy="6858000"/>
              </a:xfrm>
            </p:spPr>
            <p:txBody>
              <a:bodyPr>
                <a:normAutofit/>
              </a:bodyPr>
              <a:lstStyle/>
              <a:p>
                <a:r>
                  <a:rPr lang="id-ID" dirty="0"/>
                  <a:t>Untuk rangkaian listrik seperti pada gambar di samping, tentukan hambatan pengganti R</a:t>
                </a:r>
                <a:r>
                  <a:rPr lang="id-ID" baseline="-25000" dirty="0"/>
                  <a:t>AB</a:t>
                </a:r>
                <a:r>
                  <a:rPr lang="id-ID" dirty="0"/>
                  <a:t>.</a:t>
                </a:r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id-ID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id-ID" sz="28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4+3+2</m:t>
                        </m:r>
                      </m:den>
                    </m:f>
                    <m:r>
                      <a:rPr lang="id-ID" sz="28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id-ID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d-ID" sz="2800" i="1" dirty="0">
                    <a:sym typeface="Symbol" panose="05050102010706020507" pitchFamily="18" charset="2"/>
                  </a:rPr>
                  <a:t></a:t>
                </a:r>
                <a:r>
                  <a:rPr lang="id-ID" sz="2800" dirty="0"/>
                  <a:t>	</a:t>
                </a:r>
                <a:r>
                  <a:rPr lang="en-US" sz="28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id-ID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id-ID" sz="28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4+3+2</m:t>
                        </m:r>
                      </m:den>
                    </m:f>
                    <m:r>
                      <a:rPr lang="id-ID" sz="28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id-ID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d-ID" sz="2800" i="1" dirty="0">
                    <a:sym typeface="Symbol" panose="05050102010706020507" pitchFamily="18" charset="2"/>
                  </a:rPr>
                  <a:t></a:t>
                </a:r>
                <a:endParaRPr lang="en-US" sz="2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id-ID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id-ID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d-ID" sz="280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4+3+2</m:t>
                        </m:r>
                      </m:den>
                    </m:f>
                    <m:r>
                      <a:rPr lang="id-ID" sz="2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id-ID" sz="2800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id-ID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d-ID" sz="2800" i="1" dirty="0">
                    <a:sym typeface="Symbol" panose="05050102010706020507" pitchFamily="18" charset="2"/>
                  </a:rPr>
                  <a:t></a:t>
                </a:r>
                <a:endParaRPr lang="en-US" sz="2800" i="1" dirty="0">
                  <a:sym typeface="Symbol" panose="05050102010706020507" pitchFamily="18" charset="2"/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6A8AE6-CD4D-4A02-B8D2-C26C36D44E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12192000" cy="6858000"/>
              </a:xfrm>
              <a:blipFill>
                <a:blip r:embed="rId3"/>
                <a:stretch>
                  <a:fillRect l="-100" t="-533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82C4D766-817C-49C3-A22E-3EAD3AB7D2A1}"/>
              </a:ext>
            </a:extLst>
          </p:cNvPr>
          <p:cNvGrpSpPr>
            <a:grpSpLocks/>
          </p:cNvGrpSpPr>
          <p:nvPr/>
        </p:nvGrpSpPr>
        <p:grpSpPr bwMode="auto">
          <a:xfrm>
            <a:off x="456151" y="448289"/>
            <a:ext cx="2550284" cy="1821041"/>
            <a:chOff x="1926" y="8018"/>
            <a:chExt cx="2481" cy="198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ECB421C-F2BE-499A-ACC6-E5375DB0F0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6" y="8018"/>
              <a:ext cx="2481" cy="1984"/>
              <a:chOff x="2739" y="11058"/>
              <a:chExt cx="2481" cy="2532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6FA9E71F-50D7-4E15-AD58-F2E12ADBDC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39" y="11058"/>
                <a:ext cx="2256" cy="2532"/>
                <a:chOff x="2739" y="11058"/>
                <a:chExt cx="2256" cy="2532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4720A444-5767-4A50-BB0C-EADF284B27B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943" y="11058"/>
                  <a:ext cx="2052" cy="2532"/>
                  <a:chOff x="2943" y="11058"/>
                  <a:chExt cx="2052" cy="2532"/>
                </a:xfrm>
              </p:grpSpPr>
              <p:cxnSp>
                <p:nvCxnSpPr>
                  <p:cNvPr id="15" name="Line 102">
                    <a:extLst>
                      <a:ext uri="{FF2B5EF4-FFF2-40B4-BE49-F238E27FC236}">
                        <a16:creationId xmlns:a16="http://schemas.microsoft.com/office/drawing/2014/main" id="{25A11CE3-CCA9-4D78-AA69-1793D05F340C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2943" y="12309"/>
                    <a:ext cx="43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 type="oval" w="sm" len="sm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4D4697D0-9E69-43E6-9E4E-BEABFF86AFD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159" y="11058"/>
                    <a:ext cx="1836" cy="2532"/>
                    <a:chOff x="3159" y="11058"/>
                    <a:chExt cx="1836" cy="2532"/>
                  </a:xfrm>
                </p:grpSpPr>
                <p:grpSp>
                  <p:nvGrpSpPr>
                    <p:cNvPr id="17" name="Group 16">
                      <a:extLst>
                        <a:ext uri="{FF2B5EF4-FFF2-40B4-BE49-F238E27FC236}">
                          <a16:creationId xmlns:a16="http://schemas.microsoft.com/office/drawing/2014/main" id="{951B885A-9790-441E-8E0E-4494FF8D45B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159" y="11058"/>
                      <a:ext cx="1593" cy="2532"/>
                      <a:chOff x="3159" y="11058"/>
                      <a:chExt cx="1593" cy="2532"/>
                    </a:xfrm>
                  </p:grpSpPr>
                  <p:sp>
                    <p:nvSpPr>
                      <p:cNvPr id="19" name="Freeform 105">
                        <a:extLst>
                          <a:ext uri="{FF2B5EF4-FFF2-40B4-BE49-F238E27FC236}">
                            <a16:creationId xmlns:a16="http://schemas.microsoft.com/office/drawing/2014/main" id="{C5759C46-6831-4242-9E13-FEF1E275FA0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 rot="16200000" flipH="1">
                        <a:off x="3763" y="12231"/>
                        <a:ext cx="505" cy="170"/>
                      </a:xfrm>
                      <a:custGeom>
                        <a:avLst/>
                        <a:gdLst>
                          <a:gd name="T0" fmla="*/ 120 w 9420"/>
                          <a:gd name="T1" fmla="*/ 1102 h 2166"/>
                          <a:gd name="T2" fmla="*/ 330 w 9420"/>
                          <a:gd name="T3" fmla="*/ 1402 h 2166"/>
                          <a:gd name="T4" fmla="*/ 630 w 9420"/>
                          <a:gd name="T5" fmla="*/ 1462 h 2166"/>
                          <a:gd name="T6" fmla="*/ 930 w 9420"/>
                          <a:gd name="T7" fmla="*/ 1192 h 2166"/>
                          <a:gd name="T8" fmla="*/ 1140 w 9420"/>
                          <a:gd name="T9" fmla="*/ 862 h 2166"/>
                          <a:gd name="T10" fmla="*/ 1350 w 9420"/>
                          <a:gd name="T11" fmla="*/ 622 h 2166"/>
                          <a:gd name="T12" fmla="*/ 1590 w 9420"/>
                          <a:gd name="T13" fmla="*/ 292 h 2166"/>
                          <a:gd name="T14" fmla="*/ 1710 w 9420"/>
                          <a:gd name="T15" fmla="*/ 412 h 2166"/>
                          <a:gd name="T16" fmla="*/ 2040 w 9420"/>
                          <a:gd name="T17" fmla="*/ 712 h 2166"/>
                          <a:gd name="T18" fmla="*/ 2220 w 9420"/>
                          <a:gd name="T19" fmla="*/ 1012 h 2166"/>
                          <a:gd name="T20" fmla="*/ 2580 w 9420"/>
                          <a:gd name="T21" fmla="*/ 1522 h 2166"/>
                          <a:gd name="T22" fmla="*/ 2940 w 9420"/>
                          <a:gd name="T23" fmla="*/ 1642 h 2166"/>
                          <a:gd name="T24" fmla="*/ 3300 w 9420"/>
                          <a:gd name="T25" fmla="*/ 1162 h 2166"/>
                          <a:gd name="T26" fmla="*/ 3420 w 9420"/>
                          <a:gd name="T27" fmla="*/ 892 h 2166"/>
                          <a:gd name="T28" fmla="*/ 3690 w 9420"/>
                          <a:gd name="T29" fmla="*/ 562 h 2166"/>
                          <a:gd name="T30" fmla="*/ 4020 w 9420"/>
                          <a:gd name="T31" fmla="*/ 292 h 2166"/>
                          <a:gd name="T32" fmla="*/ 4230 w 9420"/>
                          <a:gd name="T33" fmla="*/ 592 h 2166"/>
                          <a:gd name="T34" fmla="*/ 4560 w 9420"/>
                          <a:gd name="T35" fmla="*/ 1042 h 2166"/>
                          <a:gd name="T36" fmla="*/ 4740 w 9420"/>
                          <a:gd name="T37" fmla="*/ 1312 h 2166"/>
                          <a:gd name="T38" fmla="*/ 4920 w 9420"/>
                          <a:gd name="T39" fmla="*/ 1642 h 2166"/>
                          <a:gd name="T40" fmla="*/ 5190 w 9420"/>
                          <a:gd name="T41" fmla="*/ 1282 h 2166"/>
                          <a:gd name="T42" fmla="*/ 5340 w 9420"/>
                          <a:gd name="T43" fmla="*/ 922 h 2166"/>
                          <a:gd name="T44" fmla="*/ 5820 w 9420"/>
                          <a:gd name="T45" fmla="*/ 502 h 2166"/>
                          <a:gd name="T46" fmla="*/ 6330 w 9420"/>
                          <a:gd name="T47" fmla="*/ 262 h 2166"/>
                          <a:gd name="T48" fmla="*/ 6540 w 9420"/>
                          <a:gd name="T49" fmla="*/ 922 h 2166"/>
                          <a:gd name="T50" fmla="*/ 7080 w 9420"/>
                          <a:gd name="T51" fmla="*/ 2092 h 2166"/>
                          <a:gd name="T52" fmla="*/ 7290 w 9420"/>
                          <a:gd name="T53" fmla="*/ 1612 h 2166"/>
                          <a:gd name="T54" fmla="*/ 7560 w 9420"/>
                          <a:gd name="T55" fmla="*/ 1072 h 2166"/>
                          <a:gd name="T56" fmla="*/ 7830 w 9420"/>
                          <a:gd name="T57" fmla="*/ 412 h 2166"/>
                          <a:gd name="T58" fmla="*/ 8100 w 9420"/>
                          <a:gd name="T59" fmla="*/ 112 h 2166"/>
                          <a:gd name="T60" fmla="*/ 8370 w 9420"/>
                          <a:gd name="T61" fmla="*/ 772 h 2166"/>
                          <a:gd name="T62" fmla="*/ 8490 w 9420"/>
                          <a:gd name="T63" fmla="*/ 1072 h 2166"/>
                          <a:gd name="T64" fmla="*/ 8760 w 9420"/>
                          <a:gd name="T65" fmla="*/ 1612 h 2166"/>
                          <a:gd name="T66" fmla="*/ 8940 w 9420"/>
                          <a:gd name="T67" fmla="*/ 1402 h 2166"/>
                          <a:gd name="T68" fmla="*/ 9330 w 9420"/>
                          <a:gd name="T69" fmla="*/ 862 h 2166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</a:cxnLst>
                        <a:rect l="0" t="0" r="r" b="b"/>
                        <a:pathLst>
                          <a:path w="9420" h="2166">
                            <a:moveTo>
                              <a:pt x="0" y="742"/>
                            </a:moveTo>
                            <a:cubicBezTo>
                              <a:pt x="40" y="862"/>
                              <a:pt x="67" y="987"/>
                              <a:pt x="120" y="1102"/>
                            </a:cubicBezTo>
                            <a:cubicBezTo>
                              <a:pt x="138" y="1140"/>
                              <a:pt x="185" y="1157"/>
                              <a:pt x="210" y="1192"/>
                            </a:cubicBezTo>
                            <a:cubicBezTo>
                              <a:pt x="357" y="1397"/>
                              <a:pt x="188" y="1232"/>
                              <a:pt x="330" y="1402"/>
                            </a:cubicBezTo>
                            <a:cubicBezTo>
                              <a:pt x="522" y="1633"/>
                              <a:pt x="331" y="1359"/>
                              <a:pt x="480" y="1582"/>
                            </a:cubicBezTo>
                            <a:cubicBezTo>
                              <a:pt x="655" y="1524"/>
                              <a:pt x="494" y="1598"/>
                              <a:pt x="630" y="1462"/>
                            </a:cubicBezTo>
                            <a:cubicBezTo>
                              <a:pt x="655" y="1437"/>
                              <a:pt x="693" y="1426"/>
                              <a:pt x="720" y="1402"/>
                            </a:cubicBezTo>
                            <a:cubicBezTo>
                              <a:pt x="794" y="1336"/>
                              <a:pt x="860" y="1262"/>
                              <a:pt x="930" y="1192"/>
                            </a:cubicBezTo>
                            <a:cubicBezTo>
                              <a:pt x="993" y="1129"/>
                              <a:pt x="1002" y="1027"/>
                              <a:pt x="1050" y="952"/>
                            </a:cubicBezTo>
                            <a:cubicBezTo>
                              <a:pt x="1073" y="916"/>
                              <a:pt x="1112" y="894"/>
                              <a:pt x="1140" y="862"/>
                            </a:cubicBezTo>
                            <a:cubicBezTo>
                              <a:pt x="1173" y="824"/>
                              <a:pt x="1197" y="780"/>
                              <a:pt x="1230" y="742"/>
                            </a:cubicBezTo>
                            <a:cubicBezTo>
                              <a:pt x="1267" y="699"/>
                              <a:pt x="1316" y="667"/>
                              <a:pt x="1350" y="622"/>
                            </a:cubicBezTo>
                            <a:cubicBezTo>
                              <a:pt x="1377" y="586"/>
                              <a:pt x="1384" y="538"/>
                              <a:pt x="1410" y="502"/>
                            </a:cubicBezTo>
                            <a:cubicBezTo>
                              <a:pt x="1464" y="427"/>
                              <a:pt x="1535" y="366"/>
                              <a:pt x="1590" y="292"/>
                            </a:cubicBezTo>
                            <a:cubicBezTo>
                              <a:pt x="1620" y="302"/>
                              <a:pt x="1658" y="300"/>
                              <a:pt x="1680" y="322"/>
                            </a:cubicBezTo>
                            <a:cubicBezTo>
                              <a:pt x="1702" y="344"/>
                              <a:pt x="1684" y="394"/>
                              <a:pt x="1710" y="412"/>
                            </a:cubicBezTo>
                            <a:cubicBezTo>
                              <a:pt x="1761" y="449"/>
                              <a:pt x="1830" y="452"/>
                              <a:pt x="1890" y="472"/>
                            </a:cubicBezTo>
                            <a:cubicBezTo>
                              <a:pt x="2145" y="812"/>
                              <a:pt x="1834" y="383"/>
                              <a:pt x="2040" y="712"/>
                            </a:cubicBezTo>
                            <a:cubicBezTo>
                              <a:pt x="2074" y="766"/>
                              <a:pt x="2158" y="859"/>
                              <a:pt x="2190" y="922"/>
                            </a:cubicBezTo>
                            <a:cubicBezTo>
                              <a:pt x="2204" y="950"/>
                              <a:pt x="2206" y="984"/>
                              <a:pt x="2220" y="1012"/>
                            </a:cubicBezTo>
                            <a:cubicBezTo>
                              <a:pt x="2244" y="1061"/>
                              <a:pt x="2346" y="1188"/>
                              <a:pt x="2370" y="1222"/>
                            </a:cubicBezTo>
                            <a:cubicBezTo>
                              <a:pt x="2440" y="1322"/>
                              <a:pt x="2510" y="1422"/>
                              <a:pt x="2580" y="1522"/>
                            </a:cubicBezTo>
                            <a:cubicBezTo>
                              <a:pt x="2621" y="1581"/>
                              <a:pt x="2700" y="1702"/>
                              <a:pt x="2700" y="1702"/>
                            </a:cubicBezTo>
                            <a:cubicBezTo>
                              <a:pt x="2780" y="1682"/>
                              <a:pt x="2868" y="1681"/>
                              <a:pt x="2940" y="1642"/>
                            </a:cubicBezTo>
                            <a:cubicBezTo>
                              <a:pt x="3004" y="1607"/>
                              <a:pt x="3054" y="1459"/>
                              <a:pt x="3090" y="1402"/>
                            </a:cubicBezTo>
                            <a:cubicBezTo>
                              <a:pt x="3159" y="1292"/>
                              <a:pt x="3207" y="1255"/>
                              <a:pt x="3300" y="1162"/>
                            </a:cubicBezTo>
                            <a:cubicBezTo>
                              <a:pt x="3310" y="1102"/>
                              <a:pt x="3305" y="1038"/>
                              <a:pt x="3330" y="982"/>
                            </a:cubicBezTo>
                            <a:cubicBezTo>
                              <a:pt x="3347" y="943"/>
                              <a:pt x="3392" y="924"/>
                              <a:pt x="3420" y="892"/>
                            </a:cubicBezTo>
                            <a:cubicBezTo>
                              <a:pt x="3476" y="827"/>
                              <a:pt x="3514" y="747"/>
                              <a:pt x="3570" y="682"/>
                            </a:cubicBezTo>
                            <a:cubicBezTo>
                              <a:pt x="3607" y="639"/>
                              <a:pt x="3653" y="605"/>
                              <a:pt x="3690" y="562"/>
                            </a:cubicBezTo>
                            <a:cubicBezTo>
                              <a:pt x="3775" y="463"/>
                              <a:pt x="3837" y="355"/>
                              <a:pt x="3930" y="262"/>
                            </a:cubicBezTo>
                            <a:cubicBezTo>
                              <a:pt x="3960" y="272"/>
                              <a:pt x="3995" y="272"/>
                              <a:pt x="4020" y="292"/>
                            </a:cubicBezTo>
                            <a:cubicBezTo>
                              <a:pt x="4048" y="315"/>
                              <a:pt x="4059" y="353"/>
                              <a:pt x="4080" y="382"/>
                            </a:cubicBezTo>
                            <a:cubicBezTo>
                              <a:pt x="4126" y="446"/>
                              <a:pt x="4190" y="521"/>
                              <a:pt x="4230" y="592"/>
                            </a:cubicBezTo>
                            <a:cubicBezTo>
                              <a:pt x="4287" y="691"/>
                              <a:pt x="4281" y="717"/>
                              <a:pt x="4350" y="802"/>
                            </a:cubicBezTo>
                            <a:cubicBezTo>
                              <a:pt x="4417" y="884"/>
                              <a:pt x="4494" y="958"/>
                              <a:pt x="4560" y="1042"/>
                            </a:cubicBezTo>
                            <a:cubicBezTo>
                              <a:pt x="4605" y="1099"/>
                              <a:pt x="4640" y="1162"/>
                              <a:pt x="4680" y="1222"/>
                            </a:cubicBezTo>
                            <a:cubicBezTo>
                              <a:pt x="4700" y="1252"/>
                              <a:pt x="4740" y="1312"/>
                              <a:pt x="4740" y="1312"/>
                            </a:cubicBezTo>
                            <a:cubicBezTo>
                              <a:pt x="4754" y="1394"/>
                              <a:pt x="4760" y="1542"/>
                              <a:pt x="4830" y="1612"/>
                            </a:cubicBezTo>
                            <a:cubicBezTo>
                              <a:pt x="4852" y="1634"/>
                              <a:pt x="4890" y="1632"/>
                              <a:pt x="4920" y="1642"/>
                            </a:cubicBezTo>
                            <a:cubicBezTo>
                              <a:pt x="4980" y="1562"/>
                              <a:pt x="5040" y="1482"/>
                              <a:pt x="5100" y="1402"/>
                            </a:cubicBezTo>
                            <a:cubicBezTo>
                              <a:pt x="5130" y="1362"/>
                              <a:pt x="5160" y="1322"/>
                              <a:pt x="5190" y="1282"/>
                            </a:cubicBezTo>
                            <a:cubicBezTo>
                              <a:pt x="5220" y="1242"/>
                              <a:pt x="5280" y="1162"/>
                              <a:pt x="5280" y="1162"/>
                            </a:cubicBezTo>
                            <a:cubicBezTo>
                              <a:pt x="5300" y="1082"/>
                              <a:pt x="5288" y="986"/>
                              <a:pt x="5340" y="922"/>
                            </a:cubicBezTo>
                            <a:cubicBezTo>
                              <a:pt x="5380" y="873"/>
                              <a:pt x="5467" y="897"/>
                              <a:pt x="5520" y="862"/>
                            </a:cubicBezTo>
                            <a:cubicBezTo>
                              <a:pt x="5815" y="665"/>
                              <a:pt x="5599" y="723"/>
                              <a:pt x="5820" y="502"/>
                            </a:cubicBezTo>
                            <a:cubicBezTo>
                              <a:pt x="5959" y="363"/>
                              <a:pt x="6093" y="238"/>
                              <a:pt x="6210" y="82"/>
                            </a:cubicBezTo>
                            <a:cubicBezTo>
                              <a:pt x="6250" y="142"/>
                              <a:pt x="6302" y="196"/>
                              <a:pt x="6330" y="262"/>
                            </a:cubicBezTo>
                            <a:cubicBezTo>
                              <a:pt x="6362" y="338"/>
                              <a:pt x="6367" y="423"/>
                              <a:pt x="6390" y="502"/>
                            </a:cubicBezTo>
                            <a:cubicBezTo>
                              <a:pt x="6480" y="816"/>
                              <a:pt x="6424" y="552"/>
                              <a:pt x="6540" y="922"/>
                            </a:cubicBezTo>
                            <a:cubicBezTo>
                              <a:pt x="6609" y="1143"/>
                              <a:pt x="6640" y="1322"/>
                              <a:pt x="6810" y="1492"/>
                            </a:cubicBezTo>
                            <a:cubicBezTo>
                              <a:pt x="6880" y="1703"/>
                              <a:pt x="6993" y="1888"/>
                              <a:pt x="7080" y="2092"/>
                            </a:cubicBezTo>
                            <a:cubicBezTo>
                              <a:pt x="7286" y="1818"/>
                              <a:pt x="7055" y="2166"/>
                              <a:pt x="7200" y="1732"/>
                            </a:cubicBezTo>
                            <a:cubicBezTo>
                              <a:pt x="7216" y="1685"/>
                              <a:pt x="7260" y="1652"/>
                              <a:pt x="7290" y="1612"/>
                            </a:cubicBezTo>
                            <a:cubicBezTo>
                              <a:pt x="7354" y="1229"/>
                              <a:pt x="7262" y="1607"/>
                              <a:pt x="7410" y="1312"/>
                            </a:cubicBezTo>
                            <a:cubicBezTo>
                              <a:pt x="7541" y="1050"/>
                              <a:pt x="7291" y="1341"/>
                              <a:pt x="7560" y="1072"/>
                            </a:cubicBezTo>
                            <a:cubicBezTo>
                              <a:pt x="7833" y="345"/>
                              <a:pt x="7454" y="1330"/>
                              <a:pt x="7770" y="592"/>
                            </a:cubicBezTo>
                            <a:cubicBezTo>
                              <a:pt x="7795" y="534"/>
                              <a:pt x="7797" y="466"/>
                              <a:pt x="7830" y="412"/>
                            </a:cubicBezTo>
                            <a:cubicBezTo>
                              <a:pt x="7859" y="363"/>
                              <a:pt x="7913" y="335"/>
                              <a:pt x="7950" y="292"/>
                            </a:cubicBezTo>
                            <a:cubicBezTo>
                              <a:pt x="8201" y="0"/>
                              <a:pt x="7788" y="424"/>
                              <a:pt x="8100" y="112"/>
                            </a:cubicBezTo>
                            <a:cubicBezTo>
                              <a:pt x="8295" y="242"/>
                              <a:pt x="8179" y="138"/>
                              <a:pt x="8310" y="532"/>
                            </a:cubicBezTo>
                            <a:cubicBezTo>
                              <a:pt x="8336" y="610"/>
                              <a:pt x="8347" y="693"/>
                              <a:pt x="8370" y="772"/>
                            </a:cubicBezTo>
                            <a:cubicBezTo>
                              <a:pt x="8387" y="833"/>
                              <a:pt x="8407" y="893"/>
                              <a:pt x="8430" y="952"/>
                            </a:cubicBezTo>
                            <a:cubicBezTo>
                              <a:pt x="8447" y="994"/>
                              <a:pt x="8476" y="1030"/>
                              <a:pt x="8490" y="1072"/>
                            </a:cubicBezTo>
                            <a:cubicBezTo>
                              <a:pt x="8622" y="1468"/>
                              <a:pt x="8464" y="1181"/>
                              <a:pt x="8640" y="1432"/>
                            </a:cubicBezTo>
                            <a:cubicBezTo>
                              <a:pt x="8681" y="1491"/>
                              <a:pt x="8690" y="1595"/>
                              <a:pt x="8760" y="1612"/>
                            </a:cubicBezTo>
                            <a:cubicBezTo>
                              <a:pt x="8800" y="1622"/>
                              <a:pt x="8840" y="1632"/>
                              <a:pt x="8880" y="1642"/>
                            </a:cubicBezTo>
                            <a:cubicBezTo>
                              <a:pt x="8900" y="1562"/>
                              <a:pt x="8894" y="1471"/>
                              <a:pt x="8940" y="1402"/>
                            </a:cubicBezTo>
                            <a:cubicBezTo>
                              <a:pt x="9107" y="1151"/>
                              <a:pt x="9009" y="1273"/>
                              <a:pt x="9240" y="1042"/>
                            </a:cubicBezTo>
                            <a:cubicBezTo>
                              <a:pt x="9326" y="956"/>
                              <a:pt x="9281" y="960"/>
                              <a:pt x="9330" y="862"/>
                            </a:cubicBezTo>
                            <a:cubicBezTo>
                              <a:pt x="9331" y="859"/>
                              <a:pt x="9409" y="734"/>
                              <a:pt x="9420" y="712"/>
                            </a:cubicBezTo>
                          </a:path>
                        </a:pathLst>
                      </a:cu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rot="0" vert="horz" wrap="square" lIns="91440" tIns="45720" rIns="91440" bIns="45720" anchor="t" anchorCtr="0" upright="1">
                        <a:noAutofit/>
                      </a:bodyPr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20" name="Group 19">
                        <a:extLst>
                          <a:ext uri="{FF2B5EF4-FFF2-40B4-BE49-F238E27FC236}">
                            <a16:creationId xmlns:a16="http://schemas.microsoft.com/office/drawing/2014/main" id="{E827E38B-F469-42A7-B741-E790E6F72F9B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159" y="11058"/>
                        <a:ext cx="1593" cy="2532"/>
                        <a:chOff x="2796" y="11058"/>
                        <a:chExt cx="1593" cy="2532"/>
                      </a:xfrm>
                    </p:grpSpPr>
                    <p:grpSp>
                      <p:nvGrpSpPr>
                        <p:cNvPr id="21" name="Group 20">
                          <a:extLst>
                            <a:ext uri="{FF2B5EF4-FFF2-40B4-BE49-F238E27FC236}">
                              <a16:creationId xmlns:a16="http://schemas.microsoft.com/office/drawing/2014/main" id="{7E57AC8D-BF92-4466-989A-503EB4257931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796" y="11133"/>
                          <a:ext cx="1593" cy="1062"/>
                          <a:chOff x="2796" y="11133"/>
                          <a:chExt cx="1593" cy="1062"/>
                        </a:xfrm>
                      </p:grpSpPr>
                      <p:grpSp>
                        <p:nvGrpSpPr>
                          <p:cNvPr id="34" name="Group 33">
                            <a:extLst>
                              <a:ext uri="{FF2B5EF4-FFF2-40B4-BE49-F238E27FC236}">
                                <a16:creationId xmlns:a16="http://schemas.microsoft.com/office/drawing/2014/main" id="{D6CFA804-059E-4B12-8EFE-CF4D65DC4EDC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 rot="570900">
                            <a:off x="3456" y="11133"/>
                            <a:ext cx="933" cy="1062"/>
                            <a:chOff x="3501" y="11148"/>
                            <a:chExt cx="933" cy="1062"/>
                          </a:xfrm>
                        </p:grpSpPr>
                        <p:cxnSp>
                          <p:nvCxnSpPr>
                            <p:cNvPr id="39" name="Line 109">
                              <a:extLst>
                                <a:ext uri="{FF2B5EF4-FFF2-40B4-BE49-F238E27FC236}">
                                  <a16:creationId xmlns:a16="http://schemas.microsoft.com/office/drawing/2014/main" id="{15FF7C5B-D5A9-40D6-9C07-974352F9057E}"/>
                                </a:ext>
                              </a:extLst>
                            </p:cNvPr>
                            <p:cNvCxnSpPr>
                              <a:cxnSpLocks noChangeShapeType="1"/>
                            </p:cNvCxnSpPr>
                            <p:nvPr/>
                          </p:nvCxnSpPr>
                          <p:spPr bwMode="auto">
                            <a:xfrm rot="6644808" flipH="1">
                              <a:off x="3573" y="11076"/>
                              <a:ext cx="288" cy="432"/>
                            </a:xfrm>
                            <a:prstGeom prst="line">
                              <a:avLst/>
                            </a:prstGeom>
                            <a:noFill/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</p:cxnSp>
                        <p:sp>
                          <p:nvSpPr>
                            <p:cNvPr id="40" name="Freeform 110">
                              <a:extLst>
                                <a:ext uri="{FF2B5EF4-FFF2-40B4-BE49-F238E27FC236}">
                                  <a16:creationId xmlns:a16="http://schemas.microsoft.com/office/drawing/2014/main" id="{18EB74AE-E28C-4512-988C-46EA30E0DAD4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 rot="3257899">
                              <a:off x="3759" y="11619"/>
                              <a:ext cx="397" cy="170"/>
                            </a:xfrm>
                            <a:custGeom>
                              <a:avLst/>
                              <a:gdLst>
                                <a:gd name="T0" fmla="*/ 120 w 9420"/>
                                <a:gd name="T1" fmla="*/ 1102 h 2166"/>
                                <a:gd name="T2" fmla="*/ 330 w 9420"/>
                                <a:gd name="T3" fmla="*/ 1402 h 2166"/>
                                <a:gd name="T4" fmla="*/ 630 w 9420"/>
                                <a:gd name="T5" fmla="*/ 1462 h 2166"/>
                                <a:gd name="T6" fmla="*/ 930 w 9420"/>
                                <a:gd name="T7" fmla="*/ 1192 h 2166"/>
                                <a:gd name="T8" fmla="*/ 1140 w 9420"/>
                                <a:gd name="T9" fmla="*/ 862 h 2166"/>
                                <a:gd name="T10" fmla="*/ 1350 w 9420"/>
                                <a:gd name="T11" fmla="*/ 622 h 2166"/>
                                <a:gd name="T12" fmla="*/ 1590 w 9420"/>
                                <a:gd name="T13" fmla="*/ 292 h 2166"/>
                                <a:gd name="T14" fmla="*/ 1710 w 9420"/>
                                <a:gd name="T15" fmla="*/ 412 h 2166"/>
                                <a:gd name="T16" fmla="*/ 2040 w 9420"/>
                                <a:gd name="T17" fmla="*/ 712 h 2166"/>
                                <a:gd name="T18" fmla="*/ 2220 w 9420"/>
                                <a:gd name="T19" fmla="*/ 1012 h 2166"/>
                                <a:gd name="T20" fmla="*/ 2580 w 9420"/>
                                <a:gd name="T21" fmla="*/ 1522 h 2166"/>
                                <a:gd name="T22" fmla="*/ 2940 w 9420"/>
                                <a:gd name="T23" fmla="*/ 1642 h 2166"/>
                                <a:gd name="T24" fmla="*/ 3300 w 9420"/>
                                <a:gd name="T25" fmla="*/ 1162 h 2166"/>
                                <a:gd name="T26" fmla="*/ 3420 w 9420"/>
                                <a:gd name="T27" fmla="*/ 892 h 2166"/>
                                <a:gd name="T28" fmla="*/ 3690 w 9420"/>
                                <a:gd name="T29" fmla="*/ 562 h 2166"/>
                                <a:gd name="T30" fmla="*/ 4020 w 9420"/>
                                <a:gd name="T31" fmla="*/ 292 h 2166"/>
                                <a:gd name="T32" fmla="*/ 4230 w 9420"/>
                                <a:gd name="T33" fmla="*/ 592 h 2166"/>
                                <a:gd name="T34" fmla="*/ 4560 w 9420"/>
                                <a:gd name="T35" fmla="*/ 1042 h 2166"/>
                                <a:gd name="T36" fmla="*/ 4740 w 9420"/>
                                <a:gd name="T37" fmla="*/ 1312 h 2166"/>
                                <a:gd name="T38" fmla="*/ 4920 w 9420"/>
                                <a:gd name="T39" fmla="*/ 1642 h 2166"/>
                                <a:gd name="T40" fmla="*/ 5190 w 9420"/>
                                <a:gd name="T41" fmla="*/ 1282 h 2166"/>
                                <a:gd name="T42" fmla="*/ 5340 w 9420"/>
                                <a:gd name="T43" fmla="*/ 922 h 2166"/>
                                <a:gd name="T44" fmla="*/ 5820 w 9420"/>
                                <a:gd name="T45" fmla="*/ 502 h 2166"/>
                                <a:gd name="T46" fmla="*/ 6330 w 9420"/>
                                <a:gd name="T47" fmla="*/ 262 h 2166"/>
                                <a:gd name="T48" fmla="*/ 6540 w 9420"/>
                                <a:gd name="T49" fmla="*/ 922 h 2166"/>
                                <a:gd name="T50" fmla="*/ 7080 w 9420"/>
                                <a:gd name="T51" fmla="*/ 2092 h 2166"/>
                                <a:gd name="T52" fmla="*/ 7290 w 9420"/>
                                <a:gd name="T53" fmla="*/ 1612 h 2166"/>
                                <a:gd name="T54" fmla="*/ 7560 w 9420"/>
                                <a:gd name="T55" fmla="*/ 1072 h 2166"/>
                                <a:gd name="T56" fmla="*/ 7830 w 9420"/>
                                <a:gd name="T57" fmla="*/ 412 h 2166"/>
                                <a:gd name="T58" fmla="*/ 8100 w 9420"/>
                                <a:gd name="T59" fmla="*/ 112 h 2166"/>
                                <a:gd name="T60" fmla="*/ 8370 w 9420"/>
                                <a:gd name="T61" fmla="*/ 772 h 2166"/>
                                <a:gd name="T62" fmla="*/ 8490 w 9420"/>
                                <a:gd name="T63" fmla="*/ 1072 h 2166"/>
                                <a:gd name="T64" fmla="*/ 8760 w 9420"/>
                                <a:gd name="T65" fmla="*/ 1612 h 2166"/>
                                <a:gd name="T66" fmla="*/ 8940 w 9420"/>
                                <a:gd name="T67" fmla="*/ 1402 h 2166"/>
                                <a:gd name="T68" fmla="*/ 9330 w 9420"/>
                                <a:gd name="T69" fmla="*/ 862 h 2166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  <a:cxn ang="0">
                                  <a:pos x="T10" y="T11"/>
                                </a:cxn>
                                <a:cxn ang="0">
                                  <a:pos x="T12" y="T13"/>
                                </a:cxn>
                                <a:cxn ang="0">
                                  <a:pos x="T14" y="T15"/>
                                </a:cxn>
                                <a:cxn ang="0">
                                  <a:pos x="T16" y="T17"/>
                                </a:cxn>
                                <a:cxn ang="0">
                                  <a:pos x="T18" y="T19"/>
                                </a:cxn>
                                <a:cxn ang="0">
                                  <a:pos x="T20" y="T21"/>
                                </a:cxn>
                                <a:cxn ang="0">
                                  <a:pos x="T22" y="T23"/>
                                </a:cxn>
                                <a:cxn ang="0">
                                  <a:pos x="T24" y="T25"/>
                                </a:cxn>
                                <a:cxn ang="0">
                                  <a:pos x="T26" y="T27"/>
                                </a:cxn>
                                <a:cxn ang="0">
                                  <a:pos x="T28" y="T29"/>
                                </a:cxn>
                                <a:cxn ang="0">
                                  <a:pos x="T30" y="T31"/>
                                </a:cxn>
                                <a:cxn ang="0">
                                  <a:pos x="T32" y="T33"/>
                                </a:cxn>
                                <a:cxn ang="0">
                                  <a:pos x="T34" y="T35"/>
                                </a:cxn>
                                <a:cxn ang="0">
                                  <a:pos x="T36" y="T37"/>
                                </a:cxn>
                                <a:cxn ang="0">
                                  <a:pos x="T38" y="T39"/>
                                </a:cxn>
                                <a:cxn ang="0">
                                  <a:pos x="T40" y="T41"/>
                                </a:cxn>
                                <a:cxn ang="0">
                                  <a:pos x="T42" y="T43"/>
                                </a:cxn>
                                <a:cxn ang="0">
                                  <a:pos x="T44" y="T45"/>
                                </a:cxn>
                                <a:cxn ang="0">
                                  <a:pos x="T46" y="T47"/>
                                </a:cxn>
                                <a:cxn ang="0">
                                  <a:pos x="T48" y="T49"/>
                                </a:cxn>
                                <a:cxn ang="0">
                                  <a:pos x="T50" y="T51"/>
                                </a:cxn>
                                <a:cxn ang="0">
                                  <a:pos x="T52" y="T53"/>
                                </a:cxn>
                                <a:cxn ang="0">
                                  <a:pos x="T54" y="T55"/>
                                </a:cxn>
                                <a:cxn ang="0">
                                  <a:pos x="T56" y="T57"/>
                                </a:cxn>
                                <a:cxn ang="0">
                                  <a:pos x="T58" y="T59"/>
                                </a:cxn>
                                <a:cxn ang="0">
                                  <a:pos x="T60" y="T61"/>
                                </a:cxn>
                                <a:cxn ang="0">
                                  <a:pos x="T62" y="T63"/>
                                </a:cxn>
                                <a:cxn ang="0">
                                  <a:pos x="T64" y="T65"/>
                                </a:cxn>
                                <a:cxn ang="0">
                                  <a:pos x="T66" y="T67"/>
                                </a:cxn>
                                <a:cxn ang="0">
                                  <a:pos x="T68" y="T69"/>
                                </a:cxn>
                              </a:cxnLst>
                              <a:rect l="0" t="0" r="r" b="b"/>
                              <a:pathLst>
                                <a:path w="9420" h="2166">
                                  <a:moveTo>
                                    <a:pt x="0" y="742"/>
                                  </a:moveTo>
                                  <a:cubicBezTo>
                                    <a:pt x="40" y="862"/>
                                    <a:pt x="67" y="987"/>
                                    <a:pt x="120" y="1102"/>
                                  </a:cubicBezTo>
                                  <a:cubicBezTo>
                                    <a:pt x="138" y="1140"/>
                                    <a:pt x="185" y="1157"/>
                                    <a:pt x="210" y="1192"/>
                                  </a:cubicBezTo>
                                  <a:cubicBezTo>
                                    <a:pt x="357" y="1397"/>
                                    <a:pt x="188" y="1232"/>
                                    <a:pt x="330" y="1402"/>
                                  </a:cubicBezTo>
                                  <a:cubicBezTo>
                                    <a:pt x="522" y="1633"/>
                                    <a:pt x="331" y="1359"/>
                                    <a:pt x="480" y="1582"/>
                                  </a:cubicBezTo>
                                  <a:cubicBezTo>
                                    <a:pt x="655" y="1524"/>
                                    <a:pt x="494" y="1598"/>
                                    <a:pt x="630" y="1462"/>
                                  </a:cubicBezTo>
                                  <a:cubicBezTo>
                                    <a:pt x="655" y="1437"/>
                                    <a:pt x="693" y="1426"/>
                                    <a:pt x="720" y="1402"/>
                                  </a:cubicBezTo>
                                  <a:cubicBezTo>
                                    <a:pt x="794" y="1336"/>
                                    <a:pt x="860" y="1262"/>
                                    <a:pt x="930" y="1192"/>
                                  </a:cubicBezTo>
                                  <a:cubicBezTo>
                                    <a:pt x="993" y="1129"/>
                                    <a:pt x="1002" y="1027"/>
                                    <a:pt x="1050" y="952"/>
                                  </a:cubicBezTo>
                                  <a:cubicBezTo>
                                    <a:pt x="1073" y="916"/>
                                    <a:pt x="1112" y="894"/>
                                    <a:pt x="1140" y="862"/>
                                  </a:cubicBezTo>
                                  <a:cubicBezTo>
                                    <a:pt x="1173" y="824"/>
                                    <a:pt x="1197" y="780"/>
                                    <a:pt x="1230" y="742"/>
                                  </a:cubicBezTo>
                                  <a:cubicBezTo>
                                    <a:pt x="1267" y="699"/>
                                    <a:pt x="1316" y="667"/>
                                    <a:pt x="1350" y="622"/>
                                  </a:cubicBezTo>
                                  <a:cubicBezTo>
                                    <a:pt x="1377" y="586"/>
                                    <a:pt x="1384" y="538"/>
                                    <a:pt x="1410" y="502"/>
                                  </a:cubicBezTo>
                                  <a:cubicBezTo>
                                    <a:pt x="1464" y="427"/>
                                    <a:pt x="1535" y="366"/>
                                    <a:pt x="1590" y="292"/>
                                  </a:cubicBezTo>
                                  <a:cubicBezTo>
                                    <a:pt x="1620" y="302"/>
                                    <a:pt x="1658" y="300"/>
                                    <a:pt x="1680" y="322"/>
                                  </a:cubicBezTo>
                                  <a:cubicBezTo>
                                    <a:pt x="1702" y="344"/>
                                    <a:pt x="1684" y="394"/>
                                    <a:pt x="1710" y="412"/>
                                  </a:cubicBezTo>
                                  <a:cubicBezTo>
                                    <a:pt x="1761" y="449"/>
                                    <a:pt x="1830" y="452"/>
                                    <a:pt x="1890" y="472"/>
                                  </a:cubicBezTo>
                                  <a:cubicBezTo>
                                    <a:pt x="2145" y="812"/>
                                    <a:pt x="1834" y="383"/>
                                    <a:pt x="2040" y="712"/>
                                  </a:cubicBezTo>
                                  <a:cubicBezTo>
                                    <a:pt x="2074" y="766"/>
                                    <a:pt x="2158" y="859"/>
                                    <a:pt x="2190" y="922"/>
                                  </a:cubicBezTo>
                                  <a:cubicBezTo>
                                    <a:pt x="2204" y="950"/>
                                    <a:pt x="2206" y="984"/>
                                    <a:pt x="2220" y="1012"/>
                                  </a:cubicBezTo>
                                  <a:cubicBezTo>
                                    <a:pt x="2244" y="1061"/>
                                    <a:pt x="2346" y="1188"/>
                                    <a:pt x="2370" y="1222"/>
                                  </a:cubicBezTo>
                                  <a:cubicBezTo>
                                    <a:pt x="2440" y="1322"/>
                                    <a:pt x="2510" y="1422"/>
                                    <a:pt x="2580" y="1522"/>
                                  </a:cubicBezTo>
                                  <a:cubicBezTo>
                                    <a:pt x="2621" y="1581"/>
                                    <a:pt x="2700" y="1702"/>
                                    <a:pt x="2700" y="1702"/>
                                  </a:cubicBezTo>
                                  <a:cubicBezTo>
                                    <a:pt x="2780" y="1682"/>
                                    <a:pt x="2868" y="1681"/>
                                    <a:pt x="2940" y="1642"/>
                                  </a:cubicBezTo>
                                  <a:cubicBezTo>
                                    <a:pt x="3004" y="1607"/>
                                    <a:pt x="3054" y="1459"/>
                                    <a:pt x="3090" y="1402"/>
                                  </a:cubicBezTo>
                                  <a:cubicBezTo>
                                    <a:pt x="3159" y="1292"/>
                                    <a:pt x="3207" y="1255"/>
                                    <a:pt x="3300" y="1162"/>
                                  </a:cubicBezTo>
                                  <a:cubicBezTo>
                                    <a:pt x="3310" y="1102"/>
                                    <a:pt x="3305" y="1038"/>
                                    <a:pt x="3330" y="982"/>
                                  </a:cubicBezTo>
                                  <a:cubicBezTo>
                                    <a:pt x="3347" y="943"/>
                                    <a:pt x="3392" y="924"/>
                                    <a:pt x="3420" y="892"/>
                                  </a:cubicBezTo>
                                  <a:cubicBezTo>
                                    <a:pt x="3476" y="827"/>
                                    <a:pt x="3514" y="747"/>
                                    <a:pt x="3570" y="682"/>
                                  </a:cubicBezTo>
                                  <a:cubicBezTo>
                                    <a:pt x="3607" y="639"/>
                                    <a:pt x="3653" y="605"/>
                                    <a:pt x="3690" y="562"/>
                                  </a:cubicBezTo>
                                  <a:cubicBezTo>
                                    <a:pt x="3775" y="463"/>
                                    <a:pt x="3837" y="355"/>
                                    <a:pt x="3930" y="262"/>
                                  </a:cubicBezTo>
                                  <a:cubicBezTo>
                                    <a:pt x="3960" y="272"/>
                                    <a:pt x="3995" y="272"/>
                                    <a:pt x="4020" y="292"/>
                                  </a:cubicBezTo>
                                  <a:cubicBezTo>
                                    <a:pt x="4048" y="315"/>
                                    <a:pt x="4059" y="353"/>
                                    <a:pt x="4080" y="382"/>
                                  </a:cubicBezTo>
                                  <a:cubicBezTo>
                                    <a:pt x="4126" y="446"/>
                                    <a:pt x="4190" y="521"/>
                                    <a:pt x="4230" y="592"/>
                                  </a:cubicBezTo>
                                  <a:cubicBezTo>
                                    <a:pt x="4287" y="691"/>
                                    <a:pt x="4281" y="717"/>
                                    <a:pt x="4350" y="802"/>
                                  </a:cubicBezTo>
                                  <a:cubicBezTo>
                                    <a:pt x="4417" y="884"/>
                                    <a:pt x="4494" y="958"/>
                                    <a:pt x="4560" y="1042"/>
                                  </a:cubicBezTo>
                                  <a:cubicBezTo>
                                    <a:pt x="4605" y="1099"/>
                                    <a:pt x="4640" y="1162"/>
                                    <a:pt x="4680" y="1222"/>
                                  </a:cubicBezTo>
                                  <a:cubicBezTo>
                                    <a:pt x="4700" y="1252"/>
                                    <a:pt x="4740" y="1312"/>
                                    <a:pt x="4740" y="1312"/>
                                  </a:cubicBezTo>
                                  <a:cubicBezTo>
                                    <a:pt x="4754" y="1394"/>
                                    <a:pt x="4760" y="1542"/>
                                    <a:pt x="4830" y="1612"/>
                                  </a:cubicBezTo>
                                  <a:cubicBezTo>
                                    <a:pt x="4852" y="1634"/>
                                    <a:pt x="4890" y="1632"/>
                                    <a:pt x="4920" y="1642"/>
                                  </a:cubicBezTo>
                                  <a:cubicBezTo>
                                    <a:pt x="4980" y="1562"/>
                                    <a:pt x="5040" y="1482"/>
                                    <a:pt x="5100" y="1402"/>
                                  </a:cubicBezTo>
                                  <a:cubicBezTo>
                                    <a:pt x="5130" y="1362"/>
                                    <a:pt x="5160" y="1322"/>
                                    <a:pt x="5190" y="1282"/>
                                  </a:cubicBezTo>
                                  <a:cubicBezTo>
                                    <a:pt x="5220" y="1242"/>
                                    <a:pt x="5280" y="1162"/>
                                    <a:pt x="5280" y="1162"/>
                                  </a:cubicBezTo>
                                  <a:cubicBezTo>
                                    <a:pt x="5300" y="1082"/>
                                    <a:pt x="5288" y="986"/>
                                    <a:pt x="5340" y="922"/>
                                  </a:cubicBezTo>
                                  <a:cubicBezTo>
                                    <a:pt x="5380" y="873"/>
                                    <a:pt x="5467" y="897"/>
                                    <a:pt x="5520" y="862"/>
                                  </a:cubicBezTo>
                                  <a:cubicBezTo>
                                    <a:pt x="5815" y="665"/>
                                    <a:pt x="5599" y="723"/>
                                    <a:pt x="5820" y="502"/>
                                  </a:cubicBezTo>
                                  <a:cubicBezTo>
                                    <a:pt x="5959" y="363"/>
                                    <a:pt x="6093" y="238"/>
                                    <a:pt x="6210" y="82"/>
                                  </a:cubicBezTo>
                                  <a:cubicBezTo>
                                    <a:pt x="6250" y="142"/>
                                    <a:pt x="6302" y="196"/>
                                    <a:pt x="6330" y="262"/>
                                  </a:cubicBezTo>
                                  <a:cubicBezTo>
                                    <a:pt x="6362" y="338"/>
                                    <a:pt x="6367" y="423"/>
                                    <a:pt x="6390" y="502"/>
                                  </a:cubicBezTo>
                                  <a:cubicBezTo>
                                    <a:pt x="6480" y="816"/>
                                    <a:pt x="6424" y="552"/>
                                    <a:pt x="6540" y="922"/>
                                  </a:cubicBezTo>
                                  <a:cubicBezTo>
                                    <a:pt x="6609" y="1143"/>
                                    <a:pt x="6640" y="1322"/>
                                    <a:pt x="6810" y="1492"/>
                                  </a:cubicBezTo>
                                  <a:cubicBezTo>
                                    <a:pt x="6880" y="1703"/>
                                    <a:pt x="6993" y="1888"/>
                                    <a:pt x="7080" y="2092"/>
                                  </a:cubicBezTo>
                                  <a:cubicBezTo>
                                    <a:pt x="7286" y="1818"/>
                                    <a:pt x="7055" y="2166"/>
                                    <a:pt x="7200" y="1732"/>
                                  </a:cubicBezTo>
                                  <a:cubicBezTo>
                                    <a:pt x="7216" y="1685"/>
                                    <a:pt x="7260" y="1652"/>
                                    <a:pt x="7290" y="1612"/>
                                  </a:cubicBezTo>
                                  <a:cubicBezTo>
                                    <a:pt x="7354" y="1229"/>
                                    <a:pt x="7262" y="1607"/>
                                    <a:pt x="7410" y="1312"/>
                                  </a:cubicBezTo>
                                  <a:cubicBezTo>
                                    <a:pt x="7541" y="1050"/>
                                    <a:pt x="7291" y="1341"/>
                                    <a:pt x="7560" y="1072"/>
                                  </a:cubicBezTo>
                                  <a:cubicBezTo>
                                    <a:pt x="7833" y="345"/>
                                    <a:pt x="7454" y="1330"/>
                                    <a:pt x="7770" y="592"/>
                                  </a:cubicBezTo>
                                  <a:cubicBezTo>
                                    <a:pt x="7795" y="534"/>
                                    <a:pt x="7797" y="466"/>
                                    <a:pt x="7830" y="412"/>
                                  </a:cubicBezTo>
                                  <a:cubicBezTo>
                                    <a:pt x="7859" y="363"/>
                                    <a:pt x="7913" y="335"/>
                                    <a:pt x="7950" y="292"/>
                                  </a:cubicBezTo>
                                  <a:cubicBezTo>
                                    <a:pt x="8201" y="0"/>
                                    <a:pt x="7788" y="424"/>
                                    <a:pt x="8100" y="112"/>
                                  </a:cubicBezTo>
                                  <a:cubicBezTo>
                                    <a:pt x="8295" y="242"/>
                                    <a:pt x="8179" y="138"/>
                                    <a:pt x="8310" y="532"/>
                                  </a:cubicBezTo>
                                  <a:cubicBezTo>
                                    <a:pt x="8336" y="610"/>
                                    <a:pt x="8347" y="693"/>
                                    <a:pt x="8370" y="772"/>
                                  </a:cubicBezTo>
                                  <a:cubicBezTo>
                                    <a:pt x="8387" y="833"/>
                                    <a:pt x="8407" y="893"/>
                                    <a:pt x="8430" y="952"/>
                                  </a:cubicBezTo>
                                  <a:cubicBezTo>
                                    <a:pt x="8447" y="994"/>
                                    <a:pt x="8476" y="1030"/>
                                    <a:pt x="8490" y="1072"/>
                                  </a:cubicBezTo>
                                  <a:cubicBezTo>
                                    <a:pt x="8622" y="1468"/>
                                    <a:pt x="8464" y="1181"/>
                                    <a:pt x="8640" y="1432"/>
                                  </a:cubicBezTo>
                                  <a:cubicBezTo>
                                    <a:pt x="8681" y="1491"/>
                                    <a:pt x="8690" y="1595"/>
                                    <a:pt x="8760" y="1612"/>
                                  </a:cubicBezTo>
                                  <a:cubicBezTo>
                                    <a:pt x="8800" y="1622"/>
                                    <a:pt x="8840" y="1632"/>
                                    <a:pt x="8880" y="1642"/>
                                  </a:cubicBezTo>
                                  <a:cubicBezTo>
                                    <a:pt x="8900" y="1562"/>
                                    <a:pt x="8894" y="1471"/>
                                    <a:pt x="8940" y="1402"/>
                                  </a:cubicBezTo>
                                  <a:cubicBezTo>
                                    <a:pt x="9107" y="1151"/>
                                    <a:pt x="9009" y="1273"/>
                                    <a:pt x="9240" y="1042"/>
                                  </a:cubicBezTo>
                                  <a:cubicBezTo>
                                    <a:pt x="9326" y="956"/>
                                    <a:pt x="9281" y="960"/>
                                    <a:pt x="9330" y="862"/>
                                  </a:cubicBezTo>
                                  <a:cubicBezTo>
                                    <a:pt x="9331" y="859"/>
                                    <a:pt x="9409" y="734"/>
                                    <a:pt x="9420" y="712"/>
                                  </a:cubicBezTo>
                                </a:path>
                              </a:pathLst>
                            </a:custGeom>
                            <a:noFill/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rot="0" vert="horz" wrap="square" lIns="91440" tIns="45720" rIns="91440" bIns="45720" anchor="t" anchorCtr="0" upright="1"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cxnSp>
                          <p:nvCxnSpPr>
                            <p:cNvPr id="41" name="Line 111">
                              <a:extLst>
                                <a:ext uri="{FF2B5EF4-FFF2-40B4-BE49-F238E27FC236}">
                                  <a16:creationId xmlns:a16="http://schemas.microsoft.com/office/drawing/2014/main" id="{07CE7AAC-5674-4363-916B-F93C644886E4}"/>
                                </a:ext>
                              </a:extLst>
                            </p:cNvPr>
                            <p:cNvCxnSpPr>
                              <a:cxnSpLocks noChangeShapeType="1"/>
                            </p:cNvCxnSpPr>
                            <p:nvPr/>
                          </p:nvCxnSpPr>
                          <p:spPr bwMode="auto">
                            <a:xfrm rot="6644808" flipH="1">
                              <a:off x="4074" y="11850"/>
                              <a:ext cx="288" cy="432"/>
                            </a:xfrm>
                            <a:prstGeom prst="line">
                              <a:avLst/>
                            </a:prstGeom>
                            <a:noFill/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</p:cxnSp>
                      </p:grpSp>
                      <p:grpSp>
                        <p:nvGrpSpPr>
                          <p:cNvPr id="35" name="Group 34">
                            <a:extLst>
                              <a:ext uri="{FF2B5EF4-FFF2-40B4-BE49-F238E27FC236}">
                                <a16:creationId xmlns:a16="http://schemas.microsoft.com/office/drawing/2014/main" id="{54357497-EC34-4C57-9A48-F1BA8A71E98C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 rot="3585365">
                            <a:off x="2860" y="11123"/>
                            <a:ext cx="933" cy="1062"/>
                            <a:chOff x="3501" y="11148"/>
                            <a:chExt cx="933" cy="1062"/>
                          </a:xfrm>
                        </p:grpSpPr>
                        <p:cxnSp>
                          <p:nvCxnSpPr>
                            <p:cNvPr id="36" name="Line 113">
                              <a:extLst>
                                <a:ext uri="{FF2B5EF4-FFF2-40B4-BE49-F238E27FC236}">
                                  <a16:creationId xmlns:a16="http://schemas.microsoft.com/office/drawing/2014/main" id="{709B5690-B4A3-417C-A2B3-485F17CFE34E}"/>
                                </a:ext>
                              </a:extLst>
                            </p:cNvPr>
                            <p:cNvCxnSpPr>
                              <a:cxnSpLocks noChangeShapeType="1"/>
                            </p:cNvCxnSpPr>
                            <p:nvPr/>
                          </p:nvCxnSpPr>
                          <p:spPr bwMode="auto">
                            <a:xfrm rot="6644808" flipH="1">
                              <a:off x="3573" y="11076"/>
                              <a:ext cx="288" cy="432"/>
                            </a:xfrm>
                            <a:prstGeom prst="line">
                              <a:avLst/>
                            </a:prstGeom>
                            <a:noFill/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</p:cxnSp>
                        <p:sp>
                          <p:nvSpPr>
                            <p:cNvPr id="37" name="Freeform 114">
                              <a:extLst>
                                <a:ext uri="{FF2B5EF4-FFF2-40B4-BE49-F238E27FC236}">
                                  <a16:creationId xmlns:a16="http://schemas.microsoft.com/office/drawing/2014/main" id="{DB306828-2582-4425-A7EC-1A209A1ADD03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 rot="3257899">
                              <a:off x="3759" y="11619"/>
                              <a:ext cx="397" cy="170"/>
                            </a:xfrm>
                            <a:custGeom>
                              <a:avLst/>
                              <a:gdLst>
                                <a:gd name="T0" fmla="*/ 120 w 9420"/>
                                <a:gd name="T1" fmla="*/ 1102 h 2166"/>
                                <a:gd name="T2" fmla="*/ 330 w 9420"/>
                                <a:gd name="T3" fmla="*/ 1402 h 2166"/>
                                <a:gd name="T4" fmla="*/ 630 w 9420"/>
                                <a:gd name="T5" fmla="*/ 1462 h 2166"/>
                                <a:gd name="T6" fmla="*/ 930 w 9420"/>
                                <a:gd name="T7" fmla="*/ 1192 h 2166"/>
                                <a:gd name="T8" fmla="*/ 1140 w 9420"/>
                                <a:gd name="T9" fmla="*/ 862 h 2166"/>
                                <a:gd name="T10" fmla="*/ 1350 w 9420"/>
                                <a:gd name="T11" fmla="*/ 622 h 2166"/>
                                <a:gd name="T12" fmla="*/ 1590 w 9420"/>
                                <a:gd name="T13" fmla="*/ 292 h 2166"/>
                                <a:gd name="T14" fmla="*/ 1710 w 9420"/>
                                <a:gd name="T15" fmla="*/ 412 h 2166"/>
                                <a:gd name="T16" fmla="*/ 2040 w 9420"/>
                                <a:gd name="T17" fmla="*/ 712 h 2166"/>
                                <a:gd name="T18" fmla="*/ 2220 w 9420"/>
                                <a:gd name="T19" fmla="*/ 1012 h 2166"/>
                                <a:gd name="T20" fmla="*/ 2580 w 9420"/>
                                <a:gd name="T21" fmla="*/ 1522 h 2166"/>
                                <a:gd name="T22" fmla="*/ 2940 w 9420"/>
                                <a:gd name="T23" fmla="*/ 1642 h 2166"/>
                                <a:gd name="T24" fmla="*/ 3300 w 9420"/>
                                <a:gd name="T25" fmla="*/ 1162 h 2166"/>
                                <a:gd name="T26" fmla="*/ 3420 w 9420"/>
                                <a:gd name="T27" fmla="*/ 892 h 2166"/>
                                <a:gd name="T28" fmla="*/ 3690 w 9420"/>
                                <a:gd name="T29" fmla="*/ 562 h 2166"/>
                                <a:gd name="T30" fmla="*/ 4020 w 9420"/>
                                <a:gd name="T31" fmla="*/ 292 h 2166"/>
                                <a:gd name="T32" fmla="*/ 4230 w 9420"/>
                                <a:gd name="T33" fmla="*/ 592 h 2166"/>
                                <a:gd name="T34" fmla="*/ 4560 w 9420"/>
                                <a:gd name="T35" fmla="*/ 1042 h 2166"/>
                                <a:gd name="T36" fmla="*/ 4740 w 9420"/>
                                <a:gd name="T37" fmla="*/ 1312 h 2166"/>
                                <a:gd name="T38" fmla="*/ 4920 w 9420"/>
                                <a:gd name="T39" fmla="*/ 1642 h 2166"/>
                                <a:gd name="T40" fmla="*/ 5190 w 9420"/>
                                <a:gd name="T41" fmla="*/ 1282 h 2166"/>
                                <a:gd name="T42" fmla="*/ 5340 w 9420"/>
                                <a:gd name="T43" fmla="*/ 922 h 2166"/>
                                <a:gd name="T44" fmla="*/ 5820 w 9420"/>
                                <a:gd name="T45" fmla="*/ 502 h 2166"/>
                                <a:gd name="T46" fmla="*/ 6330 w 9420"/>
                                <a:gd name="T47" fmla="*/ 262 h 2166"/>
                                <a:gd name="T48" fmla="*/ 6540 w 9420"/>
                                <a:gd name="T49" fmla="*/ 922 h 2166"/>
                                <a:gd name="T50" fmla="*/ 7080 w 9420"/>
                                <a:gd name="T51" fmla="*/ 2092 h 2166"/>
                                <a:gd name="T52" fmla="*/ 7290 w 9420"/>
                                <a:gd name="T53" fmla="*/ 1612 h 2166"/>
                                <a:gd name="T54" fmla="*/ 7560 w 9420"/>
                                <a:gd name="T55" fmla="*/ 1072 h 2166"/>
                                <a:gd name="T56" fmla="*/ 7830 w 9420"/>
                                <a:gd name="T57" fmla="*/ 412 h 2166"/>
                                <a:gd name="T58" fmla="*/ 8100 w 9420"/>
                                <a:gd name="T59" fmla="*/ 112 h 2166"/>
                                <a:gd name="T60" fmla="*/ 8370 w 9420"/>
                                <a:gd name="T61" fmla="*/ 772 h 2166"/>
                                <a:gd name="T62" fmla="*/ 8490 w 9420"/>
                                <a:gd name="T63" fmla="*/ 1072 h 2166"/>
                                <a:gd name="T64" fmla="*/ 8760 w 9420"/>
                                <a:gd name="T65" fmla="*/ 1612 h 2166"/>
                                <a:gd name="T66" fmla="*/ 8940 w 9420"/>
                                <a:gd name="T67" fmla="*/ 1402 h 2166"/>
                                <a:gd name="T68" fmla="*/ 9330 w 9420"/>
                                <a:gd name="T69" fmla="*/ 862 h 2166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  <a:cxn ang="0">
                                  <a:pos x="T10" y="T11"/>
                                </a:cxn>
                                <a:cxn ang="0">
                                  <a:pos x="T12" y="T13"/>
                                </a:cxn>
                                <a:cxn ang="0">
                                  <a:pos x="T14" y="T15"/>
                                </a:cxn>
                                <a:cxn ang="0">
                                  <a:pos x="T16" y="T17"/>
                                </a:cxn>
                                <a:cxn ang="0">
                                  <a:pos x="T18" y="T19"/>
                                </a:cxn>
                                <a:cxn ang="0">
                                  <a:pos x="T20" y="T21"/>
                                </a:cxn>
                                <a:cxn ang="0">
                                  <a:pos x="T22" y="T23"/>
                                </a:cxn>
                                <a:cxn ang="0">
                                  <a:pos x="T24" y="T25"/>
                                </a:cxn>
                                <a:cxn ang="0">
                                  <a:pos x="T26" y="T27"/>
                                </a:cxn>
                                <a:cxn ang="0">
                                  <a:pos x="T28" y="T29"/>
                                </a:cxn>
                                <a:cxn ang="0">
                                  <a:pos x="T30" y="T31"/>
                                </a:cxn>
                                <a:cxn ang="0">
                                  <a:pos x="T32" y="T33"/>
                                </a:cxn>
                                <a:cxn ang="0">
                                  <a:pos x="T34" y="T35"/>
                                </a:cxn>
                                <a:cxn ang="0">
                                  <a:pos x="T36" y="T37"/>
                                </a:cxn>
                                <a:cxn ang="0">
                                  <a:pos x="T38" y="T39"/>
                                </a:cxn>
                                <a:cxn ang="0">
                                  <a:pos x="T40" y="T41"/>
                                </a:cxn>
                                <a:cxn ang="0">
                                  <a:pos x="T42" y="T43"/>
                                </a:cxn>
                                <a:cxn ang="0">
                                  <a:pos x="T44" y="T45"/>
                                </a:cxn>
                                <a:cxn ang="0">
                                  <a:pos x="T46" y="T47"/>
                                </a:cxn>
                                <a:cxn ang="0">
                                  <a:pos x="T48" y="T49"/>
                                </a:cxn>
                                <a:cxn ang="0">
                                  <a:pos x="T50" y="T51"/>
                                </a:cxn>
                                <a:cxn ang="0">
                                  <a:pos x="T52" y="T53"/>
                                </a:cxn>
                                <a:cxn ang="0">
                                  <a:pos x="T54" y="T55"/>
                                </a:cxn>
                                <a:cxn ang="0">
                                  <a:pos x="T56" y="T57"/>
                                </a:cxn>
                                <a:cxn ang="0">
                                  <a:pos x="T58" y="T59"/>
                                </a:cxn>
                                <a:cxn ang="0">
                                  <a:pos x="T60" y="T61"/>
                                </a:cxn>
                                <a:cxn ang="0">
                                  <a:pos x="T62" y="T63"/>
                                </a:cxn>
                                <a:cxn ang="0">
                                  <a:pos x="T64" y="T65"/>
                                </a:cxn>
                                <a:cxn ang="0">
                                  <a:pos x="T66" y="T67"/>
                                </a:cxn>
                                <a:cxn ang="0">
                                  <a:pos x="T68" y="T69"/>
                                </a:cxn>
                              </a:cxnLst>
                              <a:rect l="0" t="0" r="r" b="b"/>
                              <a:pathLst>
                                <a:path w="9420" h="2166">
                                  <a:moveTo>
                                    <a:pt x="0" y="742"/>
                                  </a:moveTo>
                                  <a:cubicBezTo>
                                    <a:pt x="40" y="862"/>
                                    <a:pt x="67" y="987"/>
                                    <a:pt x="120" y="1102"/>
                                  </a:cubicBezTo>
                                  <a:cubicBezTo>
                                    <a:pt x="138" y="1140"/>
                                    <a:pt x="185" y="1157"/>
                                    <a:pt x="210" y="1192"/>
                                  </a:cubicBezTo>
                                  <a:cubicBezTo>
                                    <a:pt x="357" y="1397"/>
                                    <a:pt x="188" y="1232"/>
                                    <a:pt x="330" y="1402"/>
                                  </a:cubicBezTo>
                                  <a:cubicBezTo>
                                    <a:pt x="522" y="1633"/>
                                    <a:pt x="331" y="1359"/>
                                    <a:pt x="480" y="1582"/>
                                  </a:cubicBezTo>
                                  <a:cubicBezTo>
                                    <a:pt x="655" y="1524"/>
                                    <a:pt x="494" y="1598"/>
                                    <a:pt x="630" y="1462"/>
                                  </a:cubicBezTo>
                                  <a:cubicBezTo>
                                    <a:pt x="655" y="1437"/>
                                    <a:pt x="693" y="1426"/>
                                    <a:pt x="720" y="1402"/>
                                  </a:cubicBezTo>
                                  <a:cubicBezTo>
                                    <a:pt x="794" y="1336"/>
                                    <a:pt x="860" y="1262"/>
                                    <a:pt x="930" y="1192"/>
                                  </a:cubicBezTo>
                                  <a:cubicBezTo>
                                    <a:pt x="993" y="1129"/>
                                    <a:pt x="1002" y="1027"/>
                                    <a:pt x="1050" y="952"/>
                                  </a:cubicBezTo>
                                  <a:cubicBezTo>
                                    <a:pt x="1073" y="916"/>
                                    <a:pt x="1112" y="894"/>
                                    <a:pt x="1140" y="862"/>
                                  </a:cubicBezTo>
                                  <a:cubicBezTo>
                                    <a:pt x="1173" y="824"/>
                                    <a:pt x="1197" y="780"/>
                                    <a:pt x="1230" y="742"/>
                                  </a:cubicBezTo>
                                  <a:cubicBezTo>
                                    <a:pt x="1267" y="699"/>
                                    <a:pt x="1316" y="667"/>
                                    <a:pt x="1350" y="622"/>
                                  </a:cubicBezTo>
                                  <a:cubicBezTo>
                                    <a:pt x="1377" y="586"/>
                                    <a:pt x="1384" y="538"/>
                                    <a:pt x="1410" y="502"/>
                                  </a:cubicBezTo>
                                  <a:cubicBezTo>
                                    <a:pt x="1464" y="427"/>
                                    <a:pt x="1535" y="366"/>
                                    <a:pt x="1590" y="292"/>
                                  </a:cubicBezTo>
                                  <a:cubicBezTo>
                                    <a:pt x="1620" y="302"/>
                                    <a:pt x="1658" y="300"/>
                                    <a:pt x="1680" y="322"/>
                                  </a:cubicBezTo>
                                  <a:cubicBezTo>
                                    <a:pt x="1702" y="344"/>
                                    <a:pt x="1684" y="394"/>
                                    <a:pt x="1710" y="412"/>
                                  </a:cubicBezTo>
                                  <a:cubicBezTo>
                                    <a:pt x="1761" y="449"/>
                                    <a:pt x="1830" y="452"/>
                                    <a:pt x="1890" y="472"/>
                                  </a:cubicBezTo>
                                  <a:cubicBezTo>
                                    <a:pt x="2145" y="812"/>
                                    <a:pt x="1834" y="383"/>
                                    <a:pt x="2040" y="712"/>
                                  </a:cubicBezTo>
                                  <a:cubicBezTo>
                                    <a:pt x="2074" y="766"/>
                                    <a:pt x="2158" y="859"/>
                                    <a:pt x="2190" y="922"/>
                                  </a:cubicBezTo>
                                  <a:cubicBezTo>
                                    <a:pt x="2204" y="950"/>
                                    <a:pt x="2206" y="984"/>
                                    <a:pt x="2220" y="1012"/>
                                  </a:cubicBezTo>
                                  <a:cubicBezTo>
                                    <a:pt x="2244" y="1061"/>
                                    <a:pt x="2346" y="1188"/>
                                    <a:pt x="2370" y="1222"/>
                                  </a:cubicBezTo>
                                  <a:cubicBezTo>
                                    <a:pt x="2440" y="1322"/>
                                    <a:pt x="2510" y="1422"/>
                                    <a:pt x="2580" y="1522"/>
                                  </a:cubicBezTo>
                                  <a:cubicBezTo>
                                    <a:pt x="2621" y="1581"/>
                                    <a:pt x="2700" y="1702"/>
                                    <a:pt x="2700" y="1702"/>
                                  </a:cubicBezTo>
                                  <a:cubicBezTo>
                                    <a:pt x="2780" y="1682"/>
                                    <a:pt x="2868" y="1681"/>
                                    <a:pt x="2940" y="1642"/>
                                  </a:cubicBezTo>
                                  <a:cubicBezTo>
                                    <a:pt x="3004" y="1607"/>
                                    <a:pt x="3054" y="1459"/>
                                    <a:pt x="3090" y="1402"/>
                                  </a:cubicBezTo>
                                  <a:cubicBezTo>
                                    <a:pt x="3159" y="1292"/>
                                    <a:pt x="3207" y="1255"/>
                                    <a:pt x="3300" y="1162"/>
                                  </a:cubicBezTo>
                                  <a:cubicBezTo>
                                    <a:pt x="3310" y="1102"/>
                                    <a:pt x="3305" y="1038"/>
                                    <a:pt x="3330" y="982"/>
                                  </a:cubicBezTo>
                                  <a:cubicBezTo>
                                    <a:pt x="3347" y="943"/>
                                    <a:pt x="3392" y="924"/>
                                    <a:pt x="3420" y="892"/>
                                  </a:cubicBezTo>
                                  <a:cubicBezTo>
                                    <a:pt x="3476" y="827"/>
                                    <a:pt x="3514" y="747"/>
                                    <a:pt x="3570" y="682"/>
                                  </a:cubicBezTo>
                                  <a:cubicBezTo>
                                    <a:pt x="3607" y="639"/>
                                    <a:pt x="3653" y="605"/>
                                    <a:pt x="3690" y="562"/>
                                  </a:cubicBezTo>
                                  <a:cubicBezTo>
                                    <a:pt x="3775" y="463"/>
                                    <a:pt x="3837" y="355"/>
                                    <a:pt x="3930" y="262"/>
                                  </a:cubicBezTo>
                                  <a:cubicBezTo>
                                    <a:pt x="3960" y="272"/>
                                    <a:pt x="3995" y="272"/>
                                    <a:pt x="4020" y="292"/>
                                  </a:cubicBezTo>
                                  <a:cubicBezTo>
                                    <a:pt x="4048" y="315"/>
                                    <a:pt x="4059" y="353"/>
                                    <a:pt x="4080" y="382"/>
                                  </a:cubicBezTo>
                                  <a:cubicBezTo>
                                    <a:pt x="4126" y="446"/>
                                    <a:pt x="4190" y="521"/>
                                    <a:pt x="4230" y="592"/>
                                  </a:cubicBezTo>
                                  <a:cubicBezTo>
                                    <a:pt x="4287" y="691"/>
                                    <a:pt x="4281" y="717"/>
                                    <a:pt x="4350" y="802"/>
                                  </a:cubicBezTo>
                                  <a:cubicBezTo>
                                    <a:pt x="4417" y="884"/>
                                    <a:pt x="4494" y="958"/>
                                    <a:pt x="4560" y="1042"/>
                                  </a:cubicBezTo>
                                  <a:cubicBezTo>
                                    <a:pt x="4605" y="1099"/>
                                    <a:pt x="4640" y="1162"/>
                                    <a:pt x="4680" y="1222"/>
                                  </a:cubicBezTo>
                                  <a:cubicBezTo>
                                    <a:pt x="4700" y="1252"/>
                                    <a:pt x="4740" y="1312"/>
                                    <a:pt x="4740" y="1312"/>
                                  </a:cubicBezTo>
                                  <a:cubicBezTo>
                                    <a:pt x="4754" y="1394"/>
                                    <a:pt x="4760" y="1542"/>
                                    <a:pt x="4830" y="1612"/>
                                  </a:cubicBezTo>
                                  <a:cubicBezTo>
                                    <a:pt x="4852" y="1634"/>
                                    <a:pt x="4890" y="1632"/>
                                    <a:pt x="4920" y="1642"/>
                                  </a:cubicBezTo>
                                  <a:cubicBezTo>
                                    <a:pt x="4980" y="1562"/>
                                    <a:pt x="5040" y="1482"/>
                                    <a:pt x="5100" y="1402"/>
                                  </a:cubicBezTo>
                                  <a:cubicBezTo>
                                    <a:pt x="5130" y="1362"/>
                                    <a:pt x="5160" y="1322"/>
                                    <a:pt x="5190" y="1282"/>
                                  </a:cubicBezTo>
                                  <a:cubicBezTo>
                                    <a:pt x="5220" y="1242"/>
                                    <a:pt x="5280" y="1162"/>
                                    <a:pt x="5280" y="1162"/>
                                  </a:cubicBezTo>
                                  <a:cubicBezTo>
                                    <a:pt x="5300" y="1082"/>
                                    <a:pt x="5288" y="986"/>
                                    <a:pt x="5340" y="922"/>
                                  </a:cubicBezTo>
                                  <a:cubicBezTo>
                                    <a:pt x="5380" y="873"/>
                                    <a:pt x="5467" y="897"/>
                                    <a:pt x="5520" y="862"/>
                                  </a:cubicBezTo>
                                  <a:cubicBezTo>
                                    <a:pt x="5815" y="665"/>
                                    <a:pt x="5599" y="723"/>
                                    <a:pt x="5820" y="502"/>
                                  </a:cubicBezTo>
                                  <a:cubicBezTo>
                                    <a:pt x="5959" y="363"/>
                                    <a:pt x="6093" y="238"/>
                                    <a:pt x="6210" y="82"/>
                                  </a:cubicBezTo>
                                  <a:cubicBezTo>
                                    <a:pt x="6250" y="142"/>
                                    <a:pt x="6302" y="196"/>
                                    <a:pt x="6330" y="262"/>
                                  </a:cubicBezTo>
                                  <a:cubicBezTo>
                                    <a:pt x="6362" y="338"/>
                                    <a:pt x="6367" y="423"/>
                                    <a:pt x="6390" y="502"/>
                                  </a:cubicBezTo>
                                  <a:cubicBezTo>
                                    <a:pt x="6480" y="816"/>
                                    <a:pt x="6424" y="552"/>
                                    <a:pt x="6540" y="922"/>
                                  </a:cubicBezTo>
                                  <a:cubicBezTo>
                                    <a:pt x="6609" y="1143"/>
                                    <a:pt x="6640" y="1322"/>
                                    <a:pt x="6810" y="1492"/>
                                  </a:cubicBezTo>
                                  <a:cubicBezTo>
                                    <a:pt x="6880" y="1703"/>
                                    <a:pt x="6993" y="1888"/>
                                    <a:pt x="7080" y="2092"/>
                                  </a:cubicBezTo>
                                  <a:cubicBezTo>
                                    <a:pt x="7286" y="1818"/>
                                    <a:pt x="7055" y="2166"/>
                                    <a:pt x="7200" y="1732"/>
                                  </a:cubicBezTo>
                                  <a:cubicBezTo>
                                    <a:pt x="7216" y="1685"/>
                                    <a:pt x="7260" y="1652"/>
                                    <a:pt x="7290" y="1612"/>
                                  </a:cubicBezTo>
                                  <a:cubicBezTo>
                                    <a:pt x="7354" y="1229"/>
                                    <a:pt x="7262" y="1607"/>
                                    <a:pt x="7410" y="1312"/>
                                  </a:cubicBezTo>
                                  <a:cubicBezTo>
                                    <a:pt x="7541" y="1050"/>
                                    <a:pt x="7291" y="1341"/>
                                    <a:pt x="7560" y="1072"/>
                                  </a:cubicBezTo>
                                  <a:cubicBezTo>
                                    <a:pt x="7833" y="345"/>
                                    <a:pt x="7454" y="1330"/>
                                    <a:pt x="7770" y="592"/>
                                  </a:cubicBezTo>
                                  <a:cubicBezTo>
                                    <a:pt x="7795" y="534"/>
                                    <a:pt x="7797" y="466"/>
                                    <a:pt x="7830" y="412"/>
                                  </a:cubicBezTo>
                                  <a:cubicBezTo>
                                    <a:pt x="7859" y="363"/>
                                    <a:pt x="7913" y="335"/>
                                    <a:pt x="7950" y="292"/>
                                  </a:cubicBezTo>
                                  <a:cubicBezTo>
                                    <a:pt x="8201" y="0"/>
                                    <a:pt x="7788" y="424"/>
                                    <a:pt x="8100" y="112"/>
                                  </a:cubicBezTo>
                                  <a:cubicBezTo>
                                    <a:pt x="8295" y="242"/>
                                    <a:pt x="8179" y="138"/>
                                    <a:pt x="8310" y="532"/>
                                  </a:cubicBezTo>
                                  <a:cubicBezTo>
                                    <a:pt x="8336" y="610"/>
                                    <a:pt x="8347" y="693"/>
                                    <a:pt x="8370" y="772"/>
                                  </a:cubicBezTo>
                                  <a:cubicBezTo>
                                    <a:pt x="8387" y="833"/>
                                    <a:pt x="8407" y="893"/>
                                    <a:pt x="8430" y="952"/>
                                  </a:cubicBezTo>
                                  <a:cubicBezTo>
                                    <a:pt x="8447" y="994"/>
                                    <a:pt x="8476" y="1030"/>
                                    <a:pt x="8490" y="1072"/>
                                  </a:cubicBezTo>
                                  <a:cubicBezTo>
                                    <a:pt x="8622" y="1468"/>
                                    <a:pt x="8464" y="1181"/>
                                    <a:pt x="8640" y="1432"/>
                                  </a:cubicBezTo>
                                  <a:cubicBezTo>
                                    <a:pt x="8681" y="1491"/>
                                    <a:pt x="8690" y="1595"/>
                                    <a:pt x="8760" y="1612"/>
                                  </a:cubicBezTo>
                                  <a:cubicBezTo>
                                    <a:pt x="8800" y="1622"/>
                                    <a:pt x="8840" y="1632"/>
                                    <a:pt x="8880" y="1642"/>
                                  </a:cubicBezTo>
                                  <a:cubicBezTo>
                                    <a:pt x="8900" y="1562"/>
                                    <a:pt x="8894" y="1471"/>
                                    <a:pt x="8940" y="1402"/>
                                  </a:cubicBezTo>
                                  <a:cubicBezTo>
                                    <a:pt x="9107" y="1151"/>
                                    <a:pt x="9009" y="1273"/>
                                    <a:pt x="9240" y="1042"/>
                                  </a:cubicBezTo>
                                  <a:cubicBezTo>
                                    <a:pt x="9326" y="956"/>
                                    <a:pt x="9281" y="960"/>
                                    <a:pt x="9330" y="862"/>
                                  </a:cubicBezTo>
                                  <a:cubicBezTo>
                                    <a:pt x="9331" y="859"/>
                                    <a:pt x="9409" y="734"/>
                                    <a:pt x="9420" y="712"/>
                                  </a:cubicBezTo>
                                </a:path>
                              </a:pathLst>
                            </a:custGeom>
                            <a:noFill/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rot="0" vert="horz" wrap="square" lIns="91440" tIns="45720" rIns="91440" bIns="45720" anchor="t" anchorCtr="0" upright="1"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cxnSp>
                          <p:nvCxnSpPr>
                            <p:cNvPr id="38" name="Line 115">
                              <a:extLst>
                                <a:ext uri="{FF2B5EF4-FFF2-40B4-BE49-F238E27FC236}">
                                  <a16:creationId xmlns:a16="http://schemas.microsoft.com/office/drawing/2014/main" id="{04197FC9-04D1-464F-A6DF-97FF100A4822}"/>
                                </a:ext>
                              </a:extLst>
                            </p:cNvPr>
                            <p:cNvCxnSpPr>
                              <a:cxnSpLocks noChangeShapeType="1"/>
                            </p:cNvCxnSpPr>
                            <p:nvPr/>
                          </p:nvCxnSpPr>
                          <p:spPr bwMode="auto">
                            <a:xfrm rot="6644808" flipH="1">
                              <a:off x="4074" y="11850"/>
                              <a:ext cx="288" cy="432"/>
                            </a:xfrm>
                            <a:prstGeom prst="line">
                              <a:avLst/>
                            </a:prstGeom>
                            <a:noFill/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</p:cxnSp>
                      </p:grpSp>
                    </p:grpSp>
                    <p:grpSp>
                      <p:nvGrpSpPr>
                        <p:cNvPr id="22" name="Group 21">
                          <a:extLst>
                            <a:ext uri="{FF2B5EF4-FFF2-40B4-BE49-F238E27FC236}">
                              <a16:creationId xmlns:a16="http://schemas.microsoft.com/office/drawing/2014/main" id="{D27FEFDE-ECA2-48CD-B2D3-0572A6AB8FB4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 flipV="1">
                          <a:off x="2796" y="12429"/>
                          <a:ext cx="1593" cy="1062"/>
                          <a:chOff x="2796" y="11133"/>
                          <a:chExt cx="1593" cy="1062"/>
                        </a:xfrm>
                      </p:grpSpPr>
                      <p:grpSp>
                        <p:nvGrpSpPr>
                          <p:cNvPr id="26" name="Group 25">
                            <a:extLst>
                              <a:ext uri="{FF2B5EF4-FFF2-40B4-BE49-F238E27FC236}">
                                <a16:creationId xmlns:a16="http://schemas.microsoft.com/office/drawing/2014/main" id="{478EA329-743F-402F-87D0-64CC658D1177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 rot="570900">
                            <a:off x="3456" y="11133"/>
                            <a:ext cx="933" cy="1062"/>
                            <a:chOff x="3501" y="11148"/>
                            <a:chExt cx="933" cy="1062"/>
                          </a:xfrm>
                        </p:grpSpPr>
                        <p:cxnSp>
                          <p:nvCxnSpPr>
                            <p:cNvPr id="31" name="Line 118">
                              <a:extLst>
                                <a:ext uri="{FF2B5EF4-FFF2-40B4-BE49-F238E27FC236}">
                                  <a16:creationId xmlns:a16="http://schemas.microsoft.com/office/drawing/2014/main" id="{EB8708F3-8DBA-43CC-A203-74788E08479C}"/>
                                </a:ext>
                              </a:extLst>
                            </p:cNvPr>
                            <p:cNvCxnSpPr>
                              <a:cxnSpLocks noChangeShapeType="1"/>
                            </p:cNvCxnSpPr>
                            <p:nvPr/>
                          </p:nvCxnSpPr>
                          <p:spPr bwMode="auto">
                            <a:xfrm rot="6644808" flipH="1">
                              <a:off x="3573" y="11076"/>
                              <a:ext cx="288" cy="432"/>
                            </a:xfrm>
                            <a:prstGeom prst="line">
                              <a:avLst/>
                            </a:prstGeom>
                            <a:noFill/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</p:cxnSp>
                        <p:sp>
                          <p:nvSpPr>
                            <p:cNvPr id="32" name="Freeform 119">
                              <a:extLst>
                                <a:ext uri="{FF2B5EF4-FFF2-40B4-BE49-F238E27FC236}">
                                  <a16:creationId xmlns:a16="http://schemas.microsoft.com/office/drawing/2014/main" id="{E4A2B746-1FCC-420F-9087-2E14893850A3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 rot="3257899">
                              <a:off x="3759" y="11619"/>
                              <a:ext cx="397" cy="170"/>
                            </a:xfrm>
                            <a:custGeom>
                              <a:avLst/>
                              <a:gdLst>
                                <a:gd name="T0" fmla="*/ 120 w 9420"/>
                                <a:gd name="T1" fmla="*/ 1102 h 2166"/>
                                <a:gd name="T2" fmla="*/ 330 w 9420"/>
                                <a:gd name="T3" fmla="*/ 1402 h 2166"/>
                                <a:gd name="T4" fmla="*/ 630 w 9420"/>
                                <a:gd name="T5" fmla="*/ 1462 h 2166"/>
                                <a:gd name="T6" fmla="*/ 930 w 9420"/>
                                <a:gd name="T7" fmla="*/ 1192 h 2166"/>
                                <a:gd name="T8" fmla="*/ 1140 w 9420"/>
                                <a:gd name="T9" fmla="*/ 862 h 2166"/>
                                <a:gd name="T10" fmla="*/ 1350 w 9420"/>
                                <a:gd name="T11" fmla="*/ 622 h 2166"/>
                                <a:gd name="T12" fmla="*/ 1590 w 9420"/>
                                <a:gd name="T13" fmla="*/ 292 h 2166"/>
                                <a:gd name="T14" fmla="*/ 1710 w 9420"/>
                                <a:gd name="T15" fmla="*/ 412 h 2166"/>
                                <a:gd name="T16" fmla="*/ 2040 w 9420"/>
                                <a:gd name="T17" fmla="*/ 712 h 2166"/>
                                <a:gd name="T18" fmla="*/ 2220 w 9420"/>
                                <a:gd name="T19" fmla="*/ 1012 h 2166"/>
                                <a:gd name="T20" fmla="*/ 2580 w 9420"/>
                                <a:gd name="T21" fmla="*/ 1522 h 2166"/>
                                <a:gd name="T22" fmla="*/ 2940 w 9420"/>
                                <a:gd name="T23" fmla="*/ 1642 h 2166"/>
                                <a:gd name="T24" fmla="*/ 3300 w 9420"/>
                                <a:gd name="T25" fmla="*/ 1162 h 2166"/>
                                <a:gd name="T26" fmla="*/ 3420 w 9420"/>
                                <a:gd name="T27" fmla="*/ 892 h 2166"/>
                                <a:gd name="T28" fmla="*/ 3690 w 9420"/>
                                <a:gd name="T29" fmla="*/ 562 h 2166"/>
                                <a:gd name="T30" fmla="*/ 4020 w 9420"/>
                                <a:gd name="T31" fmla="*/ 292 h 2166"/>
                                <a:gd name="T32" fmla="*/ 4230 w 9420"/>
                                <a:gd name="T33" fmla="*/ 592 h 2166"/>
                                <a:gd name="T34" fmla="*/ 4560 w 9420"/>
                                <a:gd name="T35" fmla="*/ 1042 h 2166"/>
                                <a:gd name="T36" fmla="*/ 4740 w 9420"/>
                                <a:gd name="T37" fmla="*/ 1312 h 2166"/>
                                <a:gd name="T38" fmla="*/ 4920 w 9420"/>
                                <a:gd name="T39" fmla="*/ 1642 h 2166"/>
                                <a:gd name="T40" fmla="*/ 5190 w 9420"/>
                                <a:gd name="T41" fmla="*/ 1282 h 2166"/>
                                <a:gd name="T42" fmla="*/ 5340 w 9420"/>
                                <a:gd name="T43" fmla="*/ 922 h 2166"/>
                                <a:gd name="T44" fmla="*/ 5820 w 9420"/>
                                <a:gd name="T45" fmla="*/ 502 h 2166"/>
                                <a:gd name="T46" fmla="*/ 6330 w 9420"/>
                                <a:gd name="T47" fmla="*/ 262 h 2166"/>
                                <a:gd name="T48" fmla="*/ 6540 w 9420"/>
                                <a:gd name="T49" fmla="*/ 922 h 2166"/>
                                <a:gd name="T50" fmla="*/ 7080 w 9420"/>
                                <a:gd name="T51" fmla="*/ 2092 h 2166"/>
                                <a:gd name="T52" fmla="*/ 7290 w 9420"/>
                                <a:gd name="T53" fmla="*/ 1612 h 2166"/>
                                <a:gd name="T54" fmla="*/ 7560 w 9420"/>
                                <a:gd name="T55" fmla="*/ 1072 h 2166"/>
                                <a:gd name="T56" fmla="*/ 7830 w 9420"/>
                                <a:gd name="T57" fmla="*/ 412 h 2166"/>
                                <a:gd name="T58" fmla="*/ 8100 w 9420"/>
                                <a:gd name="T59" fmla="*/ 112 h 2166"/>
                                <a:gd name="T60" fmla="*/ 8370 w 9420"/>
                                <a:gd name="T61" fmla="*/ 772 h 2166"/>
                                <a:gd name="T62" fmla="*/ 8490 w 9420"/>
                                <a:gd name="T63" fmla="*/ 1072 h 2166"/>
                                <a:gd name="T64" fmla="*/ 8760 w 9420"/>
                                <a:gd name="T65" fmla="*/ 1612 h 2166"/>
                                <a:gd name="T66" fmla="*/ 8940 w 9420"/>
                                <a:gd name="T67" fmla="*/ 1402 h 2166"/>
                                <a:gd name="T68" fmla="*/ 9330 w 9420"/>
                                <a:gd name="T69" fmla="*/ 862 h 2166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  <a:cxn ang="0">
                                  <a:pos x="T10" y="T11"/>
                                </a:cxn>
                                <a:cxn ang="0">
                                  <a:pos x="T12" y="T13"/>
                                </a:cxn>
                                <a:cxn ang="0">
                                  <a:pos x="T14" y="T15"/>
                                </a:cxn>
                                <a:cxn ang="0">
                                  <a:pos x="T16" y="T17"/>
                                </a:cxn>
                                <a:cxn ang="0">
                                  <a:pos x="T18" y="T19"/>
                                </a:cxn>
                                <a:cxn ang="0">
                                  <a:pos x="T20" y="T21"/>
                                </a:cxn>
                                <a:cxn ang="0">
                                  <a:pos x="T22" y="T23"/>
                                </a:cxn>
                                <a:cxn ang="0">
                                  <a:pos x="T24" y="T25"/>
                                </a:cxn>
                                <a:cxn ang="0">
                                  <a:pos x="T26" y="T27"/>
                                </a:cxn>
                                <a:cxn ang="0">
                                  <a:pos x="T28" y="T29"/>
                                </a:cxn>
                                <a:cxn ang="0">
                                  <a:pos x="T30" y="T31"/>
                                </a:cxn>
                                <a:cxn ang="0">
                                  <a:pos x="T32" y="T33"/>
                                </a:cxn>
                                <a:cxn ang="0">
                                  <a:pos x="T34" y="T35"/>
                                </a:cxn>
                                <a:cxn ang="0">
                                  <a:pos x="T36" y="T37"/>
                                </a:cxn>
                                <a:cxn ang="0">
                                  <a:pos x="T38" y="T39"/>
                                </a:cxn>
                                <a:cxn ang="0">
                                  <a:pos x="T40" y="T41"/>
                                </a:cxn>
                                <a:cxn ang="0">
                                  <a:pos x="T42" y="T43"/>
                                </a:cxn>
                                <a:cxn ang="0">
                                  <a:pos x="T44" y="T45"/>
                                </a:cxn>
                                <a:cxn ang="0">
                                  <a:pos x="T46" y="T47"/>
                                </a:cxn>
                                <a:cxn ang="0">
                                  <a:pos x="T48" y="T49"/>
                                </a:cxn>
                                <a:cxn ang="0">
                                  <a:pos x="T50" y="T51"/>
                                </a:cxn>
                                <a:cxn ang="0">
                                  <a:pos x="T52" y="T53"/>
                                </a:cxn>
                                <a:cxn ang="0">
                                  <a:pos x="T54" y="T55"/>
                                </a:cxn>
                                <a:cxn ang="0">
                                  <a:pos x="T56" y="T57"/>
                                </a:cxn>
                                <a:cxn ang="0">
                                  <a:pos x="T58" y="T59"/>
                                </a:cxn>
                                <a:cxn ang="0">
                                  <a:pos x="T60" y="T61"/>
                                </a:cxn>
                                <a:cxn ang="0">
                                  <a:pos x="T62" y="T63"/>
                                </a:cxn>
                                <a:cxn ang="0">
                                  <a:pos x="T64" y="T65"/>
                                </a:cxn>
                                <a:cxn ang="0">
                                  <a:pos x="T66" y="T67"/>
                                </a:cxn>
                                <a:cxn ang="0">
                                  <a:pos x="T68" y="T69"/>
                                </a:cxn>
                              </a:cxnLst>
                              <a:rect l="0" t="0" r="r" b="b"/>
                              <a:pathLst>
                                <a:path w="9420" h="2166">
                                  <a:moveTo>
                                    <a:pt x="0" y="742"/>
                                  </a:moveTo>
                                  <a:cubicBezTo>
                                    <a:pt x="40" y="862"/>
                                    <a:pt x="67" y="987"/>
                                    <a:pt x="120" y="1102"/>
                                  </a:cubicBezTo>
                                  <a:cubicBezTo>
                                    <a:pt x="138" y="1140"/>
                                    <a:pt x="185" y="1157"/>
                                    <a:pt x="210" y="1192"/>
                                  </a:cubicBezTo>
                                  <a:cubicBezTo>
                                    <a:pt x="357" y="1397"/>
                                    <a:pt x="188" y="1232"/>
                                    <a:pt x="330" y="1402"/>
                                  </a:cubicBezTo>
                                  <a:cubicBezTo>
                                    <a:pt x="522" y="1633"/>
                                    <a:pt x="331" y="1359"/>
                                    <a:pt x="480" y="1582"/>
                                  </a:cubicBezTo>
                                  <a:cubicBezTo>
                                    <a:pt x="655" y="1524"/>
                                    <a:pt x="494" y="1598"/>
                                    <a:pt x="630" y="1462"/>
                                  </a:cubicBezTo>
                                  <a:cubicBezTo>
                                    <a:pt x="655" y="1437"/>
                                    <a:pt x="693" y="1426"/>
                                    <a:pt x="720" y="1402"/>
                                  </a:cubicBezTo>
                                  <a:cubicBezTo>
                                    <a:pt x="794" y="1336"/>
                                    <a:pt x="860" y="1262"/>
                                    <a:pt x="930" y="1192"/>
                                  </a:cubicBezTo>
                                  <a:cubicBezTo>
                                    <a:pt x="993" y="1129"/>
                                    <a:pt x="1002" y="1027"/>
                                    <a:pt x="1050" y="952"/>
                                  </a:cubicBezTo>
                                  <a:cubicBezTo>
                                    <a:pt x="1073" y="916"/>
                                    <a:pt x="1112" y="894"/>
                                    <a:pt x="1140" y="862"/>
                                  </a:cubicBezTo>
                                  <a:cubicBezTo>
                                    <a:pt x="1173" y="824"/>
                                    <a:pt x="1197" y="780"/>
                                    <a:pt x="1230" y="742"/>
                                  </a:cubicBezTo>
                                  <a:cubicBezTo>
                                    <a:pt x="1267" y="699"/>
                                    <a:pt x="1316" y="667"/>
                                    <a:pt x="1350" y="622"/>
                                  </a:cubicBezTo>
                                  <a:cubicBezTo>
                                    <a:pt x="1377" y="586"/>
                                    <a:pt x="1384" y="538"/>
                                    <a:pt x="1410" y="502"/>
                                  </a:cubicBezTo>
                                  <a:cubicBezTo>
                                    <a:pt x="1464" y="427"/>
                                    <a:pt x="1535" y="366"/>
                                    <a:pt x="1590" y="292"/>
                                  </a:cubicBezTo>
                                  <a:cubicBezTo>
                                    <a:pt x="1620" y="302"/>
                                    <a:pt x="1658" y="300"/>
                                    <a:pt x="1680" y="322"/>
                                  </a:cubicBezTo>
                                  <a:cubicBezTo>
                                    <a:pt x="1702" y="344"/>
                                    <a:pt x="1684" y="394"/>
                                    <a:pt x="1710" y="412"/>
                                  </a:cubicBezTo>
                                  <a:cubicBezTo>
                                    <a:pt x="1761" y="449"/>
                                    <a:pt x="1830" y="452"/>
                                    <a:pt x="1890" y="472"/>
                                  </a:cubicBezTo>
                                  <a:cubicBezTo>
                                    <a:pt x="2145" y="812"/>
                                    <a:pt x="1834" y="383"/>
                                    <a:pt x="2040" y="712"/>
                                  </a:cubicBezTo>
                                  <a:cubicBezTo>
                                    <a:pt x="2074" y="766"/>
                                    <a:pt x="2158" y="859"/>
                                    <a:pt x="2190" y="922"/>
                                  </a:cubicBezTo>
                                  <a:cubicBezTo>
                                    <a:pt x="2204" y="950"/>
                                    <a:pt x="2206" y="984"/>
                                    <a:pt x="2220" y="1012"/>
                                  </a:cubicBezTo>
                                  <a:cubicBezTo>
                                    <a:pt x="2244" y="1061"/>
                                    <a:pt x="2346" y="1188"/>
                                    <a:pt x="2370" y="1222"/>
                                  </a:cubicBezTo>
                                  <a:cubicBezTo>
                                    <a:pt x="2440" y="1322"/>
                                    <a:pt x="2510" y="1422"/>
                                    <a:pt x="2580" y="1522"/>
                                  </a:cubicBezTo>
                                  <a:cubicBezTo>
                                    <a:pt x="2621" y="1581"/>
                                    <a:pt x="2700" y="1702"/>
                                    <a:pt x="2700" y="1702"/>
                                  </a:cubicBezTo>
                                  <a:cubicBezTo>
                                    <a:pt x="2780" y="1682"/>
                                    <a:pt x="2868" y="1681"/>
                                    <a:pt x="2940" y="1642"/>
                                  </a:cubicBezTo>
                                  <a:cubicBezTo>
                                    <a:pt x="3004" y="1607"/>
                                    <a:pt x="3054" y="1459"/>
                                    <a:pt x="3090" y="1402"/>
                                  </a:cubicBezTo>
                                  <a:cubicBezTo>
                                    <a:pt x="3159" y="1292"/>
                                    <a:pt x="3207" y="1255"/>
                                    <a:pt x="3300" y="1162"/>
                                  </a:cubicBezTo>
                                  <a:cubicBezTo>
                                    <a:pt x="3310" y="1102"/>
                                    <a:pt x="3305" y="1038"/>
                                    <a:pt x="3330" y="982"/>
                                  </a:cubicBezTo>
                                  <a:cubicBezTo>
                                    <a:pt x="3347" y="943"/>
                                    <a:pt x="3392" y="924"/>
                                    <a:pt x="3420" y="892"/>
                                  </a:cubicBezTo>
                                  <a:cubicBezTo>
                                    <a:pt x="3476" y="827"/>
                                    <a:pt x="3514" y="747"/>
                                    <a:pt x="3570" y="682"/>
                                  </a:cubicBezTo>
                                  <a:cubicBezTo>
                                    <a:pt x="3607" y="639"/>
                                    <a:pt x="3653" y="605"/>
                                    <a:pt x="3690" y="562"/>
                                  </a:cubicBezTo>
                                  <a:cubicBezTo>
                                    <a:pt x="3775" y="463"/>
                                    <a:pt x="3837" y="355"/>
                                    <a:pt x="3930" y="262"/>
                                  </a:cubicBezTo>
                                  <a:cubicBezTo>
                                    <a:pt x="3960" y="272"/>
                                    <a:pt x="3995" y="272"/>
                                    <a:pt x="4020" y="292"/>
                                  </a:cubicBezTo>
                                  <a:cubicBezTo>
                                    <a:pt x="4048" y="315"/>
                                    <a:pt x="4059" y="353"/>
                                    <a:pt x="4080" y="382"/>
                                  </a:cubicBezTo>
                                  <a:cubicBezTo>
                                    <a:pt x="4126" y="446"/>
                                    <a:pt x="4190" y="521"/>
                                    <a:pt x="4230" y="592"/>
                                  </a:cubicBezTo>
                                  <a:cubicBezTo>
                                    <a:pt x="4287" y="691"/>
                                    <a:pt x="4281" y="717"/>
                                    <a:pt x="4350" y="802"/>
                                  </a:cubicBezTo>
                                  <a:cubicBezTo>
                                    <a:pt x="4417" y="884"/>
                                    <a:pt x="4494" y="958"/>
                                    <a:pt x="4560" y="1042"/>
                                  </a:cubicBezTo>
                                  <a:cubicBezTo>
                                    <a:pt x="4605" y="1099"/>
                                    <a:pt x="4640" y="1162"/>
                                    <a:pt x="4680" y="1222"/>
                                  </a:cubicBezTo>
                                  <a:cubicBezTo>
                                    <a:pt x="4700" y="1252"/>
                                    <a:pt x="4740" y="1312"/>
                                    <a:pt x="4740" y="1312"/>
                                  </a:cubicBezTo>
                                  <a:cubicBezTo>
                                    <a:pt x="4754" y="1394"/>
                                    <a:pt x="4760" y="1542"/>
                                    <a:pt x="4830" y="1612"/>
                                  </a:cubicBezTo>
                                  <a:cubicBezTo>
                                    <a:pt x="4852" y="1634"/>
                                    <a:pt x="4890" y="1632"/>
                                    <a:pt x="4920" y="1642"/>
                                  </a:cubicBezTo>
                                  <a:cubicBezTo>
                                    <a:pt x="4980" y="1562"/>
                                    <a:pt x="5040" y="1482"/>
                                    <a:pt x="5100" y="1402"/>
                                  </a:cubicBezTo>
                                  <a:cubicBezTo>
                                    <a:pt x="5130" y="1362"/>
                                    <a:pt x="5160" y="1322"/>
                                    <a:pt x="5190" y="1282"/>
                                  </a:cubicBezTo>
                                  <a:cubicBezTo>
                                    <a:pt x="5220" y="1242"/>
                                    <a:pt x="5280" y="1162"/>
                                    <a:pt x="5280" y="1162"/>
                                  </a:cubicBezTo>
                                  <a:cubicBezTo>
                                    <a:pt x="5300" y="1082"/>
                                    <a:pt x="5288" y="986"/>
                                    <a:pt x="5340" y="922"/>
                                  </a:cubicBezTo>
                                  <a:cubicBezTo>
                                    <a:pt x="5380" y="873"/>
                                    <a:pt x="5467" y="897"/>
                                    <a:pt x="5520" y="862"/>
                                  </a:cubicBezTo>
                                  <a:cubicBezTo>
                                    <a:pt x="5815" y="665"/>
                                    <a:pt x="5599" y="723"/>
                                    <a:pt x="5820" y="502"/>
                                  </a:cubicBezTo>
                                  <a:cubicBezTo>
                                    <a:pt x="5959" y="363"/>
                                    <a:pt x="6093" y="238"/>
                                    <a:pt x="6210" y="82"/>
                                  </a:cubicBezTo>
                                  <a:cubicBezTo>
                                    <a:pt x="6250" y="142"/>
                                    <a:pt x="6302" y="196"/>
                                    <a:pt x="6330" y="262"/>
                                  </a:cubicBezTo>
                                  <a:cubicBezTo>
                                    <a:pt x="6362" y="338"/>
                                    <a:pt x="6367" y="423"/>
                                    <a:pt x="6390" y="502"/>
                                  </a:cubicBezTo>
                                  <a:cubicBezTo>
                                    <a:pt x="6480" y="816"/>
                                    <a:pt x="6424" y="552"/>
                                    <a:pt x="6540" y="922"/>
                                  </a:cubicBezTo>
                                  <a:cubicBezTo>
                                    <a:pt x="6609" y="1143"/>
                                    <a:pt x="6640" y="1322"/>
                                    <a:pt x="6810" y="1492"/>
                                  </a:cubicBezTo>
                                  <a:cubicBezTo>
                                    <a:pt x="6880" y="1703"/>
                                    <a:pt x="6993" y="1888"/>
                                    <a:pt x="7080" y="2092"/>
                                  </a:cubicBezTo>
                                  <a:cubicBezTo>
                                    <a:pt x="7286" y="1818"/>
                                    <a:pt x="7055" y="2166"/>
                                    <a:pt x="7200" y="1732"/>
                                  </a:cubicBezTo>
                                  <a:cubicBezTo>
                                    <a:pt x="7216" y="1685"/>
                                    <a:pt x="7260" y="1652"/>
                                    <a:pt x="7290" y="1612"/>
                                  </a:cubicBezTo>
                                  <a:cubicBezTo>
                                    <a:pt x="7354" y="1229"/>
                                    <a:pt x="7262" y="1607"/>
                                    <a:pt x="7410" y="1312"/>
                                  </a:cubicBezTo>
                                  <a:cubicBezTo>
                                    <a:pt x="7541" y="1050"/>
                                    <a:pt x="7291" y="1341"/>
                                    <a:pt x="7560" y="1072"/>
                                  </a:cubicBezTo>
                                  <a:cubicBezTo>
                                    <a:pt x="7833" y="345"/>
                                    <a:pt x="7454" y="1330"/>
                                    <a:pt x="7770" y="592"/>
                                  </a:cubicBezTo>
                                  <a:cubicBezTo>
                                    <a:pt x="7795" y="534"/>
                                    <a:pt x="7797" y="466"/>
                                    <a:pt x="7830" y="412"/>
                                  </a:cubicBezTo>
                                  <a:cubicBezTo>
                                    <a:pt x="7859" y="363"/>
                                    <a:pt x="7913" y="335"/>
                                    <a:pt x="7950" y="292"/>
                                  </a:cubicBezTo>
                                  <a:cubicBezTo>
                                    <a:pt x="8201" y="0"/>
                                    <a:pt x="7788" y="424"/>
                                    <a:pt x="8100" y="112"/>
                                  </a:cubicBezTo>
                                  <a:cubicBezTo>
                                    <a:pt x="8295" y="242"/>
                                    <a:pt x="8179" y="138"/>
                                    <a:pt x="8310" y="532"/>
                                  </a:cubicBezTo>
                                  <a:cubicBezTo>
                                    <a:pt x="8336" y="610"/>
                                    <a:pt x="8347" y="693"/>
                                    <a:pt x="8370" y="772"/>
                                  </a:cubicBezTo>
                                  <a:cubicBezTo>
                                    <a:pt x="8387" y="833"/>
                                    <a:pt x="8407" y="893"/>
                                    <a:pt x="8430" y="952"/>
                                  </a:cubicBezTo>
                                  <a:cubicBezTo>
                                    <a:pt x="8447" y="994"/>
                                    <a:pt x="8476" y="1030"/>
                                    <a:pt x="8490" y="1072"/>
                                  </a:cubicBezTo>
                                  <a:cubicBezTo>
                                    <a:pt x="8622" y="1468"/>
                                    <a:pt x="8464" y="1181"/>
                                    <a:pt x="8640" y="1432"/>
                                  </a:cubicBezTo>
                                  <a:cubicBezTo>
                                    <a:pt x="8681" y="1491"/>
                                    <a:pt x="8690" y="1595"/>
                                    <a:pt x="8760" y="1612"/>
                                  </a:cubicBezTo>
                                  <a:cubicBezTo>
                                    <a:pt x="8800" y="1622"/>
                                    <a:pt x="8840" y="1632"/>
                                    <a:pt x="8880" y="1642"/>
                                  </a:cubicBezTo>
                                  <a:cubicBezTo>
                                    <a:pt x="8900" y="1562"/>
                                    <a:pt x="8894" y="1471"/>
                                    <a:pt x="8940" y="1402"/>
                                  </a:cubicBezTo>
                                  <a:cubicBezTo>
                                    <a:pt x="9107" y="1151"/>
                                    <a:pt x="9009" y="1273"/>
                                    <a:pt x="9240" y="1042"/>
                                  </a:cubicBezTo>
                                  <a:cubicBezTo>
                                    <a:pt x="9326" y="956"/>
                                    <a:pt x="9281" y="960"/>
                                    <a:pt x="9330" y="862"/>
                                  </a:cubicBezTo>
                                  <a:cubicBezTo>
                                    <a:pt x="9331" y="859"/>
                                    <a:pt x="9409" y="734"/>
                                    <a:pt x="9420" y="712"/>
                                  </a:cubicBezTo>
                                </a:path>
                              </a:pathLst>
                            </a:custGeom>
                            <a:noFill/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rot="0" vert="horz" wrap="square" lIns="91440" tIns="45720" rIns="91440" bIns="45720" anchor="t" anchorCtr="0" upright="1"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cxnSp>
                          <p:nvCxnSpPr>
                            <p:cNvPr id="33" name="Line 120">
                              <a:extLst>
                                <a:ext uri="{FF2B5EF4-FFF2-40B4-BE49-F238E27FC236}">
                                  <a16:creationId xmlns:a16="http://schemas.microsoft.com/office/drawing/2014/main" id="{D341E133-41AC-4FC9-BB11-F2037238E063}"/>
                                </a:ext>
                              </a:extLst>
                            </p:cNvPr>
                            <p:cNvCxnSpPr>
                              <a:cxnSpLocks noChangeShapeType="1"/>
                            </p:cNvCxnSpPr>
                            <p:nvPr/>
                          </p:nvCxnSpPr>
                          <p:spPr bwMode="auto">
                            <a:xfrm rot="6644808" flipH="1">
                              <a:off x="4074" y="11850"/>
                              <a:ext cx="288" cy="432"/>
                            </a:xfrm>
                            <a:prstGeom prst="line">
                              <a:avLst/>
                            </a:prstGeom>
                            <a:noFill/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</p:cxnSp>
                      </p:grpSp>
                      <p:grpSp>
                        <p:nvGrpSpPr>
                          <p:cNvPr id="27" name="Group 26">
                            <a:extLst>
                              <a:ext uri="{FF2B5EF4-FFF2-40B4-BE49-F238E27FC236}">
                                <a16:creationId xmlns:a16="http://schemas.microsoft.com/office/drawing/2014/main" id="{129D4FF0-F975-4D48-BFB9-95A8EF3154F7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 rot="3585365">
                            <a:off x="2860" y="11123"/>
                            <a:ext cx="933" cy="1062"/>
                            <a:chOff x="3501" y="11148"/>
                            <a:chExt cx="933" cy="1062"/>
                          </a:xfrm>
                        </p:grpSpPr>
                        <p:cxnSp>
                          <p:nvCxnSpPr>
                            <p:cNvPr id="28" name="Line 122">
                              <a:extLst>
                                <a:ext uri="{FF2B5EF4-FFF2-40B4-BE49-F238E27FC236}">
                                  <a16:creationId xmlns:a16="http://schemas.microsoft.com/office/drawing/2014/main" id="{48CC8129-9E2E-4ED3-BDB8-302E3390EEDC}"/>
                                </a:ext>
                              </a:extLst>
                            </p:cNvPr>
                            <p:cNvCxnSpPr>
                              <a:cxnSpLocks noChangeShapeType="1"/>
                            </p:cNvCxnSpPr>
                            <p:nvPr/>
                          </p:nvCxnSpPr>
                          <p:spPr bwMode="auto">
                            <a:xfrm rot="6644808" flipH="1">
                              <a:off x="3573" y="11076"/>
                              <a:ext cx="288" cy="432"/>
                            </a:xfrm>
                            <a:prstGeom prst="line">
                              <a:avLst/>
                            </a:prstGeom>
                            <a:noFill/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</p:cxnSp>
                        <p:sp>
                          <p:nvSpPr>
                            <p:cNvPr id="29" name="Freeform 123">
                              <a:extLst>
                                <a:ext uri="{FF2B5EF4-FFF2-40B4-BE49-F238E27FC236}">
                                  <a16:creationId xmlns:a16="http://schemas.microsoft.com/office/drawing/2014/main" id="{4B8489D9-3C52-4AA4-A256-EBCB8210877D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 rot="3257899">
                              <a:off x="3759" y="11619"/>
                              <a:ext cx="397" cy="170"/>
                            </a:xfrm>
                            <a:custGeom>
                              <a:avLst/>
                              <a:gdLst>
                                <a:gd name="T0" fmla="*/ 120 w 9420"/>
                                <a:gd name="T1" fmla="*/ 1102 h 2166"/>
                                <a:gd name="T2" fmla="*/ 330 w 9420"/>
                                <a:gd name="T3" fmla="*/ 1402 h 2166"/>
                                <a:gd name="T4" fmla="*/ 630 w 9420"/>
                                <a:gd name="T5" fmla="*/ 1462 h 2166"/>
                                <a:gd name="T6" fmla="*/ 930 w 9420"/>
                                <a:gd name="T7" fmla="*/ 1192 h 2166"/>
                                <a:gd name="T8" fmla="*/ 1140 w 9420"/>
                                <a:gd name="T9" fmla="*/ 862 h 2166"/>
                                <a:gd name="T10" fmla="*/ 1350 w 9420"/>
                                <a:gd name="T11" fmla="*/ 622 h 2166"/>
                                <a:gd name="T12" fmla="*/ 1590 w 9420"/>
                                <a:gd name="T13" fmla="*/ 292 h 2166"/>
                                <a:gd name="T14" fmla="*/ 1710 w 9420"/>
                                <a:gd name="T15" fmla="*/ 412 h 2166"/>
                                <a:gd name="T16" fmla="*/ 2040 w 9420"/>
                                <a:gd name="T17" fmla="*/ 712 h 2166"/>
                                <a:gd name="T18" fmla="*/ 2220 w 9420"/>
                                <a:gd name="T19" fmla="*/ 1012 h 2166"/>
                                <a:gd name="T20" fmla="*/ 2580 w 9420"/>
                                <a:gd name="T21" fmla="*/ 1522 h 2166"/>
                                <a:gd name="T22" fmla="*/ 2940 w 9420"/>
                                <a:gd name="T23" fmla="*/ 1642 h 2166"/>
                                <a:gd name="T24" fmla="*/ 3300 w 9420"/>
                                <a:gd name="T25" fmla="*/ 1162 h 2166"/>
                                <a:gd name="T26" fmla="*/ 3420 w 9420"/>
                                <a:gd name="T27" fmla="*/ 892 h 2166"/>
                                <a:gd name="T28" fmla="*/ 3690 w 9420"/>
                                <a:gd name="T29" fmla="*/ 562 h 2166"/>
                                <a:gd name="T30" fmla="*/ 4020 w 9420"/>
                                <a:gd name="T31" fmla="*/ 292 h 2166"/>
                                <a:gd name="T32" fmla="*/ 4230 w 9420"/>
                                <a:gd name="T33" fmla="*/ 592 h 2166"/>
                                <a:gd name="T34" fmla="*/ 4560 w 9420"/>
                                <a:gd name="T35" fmla="*/ 1042 h 2166"/>
                                <a:gd name="T36" fmla="*/ 4740 w 9420"/>
                                <a:gd name="T37" fmla="*/ 1312 h 2166"/>
                                <a:gd name="T38" fmla="*/ 4920 w 9420"/>
                                <a:gd name="T39" fmla="*/ 1642 h 2166"/>
                                <a:gd name="T40" fmla="*/ 5190 w 9420"/>
                                <a:gd name="T41" fmla="*/ 1282 h 2166"/>
                                <a:gd name="T42" fmla="*/ 5340 w 9420"/>
                                <a:gd name="T43" fmla="*/ 922 h 2166"/>
                                <a:gd name="T44" fmla="*/ 5820 w 9420"/>
                                <a:gd name="T45" fmla="*/ 502 h 2166"/>
                                <a:gd name="T46" fmla="*/ 6330 w 9420"/>
                                <a:gd name="T47" fmla="*/ 262 h 2166"/>
                                <a:gd name="T48" fmla="*/ 6540 w 9420"/>
                                <a:gd name="T49" fmla="*/ 922 h 2166"/>
                                <a:gd name="T50" fmla="*/ 7080 w 9420"/>
                                <a:gd name="T51" fmla="*/ 2092 h 2166"/>
                                <a:gd name="T52" fmla="*/ 7290 w 9420"/>
                                <a:gd name="T53" fmla="*/ 1612 h 2166"/>
                                <a:gd name="T54" fmla="*/ 7560 w 9420"/>
                                <a:gd name="T55" fmla="*/ 1072 h 2166"/>
                                <a:gd name="T56" fmla="*/ 7830 w 9420"/>
                                <a:gd name="T57" fmla="*/ 412 h 2166"/>
                                <a:gd name="T58" fmla="*/ 8100 w 9420"/>
                                <a:gd name="T59" fmla="*/ 112 h 2166"/>
                                <a:gd name="T60" fmla="*/ 8370 w 9420"/>
                                <a:gd name="T61" fmla="*/ 772 h 2166"/>
                                <a:gd name="T62" fmla="*/ 8490 w 9420"/>
                                <a:gd name="T63" fmla="*/ 1072 h 2166"/>
                                <a:gd name="T64" fmla="*/ 8760 w 9420"/>
                                <a:gd name="T65" fmla="*/ 1612 h 2166"/>
                                <a:gd name="T66" fmla="*/ 8940 w 9420"/>
                                <a:gd name="T67" fmla="*/ 1402 h 2166"/>
                                <a:gd name="T68" fmla="*/ 9330 w 9420"/>
                                <a:gd name="T69" fmla="*/ 862 h 2166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  <a:cxn ang="0">
                                  <a:pos x="T10" y="T11"/>
                                </a:cxn>
                                <a:cxn ang="0">
                                  <a:pos x="T12" y="T13"/>
                                </a:cxn>
                                <a:cxn ang="0">
                                  <a:pos x="T14" y="T15"/>
                                </a:cxn>
                                <a:cxn ang="0">
                                  <a:pos x="T16" y="T17"/>
                                </a:cxn>
                                <a:cxn ang="0">
                                  <a:pos x="T18" y="T19"/>
                                </a:cxn>
                                <a:cxn ang="0">
                                  <a:pos x="T20" y="T21"/>
                                </a:cxn>
                                <a:cxn ang="0">
                                  <a:pos x="T22" y="T23"/>
                                </a:cxn>
                                <a:cxn ang="0">
                                  <a:pos x="T24" y="T25"/>
                                </a:cxn>
                                <a:cxn ang="0">
                                  <a:pos x="T26" y="T27"/>
                                </a:cxn>
                                <a:cxn ang="0">
                                  <a:pos x="T28" y="T29"/>
                                </a:cxn>
                                <a:cxn ang="0">
                                  <a:pos x="T30" y="T31"/>
                                </a:cxn>
                                <a:cxn ang="0">
                                  <a:pos x="T32" y="T33"/>
                                </a:cxn>
                                <a:cxn ang="0">
                                  <a:pos x="T34" y="T35"/>
                                </a:cxn>
                                <a:cxn ang="0">
                                  <a:pos x="T36" y="T37"/>
                                </a:cxn>
                                <a:cxn ang="0">
                                  <a:pos x="T38" y="T39"/>
                                </a:cxn>
                                <a:cxn ang="0">
                                  <a:pos x="T40" y="T41"/>
                                </a:cxn>
                                <a:cxn ang="0">
                                  <a:pos x="T42" y="T43"/>
                                </a:cxn>
                                <a:cxn ang="0">
                                  <a:pos x="T44" y="T45"/>
                                </a:cxn>
                                <a:cxn ang="0">
                                  <a:pos x="T46" y="T47"/>
                                </a:cxn>
                                <a:cxn ang="0">
                                  <a:pos x="T48" y="T49"/>
                                </a:cxn>
                                <a:cxn ang="0">
                                  <a:pos x="T50" y="T51"/>
                                </a:cxn>
                                <a:cxn ang="0">
                                  <a:pos x="T52" y="T53"/>
                                </a:cxn>
                                <a:cxn ang="0">
                                  <a:pos x="T54" y="T55"/>
                                </a:cxn>
                                <a:cxn ang="0">
                                  <a:pos x="T56" y="T57"/>
                                </a:cxn>
                                <a:cxn ang="0">
                                  <a:pos x="T58" y="T59"/>
                                </a:cxn>
                                <a:cxn ang="0">
                                  <a:pos x="T60" y="T61"/>
                                </a:cxn>
                                <a:cxn ang="0">
                                  <a:pos x="T62" y="T63"/>
                                </a:cxn>
                                <a:cxn ang="0">
                                  <a:pos x="T64" y="T65"/>
                                </a:cxn>
                                <a:cxn ang="0">
                                  <a:pos x="T66" y="T67"/>
                                </a:cxn>
                                <a:cxn ang="0">
                                  <a:pos x="T68" y="T69"/>
                                </a:cxn>
                              </a:cxnLst>
                              <a:rect l="0" t="0" r="r" b="b"/>
                              <a:pathLst>
                                <a:path w="9420" h="2166">
                                  <a:moveTo>
                                    <a:pt x="0" y="742"/>
                                  </a:moveTo>
                                  <a:cubicBezTo>
                                    <a:pt x="40" y="862"/>
                                    <a:pt x="67" y="987"/>
                                    <a:pt x="120" y="1102"/>
                                  </a:cubicBezTo>
                                  <a:cubicBezTo>
                                    <a:pt x="138" y="1140"/>
                                    <a:pt x="185" y="1157"/>
                                    <a:pt x="210" y="1192"/>
                                  </a:cubicBezTo>
                                  <a:cubicBezTo>
                                    <a:pt x="357" y="1397"/>
                                    <a:pt x="188" y="1232"/>
                                    <a:pt x="330" y="1402"/>
                                  </a:cubicBezTo>
                                  <a:cubicBezTo>
                                    <a:pt x="522" y="1633"/>
                                    <a:pt x="331" y="1359"/>
                                    <a:pt x="480" y="1582"/>
                                  </a:cubicBezTo>
                                  <a:cubicBezTo>
                                    <a:pt x="655" y="1524"/>
                                    <a:pt x="494" y="1598"/>
                                    <a:pt x="630" y="1462"/>
                                  </a:cubicBezTo>
                                  <a:cubicBezTo>
                                    <a:pt x="655" y="1437"/>
                                    <a:pt x="693" y="1426"/>
                                    <a:pt x="720" y="1402"/>
                                  </a:cubicBezTo>
                                  <a:cubicBezTo>
                                    <a:pt x="794" y="1336"/>
                                    <a:pt x="860" y="1262"/>
                                    <a:pt x="930" y="1192"/>
                                  </a:cubicBezTo>
                                  <a:cubicBezTo>
                                    <a:pt x="993" y="1129"/>
                                    <a:pt x="1002" y="1027"/>
                                    <a:pt x="1050" y="952"/>
                                  </a:cubicBezTo>
                                  <a:cubicBezTo>
                                    <a:pt x="1073" y="916"/>
                                    <a:pt x="1112" y="894"/>
                                    <a:pt x="1140" y="862"/>
                                  </a:cubicBezTo>
                                  <a:cubicBezTo>
                                    <a:pt x="1173" y="824"/>
                                    <a:pt x="1197" y="780"/>
                                    <a:pt x="1230" y="742"/>
                                  </a:cubicBezTo>
                                  <a:cubicBezTo>
                                    <a:pt x="1267" y="699"/>
                                    <a:pt x="1316" y="667"/>
                                    <a:pt x="1350" y="622"/>
                                  </a:cubicBezTo>
                                  <a:cubicBezTo>
                                    <a:pt x="1377" y="586"/>
                                    <a:pt x="1384" y="538"/>
                                    <a:pt x="1410" y="502"/>
                                  </a:cubicBezTo>
                                  <a:cubicBezTo>
                                    <a:pt x="1464" y="427"/>
                                    <a:pt x="1535" y="366"/>
                                    <a:pt x="1590" y="292"/>
                                  </a:cubicBezTo>
                                  <a:cubicBezTo>
                                    <a:pt x="1620" y="302"/>
                                    <a:pt x="1658" y="300"/>
                                    <a:pt x="1680" y="322"/>
                                  </a:cubicBezTo>
                                  <a:cubicBezTo>
                                    <a:pt x="1702" y="344"/>
                                    <a:pt x="1684" y="394"/>
                                    <a:pt x="1710" y="412"/>
                                  </a:cubicBezTo>
                                  <a:cubicBezTo>
                                    <a:pt x="1761" y="449"/>
                                    <a:pt x="1830" y="452"/>
                                    <a:pt x="1890" y="472"/>
                                  </a:cubicBezTo>
                                  <a:cubicBezTo>
                                    <a:pt x="2145" y="812"/>
                                    <a:pt x="1834" y="383"/>
                                    <a:pt x="2040" y="712"/>
                                  </a:cubicBezTo>
                                  <a:cubicBezTo>
                                    <a:pt x="2074" y="766"/>
                                    <a:pt x="2158" y="859"/>
                                    <a:pt x="2190" y="922"/>
                                  </a:cubicBezTo>
                                  <a:cubicBezTo>
                                    <a:pt x="2204" y="950"/>
                                    <a:pt x="2206" y="984"/>
                                    <a:pt x="2220" y="1012"/>
                                  </a:cubicBezTo>
                                  <a:cubicBezTo>
                                    <a:pt x="2244" y="1061"/>
                                    <a:pt x="2346" y="1188"/>
                                    <a:pt x="2370" y="1222"/>
                                  </a:cubicBezTo>
                                  <a:cubicBezTo>
                                    <a:pt x="2440" y="1322"/>
                                    <a:pt x="2510" y="1422"/>
                                    <a:pt x="2580" y="1522"/>
                                  </a:cubicBezTo>
                                  <a:cubicBezTo>
                                    <a:pt x="2621" y="1581"/>
                                    <a:pt x="2700" y="1702"/>
                                    <a:pt x="2700" y="1702"/>
                                  </a:cubicBezTo>
                                  <a:cubicBezTo>
                                    <a:pt x="2780" y="1682"/>
                                    <a:pt x="2868" y="1681"/>
                                    <a:pt x="2940" y="1642"/>
                                  </a:cubicBezTo>
                                  <a:cubicBezTo>
                                    <a:pt x="3004" y="1607"/>
                                    <a:pt x="3054" y="1459"/>
                                    <a:pt x="3090" y="1402"/>
                                  </a:cubicBezTo>
                                  <a:cubicBezTo>
                                    <a:pt x="3159" y="1292"/>
                                    <a:pt x="3207" y="1255"/>
                                    <a:pt x="3300" y="1162"/>
                                  </a:cubicBezTo>
                                  <a:cubicBezTo>
                                    <a:pt x="3310" y="1102"/>
                                    <a:pt x="3305" y="1038"/>
                                    <a:pt x="3330" y="982"/>
                                  </a:cubicBezTo>
                                  <a:cubicBezTo>
                                    <a:pt x="3347" y="943"/>
                                    <a:pt x="3392" y="924"/>
                                    <a:pt x="3420" y="892"/>
                                  </a:cubicBezTo>
                                  <a:cubicBezTo>
                                    <a:pt x="3476" y="827"/>
                                    <a:pt x="3514" y="747"/>
                                    <a:pt x="3570" y="682"/>
                                  </a:cubicBezTo>
                                  <a:cubicBezTo>
                                    <a:pt x="3607" y="639"/>
                                    <a:pt x="3653" y="605"/>
                                    <a:pt x="3690" y="562"/>
                                  </a:cubicBezTo>
                                  <a:cubicBezTo>
                                    <a:pt x="3775" y="463"/>
                                    <a:pt x="3837" y="355"/>
                                    <a:pt x="3930" y="262"/>
                                  </a:cubicBezTo>
                                  <a:cubicBezTo>
                                    <a:pt x="3960" y="272"/>
                                    <a:pt x="3995" y="272"/>
                                    <a:pt x="4020" y="292"/>
                                  </a:cubicBezTo>
                                  <a:cubicBezTo>
                                    <a:pt x="4048" y="315"/>
                                    <a:pt x="4059" y="353"/>
                                    <a:pt x="4080" y="382"/>
                                  </a:cubicBezTo>
                                  <a:cubicBezTo>
                                    <a:pt x="4126" y="446"/>
                                    <a:pt x="4190" y="521"/>
                                    <a:pt x="4230" y="592"/>
                                  </a:cubicBezTo>
                                  <a:cubicBezTo>
                                    <a:pt x="4287" y="691"/>
                                    <a:pt x="4281" y="717"/>
                                    <a:pt x="4350" y="802"/>
                                  </a:cubicBezTo>
                                  <a:cubicBezTo>
                                    <a:pt x="4417" y="884"/>
                                    <a:pt x="4494" y="958"/>
                                    <a:pt x="4560" y="1042"/>
                                  </a:cubicBezTo>
                                  <a:cubicBezTo>
                                    <a:pt x="4605" y="1099"/>
                                    <a:pt x="4640" y="1162"/>
                                    <a:pt x="4680" y="1222"/>
                                  </a:cubicBezTo>
                                  <a:cubicBezTo>
                                    <a:pt x="4700" y="1252"/>
                                    <a:pt x="4740" y="1312"/>
                                    <a:pt x="4740" y="1312"/>
                                  </a:cubicBezTo>
                                  <a:cubicBezTo>
                                    <a:pt x="4754" y="1394"/>
                                    <a:pt x="4760" y="1542"/>
                                    <a:pt x="4830" y="1612"/>
                                  </a:cubicBezTo>
                                  <a:cubicBezTo>
                                    <a:pt x="4852" y="1634"/>
                                    <a:pt x="4890" y="1632"/>
                                    <a:pt x="4920" y="1642"/>
                                  </a:cubicBezTo>
                                  <a:cubicBezTo>
                                    <a:pt x="4980" y="1562"/>
                                    <a:pt x="5040" y="1482"/>
                                    <a:pt x="5100" y="1402"/>
                                  </a:cubicBezTo>
                                  <a:cubicBezTo>
                                    <a:pt x="5130" y="1362"/>
                                    <a:pt x="5160" y="1322"/>
                                    <a:pt x="5190" y="1282"/>
                                  </a:cubicBezTo>
                                  <a:cubicBezTo>
                                    <a:pt x="5220" y="1242"/>
                                    <a:pt x="5280" y="1162"/>
                                    <a:pt x="5280" y="1162"/>
                                  </a:cubicBezTo>
                                  <a:cubicBezTo>
                                    <a:pt x="5300" y="1082"/>
                                    <a:pt x="5288" y="986"/>
                                    <a:pt x="5340" y="922"/>
                                  </a:cubicBezTo>
                                  <a:cubicBezTo>
                                    <a:pt x="5380" y="873"/>
                                    <a:pt x="5467" y="897"/>
                                    <a:pt x="5520" y="862"/>
                                  </a:cubicBezTo>
                                  <a:cubicBezTo>
                                    <a:pt x="5815" y="665"/>
                                    <a:pt x="5599" y="723"/>
                                    <a:pt x="5820" y="502"/>
                                  </a:cubicBezTo>
                                  <a:cubicBezTo>
                                    <a:pt x="5959" y="363"/>
                                    <a:pt x="6093" y="238"/>
                                    <a:pt x="6210" y="82"/>
                                  </a:cubicBezTo>
                                  <a:cubicBezTo>
                                    <a:pt x="6250" y="142"/>
                                    <a:pt x="6302" y="196"/>
                                    <a:pt x="6330" y="262"/>
                                  </a:cubicBezTo>
                                  <a:cubicBezTo>
                                    <a:pt x="6362" y="338"/>
                                    <a:pt x="6367" y="423"/>
                                    <a:pt x="6390" y="502"/>
                                  </a:cubicBezTo>
                                  <a:cubicBezTo>
                                    <a:pt x="6480" y="816"/>
                                    <a:pt x="6424" y="552"/>
                                    <a:pt x="6540" y="922"/>
                                  </a:cubicBezTo>
                                  <a:cubicBezTo>
                                    <a:pt x="6609" y="1143"/>
                                    <a:pt x="6640" y="1322"/>
                                    <a:pt x="6810" y="1492"/>
                                  </a:cubicBezTo>
                                  <a:cubicBezTo>
                                    <a:pt x="6880" y="1703"/>
                                    <a:pt x="6993" y="1888"/>
                                    <a:pt x="7080" y="2092"/>
                                  </a:cubicBezTo>
                                  <a:cubicBezTo>
                                    <a:pt x="7286" y="1818"/>
                                    <a:pt x="7055" y="2166"/>
                                    <a:pt x="7200" y="1732"/>
                                  </a:cubicBezTo>
                                  <a:cubicBezTo>
                                    <a:pt x="7216" y="1685"/>
                                    <a:pt x="7260" y="1652"/>
                                    <a:pt x="7290" y="1612"/>
                                  </a:cubicBezTo>
                                  <a:cubicBezTo>
                                    <a:pt x="7354" y="1229"/>
                                    <a:pt x="7262" y="1607"/>
                                    <a:pt x="7410" y="1312"/>
                                  </a:cubicBezTo>
                                  <a:cubicBezTo>
                                    <a:pt x="7541" y="1050"/>
                                    <a:pt x="7291" y="1341"/>
                                    <a:pt x="7560" y="1072"/>
                                  </a:cubicBezTo>
                                  <a:cubicBezTo>
                                    <a:pt x="7833" y="345"/>
                                    <a:pt x="7454" y="1330"/>
                                    <a:pt x="7770" y="592"/>
                                  </a:cubicBezTo>
                                  <a:cubicBezTo>
                                    <a:pt x="7795" y="534"/>
                                    <a:pt x="7797" y="466"/>
                                    <a:pt x="7830" y="412"/>
                                  </a:cubicBezTo>
                                  <a:cubicBezTo>
                                    <a:pt x="7859" y="363"/>
                                    <a:pt x="7913" y="335"/>
                                    <a:pt x="7950" y="292"/>
                                  </a:cubicBezTo>
                                  <a:cubicBezTo>
                                    <a:pt x="8201" y="0"/>
                                    <a:pt x="7788" y="424"/>
                                    <a:pt x="8100" y="112"/>
                                  </a:cubicBezTo>
                                  <a:cubicBezTo>
                                    <a:pt x="8295" y="242"/>
                                    <a:pt x="8179" y="138"/>
                                    <a:pt x="8310" y="532"/>
                                  </a:cubicBezTo>
                                  <a:cubicBezTo>
                                    <a:pt x="8336" y="610"/>
                                    <a:pt x="8347" y="693"/>
                                    <a:pt x="8370" y="772"/>
                                  </a:cubicBezTo>
                                  <a:cubicBezTo>
                                    <a:pt x="8387" y="833"/>
                                    <a:pt x="8407" y="893"/>
                                    <a:pt x="8430" y="952"/>
                                  </a:cubicBezTo>
                                  <a:cubicBezTo>
                                    <a:pt x="8447" y="994"/>
                                    <a:pt x="8476" y="1030"/>
                                    <a:pt x="8490" y="1072"/>
                                  </a:cubicBezTo>
                                  <a:cubicBezTo>
                                    <a:pt x="8622" y="1468"/>
                                    <a:pt x="8464" y="1181"/>
                                    <a:pt x="8640" y="1432"/>
                                  </a:cubicBezTo>
                                  <a:cubicBezTo>
                                    <a:pt x="8681" y="1491"/>
                                    <a:pt x="8690" y="1595"/>
                                    <a:pt x="8760" y="1612"/>
                                  </a:cubicBezTo>
                                  <a:cubicBezTo>
                                    <a:pt x="8800" y="1622"/>
                                    <a:pt x="8840" y="1632"/>
                                    <a:pt x="8880" y="1642"/>
                                  </a:cubicBezTo>
                                  <a:cubicBezTo>
                                    <a:pt x="8900" y="1562"/>
                                    <a:pt x="8894" y="1471"/>
                                    <a:pt x="8940" y="1402"/>
                                  </a:cubicBezTo>
                                  <a:cubicBezTo>
                                    <a:pt x="9107" y="1151"/>
                                    <a:pt x="9009" y="1273"/>
                                    <a:pt x="9240" y="1042"/>
                                  </a:cubicBezTo>
                                  <a:cubicBezTo>
                                    <a:pt x="9326" y="956"/>
                                    <a:pt x="9281" y="960"/>
                                    <a:pt x="9330" y="862"/>
                                  </a:cubicBezTo>
                                  <a:cubicBezTo>
                                    <a:pt x="9331" y="859"/>
                                    <a:pt x="9409" y="734"/>
                                    <a:pt x="9420" y="712"/>
                                  </a:cubicBezTo>
                                </a:path>
                              </a:pathLst>
                            </a:custGeom>
                            <a:noFill/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rot="0" vert="horz" wrap="square" lIns="91440" tIns="45720" rIns="91440" bIns="45720" anchor="t" anchorCtr="0" upright="1">
                              <a:noAutofit/>
                            </a:bodyPr>
                            <a:lstStyle/>
                            <a:p>
                              <a:endParaRPr lang="en-US"/>
                            </a:p>
                          </p:txBody>
                        </p:sp>
                        <p:cxnSp>
                          <p:nvCxnSpPr>
                            <p:cNvPr id="30" name="Line 124">
                              <a:extLst>
                                <a:ext uri="{FF2B5EF4-FFF2-40B4-BE49-F238E27FC236}">
                                  <a16:creationId xmlns:a16="http://schemas.microsoft.com/office/drawing/2014/main" id="{C7508C3D-3A34-4075-8C7F-57DD8DF411A0}"/>
                                </a:ext>
                              </a:extLst>
                            </p:cNvPr>
                            <p:cNvCxnSpPr>
                              <a:cxnSpLocks noChangeShapeType="1"/>
                            </p:cNvCxnSpPr>
                            <p:nvPr/>
                          </p:nvCxnSpPr>
                          <p:spPr bwMode="auto">
                            <a:xfrm rot="6644808" flipH="1">
                              <a:off x="4074" y="11850"/>
                              <a:ext cx="288" cy="432"/>
                            </a:xfrm>
                            <a:prstGeom prst="line">
                              <a:avLst/>
                            </a:prstGeom>
                            <a:noFill/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</p:cxnSp>
                      </p:grpSp>
                    </p:grpSp>
                    <p:grpSp>
                      <p:nvGrpSpPr>
                        <p:cNvPr id="23" name="Group 22">
                          <a:extLst>
                            <a:ext uri="{FF2B5EF4-FFF2-40B4-BE49-F238E27FC236}">
                              <a16:creationId xmlns:a16="http://schemas.microsoft.com/office/drawing/2014/main" id="{78C1A4E9-7864-418F-AB7D-BEB97F3F1472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630" y="11058"/>
                          <a:ext cx="0" cy="2532"/>
                          <a:chOff x="3630" y="11058"/>
                          <a:chExt cx="0" cy="2532"/>
                        </a:xfrm>
                      </p:grpSpPr>
                      <p:cxnSp>
                        <p:nvCxnSpPr>
                          <p:cNvPr id="24" name="Line 126">
                            <a:extLst>
                              <a:ext uri="{FF2B5EF4-FFF2-40B4-BE49-F238E27FC236}">
                                <a16:creationId xmlns:a16="http://schemas.microsoft.com/office/drawing/2014/main" id="{75727C48-F4FA-4414-AAE3-4F0A60B7FF90}"/>
                              </a:ext>
                            </a:extLst>
                          </p:cNvPr>
                          <p:cNvCxnSpPr>
                            <a:cxnSpLocks noChangeShapeType="1"/>
                          </p:cNvCxnSpPr>
                          <p:nvPr/>
                        </p:nvCxnSpPr>
                        <p:spPr bwMode="auto">
                          <a:xfrm>
                            <a:off x="3630" y="11058"/>
                            <a:ext cx="0" cy="1008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</p:cxnSp>
                      <p:cxnSp>
                        <p:nvCxnSpPr>
                          <p:cNvPr id="25" name="Line 127">
                            <a:extLst>
                              <a:ext uri="{FF2B5EF4-FFF2-40B4-BE49-F238E27FC236}">
                                <a16:creationId xmlns:a16="http://schemas.microsoft.com/office/drawing/2014/main" id="{5A65D630-FFE0-4EE9-83EA-88608ACA53FF}"/>
                              </a:ext>
                            </a:extLst>
                          </p:cNvPr>
                          <p:cNvCxnSpPr>
                            <a:cxnSpLocks noChangeShapeType="1"/>
                          </p:cNvCxnSpPr>
                          <p:nvPr/>
                        </p:nvCxnSpPr>
                        <p:spPr bwMode="auto">
                          <a:xfrm>
                            <a:off x="3630" y="12582"/>
                            <a:ext cx="0" cy="1008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</p:cxnSp>
                    </p:grpSp>
                  </p:grpSp>
                </p:grpSp>
                <p:cxnSp>
                  <p:nvCxnSpPr>
                    <p:cNvPr id="18" name="Line 128">
                      <a:extLst>
                        <a:ext uri="{FF2B5EF4-FFF2-40B4-BE49-F238E27FC236}">
                          <a16:creationId xmlns:a16="http://schemas.microsoft.com/office/drawing/2014/main" id="{92361E40-CAC1-418F-B508-C8CB02F56B2B}"/>
                        </a:ext>
                      </a:extLst>
                    </p:cNvPr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4563" y="12309"/>
                      <a:ext cx="432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 type="oval" w="sm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</p:grpSp>
            </p:grpSp>
            <p:sp>
              <p:nvSpPr>
                <p:cNvPr id="14" name="Text Box 129">
                  <a:extLst>
                    <a:ext uri="{FF2B5EF4-FFF2-40B4-BE49-F238E27FC236}">
                      <a16:creationId xmlns:a16="http://schemas.microsoft.com/office/drawing/2014/main" id="{206744A8-FF42-4623-AEEE-3671F5078D2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39" y="12324"/>
                  <a:ext cx="432" cy="4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</a:pPr>
                  <a:r>
                    <a:rPr lang="id-ID" sz="900" dirty="0"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A</a:t>
                  </a:r>
                  <a:endParaRPr lang="en-US" sz="1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2" name="Text Box 130">
                <a:extLst>
                  <a:ext uri="{FF2B5EF4-FFF2-40B4-BE49-F238E27FC236}">
                    <a16:creationId xmlns:a16="http://schemas.microsoft.com/office/drawing/2014/main" id="{F3ADA010-76A9-40A5-8CC8-C0FED4A710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8" y="12315"/>
                <a:ext cx="432" cy="4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id-ID" sz="9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369024B-9348-4391-9062-11AA2663E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1" y="8314"/>
              <a:ext cx="427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4</a:t>
              </a: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E9EA58F-8685-4599-8CF5-9EB806F7E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1" y="9364"/>
              <a:ext cx="427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B1769DD-A47B-446C-A3DB-9BD70E54A0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6" y="8824"/>
              <a:ext cx="427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F4898D7-9C4A-4D93-97A2-792371CDD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1" y="9409"/>
              <a:ext cx="427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E69A465-CCFC-4016-A326-D7C74D848B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1" y="8314"/>
              <a:ext cx="427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4</a:t>
              </a: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44" name="Picture 43">
            <a:extLst>
              <a:ext uri="{FF2B5EF4-FFF2-40B4-BE49-F238E27FC236}">
                <a16:creationId xmlns:a16="http://schemas.microsoft.com/office/drawing/2014/main" id="{4807F926-DD50-4CFB-B189-4A2C05175C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435" y="2269330"/>
            <a:ext cx="5347856" cy="228117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5F77757-5F05-4502-BD07-B4DA081390D8}"/>
                  </a:ext>
                </a:extLst>
              </p14:cNvPr>
              <p14:cNvContentPartPr/>
              <p14:nvPr/>
            </p14:nvContentPartPr>
            <p14:xfrm>
              <a:off x="1866960" y="473760"/>
              <a:ext cx="799920" cy="170568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5F77757-5F05-4502-BD07-B4DA081390D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57600" y="464400"/>
                <a:ext cx="818640" cy="172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882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D:\handout\IMG-20200326-WA0039.jpg">
            <a:extLst>
              <a:ext uri="{FF2B5EF4-FFF2-40B4-BE49-F238E27FC236}">
                <a16:creationId xmlns:a16="http://schemas.microsoft.com/office/drawing/2014/main" id="{5E10CDB6-B28C-419E-8F6F-7B0D3EB45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999" y="0"/>
            <a:ext cx="791307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AFD1ED-2AA9-4CDA-BF72-FFFBE96608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12192000" cy="6857999"/>
              </a:xfrm>
            </p:spPr>
            <p:txBody>
              <a:bodyPr>
                <a:normAutofit lnSpcReduction="10000"/>
              </a:bodyPr>
              <a:lstStyle/>
              <a:p>
                <a:pPr indent="2865438"/>
                <a:r>
                  <a:rPr lang="en-US" sz="2400" dirty="0"/>
                  <a:t>RS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 = R</a:t>
                </a:r>
                <a:r>
                  <a:rPr lang="en-US" sz="2400" baseline="-25000" dirty="0"/>
                  <a:t>Y</a:t>
                </a:r>
                <a:r>
                  <a:rPr lang="en-US" sz="2400" dirty="0"/>
                  <a:t> + R</a:t>
                </a:r>
                <a:r>
                  <a:rPr lang="en-US" sz="2400" baseline="-25000" dirty="0"/>
                  <a:t>4</a:t>
                </a:r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+4= 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44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i="1" dirty="0">
                    <a:sym typeface="Symbol" panose="05050102010706020507" pitchFamily="18" charset="2"/>
                  </a:rPr>
                  <a:t></a:t>
                </a:r>
                <a:r>
                  <a:rPr lang="id-ID" sz="2400" dirty="0"/>
                  <a:t>	</a:t>
                </a:r>
                <a:endParaRPr lang="en-US" sz="2400" dirty="0"/>
              </a:p>
              <a:p>
                <a:pPr indent="2865438"/>
                <a:r>
                  <a:rPr lang="en-US" sz="2400" dirty="0"/>
                  <a:t>RS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 = R</a:t>
                </a:r>
                <a:r>
                  <a:rPr lang="en-US" sz="2400" baseline="-25000" dirty="0"/>
                  <a:t>Z</a:t>
                </a:r>
                <a:r>
                  <a:rPr lang="en-US" sz="2400" dirty="0"/>
                  <a:t> + R</a:t>
                </a:r>
                <a:r>
                  <a:rPr lang="en-US" sz="2400" baseline="-25000" dirty="0"/>
                  <a:t>5</a:t>
                </a:r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+2= 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i="1" dirty="0">
                    <a:sym typeface="Symbol" panose="05050102010706020507" pitchFamily="18" charset="2"/>
                  </a:rPr>
                  <a:t></a:t>
                </a:r>
              </a:p>
              <a:p>
                <a:endParaRPr lang="en-US" sz="2400" i="1" dirty="0">
                  <a:sym typeface="Symbol" panose="05050102010706020507" pitchFamily="18" charset="2"/>
                </a:endParaRPr>
              </a:p>
              <a:p>
                <a:endParaRPr lang="en-US" sz="2400" i="1" dirty="0">
                  <a:sym typeface="Symbol" panose="05050102010706020507" pitchFamily="18" charset="2"/>
                </a:endParaRPr>
              </a:p>
              <a:p>
                <a:pPr marL="3657600" indent="-3657600"/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/>
                  <a:t> </a:t>
                </a:r>
                <a:r>
                  <a:rPr lang="en-US" sz="2400" dirty="0"/>
                  <a:t>		</a:t>
                </a:r>
              </a:p>
              <a:p>
                <a:pPr marL="3657600" indent="-3657600"/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type m:val="skw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44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sz="2800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type m:val="skw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24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sz="2400" dirty="0"/>
                  <a:t>		</a:t>
                </a:r>
              </a:p>
              <a:p>
                <a:pPr marL="3657600" indent="-3657600"/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44</m:t>
                        </m:r>
                      </m:den>
                    </m:f>
                  </m:oMath>
                </a14:m>
                <a:r>
                  <a:rPr lang="en-US" sz="2800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lang="en-US" sz="2800" dirty="0"/>
                  <a:t>	</a:t>
                </a:r>
                <a:r>
                  <a:rPr lang="en-US" sz="2400" dirty="0"/>
                  <a:t>	</a:t>
                </a:r>
              </a:p>
              <a:p>
                <a:pPr marL="3657600" indent="-3657600"/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9.24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1056</m:t>
                        </m:r>
                      </m:den>
                    </m:f>
                  </m:oMath>
                </a14:m>
                <a:r>
                  <a:rPr lang="en-US" sz="2800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9.44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1056</m:t>
                        </m:r>
                      </m:den>
                    </m:f>
                  </m:oMath>
                </a14:m>
                <a:endParaRPr lang="en-US" sz="2800" dirty="0"/>
              </a:p>
              <a:p>
                <a:pPr marL="3657600" lvl="0" indent="-3657600"/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612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1056</m:t>
                        </m:r>
                      </m:den>
                    </m:f>
                  </m:oMath>
                </a14:m>
                <a:r>
                  <a:rPr lang="en-US" sz="2400" dirty="0"/>
                  <a:t>			RP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1056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612</m:t>
                        </m:r>
                      </m:den>
                    </m:f>
                  </m:oMath>
                </a14:m>
                <a:r>
                  <a:rPr lang="en-US" sz="28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88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51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ym typeface="Symbol" panose="05050102010706020507" pitchFamily="18" charset="2"/>
                  </a:rPr>
                  <a:t></a:t>
                </a:r>
              </a:p>
              <a:p>
                <a:pPr marL="3208338" indent="-3208338"/>
                <a:endParaRPr lang="en-US" sz="2400" dirty="0"/>
              </a:p>
              <a:p>
                <a:pPr marL="3208338" indent="-3208338"/>
                <a:r>
                  <a:rPr lang="en-US" sz="2400" dirty="0"/>
                  <a:t>RXY = RX +RP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US" sz="2800" dirty="0"/>
                  <a:t> 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88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51</m:t>
                        </m:r>
                      </m:den>
                    </m:f>
                  </m:oMath>
                </a14:m>
                <a:r>
                  <a:rPr lang="en-US" sz="28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816+792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459</m:t>
                        </m:r>
                      </m:den>
                    </m:f>
                  </m:oMath>
                </a14:m>
                <a:r>
                  <a:rPr lang="en-US" sz="28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404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459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  <a:r>
                  <a:rPr lang="en-US" sz="2400" dirty="0"/>
                  <a:t>= 3 </a:t>
                </a:r>
                <a:r>
                  <a:rPr lang="en-US" sz="2400" dirty="0">
                    <a:sym typeface="Symbol" panose="05050102010706020507" pitchFamily="18" charset="2"/>
                  </a:rPr>
                  <a:t></a:t>
                </a:r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AFD1ED-2AA9-4CDA-BF72-FFFBE96608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12192000" cy="6857999"/>
              </a:xfrm>
              <a:blipFill>
                <a:blip r:embed="rId3"/>
                <a:stretch>
                  <a:fillRect l="-400" t="-356" b="-3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92B05B5-CC87-47E7-BB2D-84B188F843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268" y="85933"/>
            <a:ext cx="2505425" cy="1695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13EF32-69D0-4A5C-8E9F-7D80BCDA9A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267" y="1876306"/>
            <a:ext cx="3067478" cy="16290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472203-58D9-4EFB-9233-1B49D13A68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267" y="6033292"/>
            <a:ext cx="2050415" cy="445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1E678DD-1C5B-47EF-B94E-FD1FA2DDA071}"/>
                  </a:ext>
                </a:extLst>
              </p14:cNvPr>
              <p14:cNvContentPartPr/>
              <p14:nvPr/>
            </p14:nvContentPartPr>
            <p14:xfrm>
              <a:off x="1049760" y="36360"/>
              <a:ext cx="1519200" cy="1862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1E678DD-1C5B-47EF-B94E-FD1FA2DDA07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40400" y="27000"/>
                <a:ext cx="1537920" cy="188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8805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Picture 4" descr="D:\handout\IMG-20200326-WA0039.jpg">
            <a:extLst>
              <a:ext uri="{FF2B5EF4-FFF2-40B4-BE49-F238E27FC236}">
                <a16:creationId xmlns:a16="http://schemas.microsoft.com/office/drawing/2014/main" id="{D58A7B2F-3088-4FFC-A55B-268777B68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902" y="0"/>
            <a:ext cx="791307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37A7A-5DEF-46FC-8E92-CA5EE4A99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5637"/>
            <a:ext cx="12192000" cy="6863637"/>
          </a:xfrm>
        </p:spPr>
        <p:txBody>
          <a:bodyPr>
            <a:normAutofit/>
          </a:bodyPr>
          <a:lstStyle/>
          <a:p>
            <a:r>
              <a:rPr lang="en-US" sz="3200" b="1" dirty="0"/>
              <a:t>Jembatan Wheatstone 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								R</a:t>
            </a:r>
            <a:r>
              <a:rPr lang="en-US" sz="3200" baseline="-25000" dirty="0"/>
              <a:t>1 </a:t>
            </a:r>
            <a:r>
              <a:rPr lang="en-US" sz="3200" dirty="0"/>
              <a:t>. R</a:t>
            </a:r>
            <a:r>
              <a:rPr lang="en-US" sz="3200" baseline="-25000" dirty="0"/>
              <a:t>3</a:t>
            </a:r>
            <a:r>
              <a:rPr lang="en-US" sz="3200" dirty="0"/>
              <a:t> = R</a:t>
            </a:r>
            <a:r>
              <a:rPr lang="en-US" sz="3200" baseline="-25000" dirty="0"/>
              <a:t>2 </a:t>
            </a:r>
            <a:r>
              <a:rPr lang="en-US" sz="3200" dirty="0"/>
              <a:t>. R</a:t>
            </a:r>
            <a:r>
              <a:rPr lang="en-US" sz="3200" baseline="-25000" dirty="0"/>
              <a:t>4</a:t>
            </a:r>
          </a:p>
          <a:p>
            <a:pPr marL="0" indent="0">
              <a:buNone/>
            </a:pPr>
            <a:endParaRPr lang="en-US" sz="4500" baseline="-25000" dirty="0"/>
          </a:p>
          <a:p>
            <a:pPr marL="0" indent="0">
              <a:buNone/>
            </a:pPr>
            <a:endParaRPr lang="en-US" sz="4500" baseline="-25000" dirty="0"/>
          </a:p>
          <a:p>
            <a:endParaRPr lang="en-US" sz="80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baseline="-25000" dirty="0"/>
          </a:p>
          <a:p>
            <a:pPr marL="0" indent="0">
              <a:buNone/>
            </a:pPr>
            <a:endParaRPr lang="en-US" baseline="-25000" dirty="0"/>
          </a:p>
          <a:p>
            <a:pPr marL="0" indent="0">
              <a:buNone/>
            </a:pPr>
            <a:endParaRPr lang="en-US" baseline="-250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1DDF47C9-9ACE-44F4-8133-AA13B3F550D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19" y="546686"/>
            <a:ext cx="2341043" cy="192664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6DBAAB4-3ACD-410E-8C9F-7505409266AC}"/>
                  </a:ext>
                </a:extLst>
              </p14:cNvPr>
              <p14:cNvContentPartPr/>
              <p14:nvPr/>
            </p14:nvContentPartPr>
            <p14:xfrm>
              <a:off x="1264680" y="804600"/>
              <a:ext cx="799920" cy="1840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6DBAAB4-3ACD-410E-8C9F-7505409266A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55320" y="795240"/>
                <a:ext cx="818640" cy="185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874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D:\handout\IMG-20200326-WA0039.jpg">
            <a:extLst>
              <a:ext uri="{FF2B5EF4-FFF2-40B4-BE49-F238E27FC236}">
                <a16:creationId xmlns:a16="http://schemas.microsoft.com/office/drawing/2014/main" id="{D869CCDE-C360-4977-8A41-8E8977BE0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902" y="0"/>
            <a:ext cx="791307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62DE6-E75C-4540-A987-3342289F7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r>
              <a:rPr lang="en-US" sz="2800" dirty="0"/>
              <a:t>Pada </a:t>
            </a:r>
            <a:r>
              <a:rPr lang="en-US" sz="2800" dirty="0" err="1"/>
              <a:t>gambar</a:t>
            </a:r>
            <a:r>
              <a:rPr lang="en-US" sz="2800" dirty="0"/>
              <a:t> di </a:t>
            </a:r>
            <a:r>
              <a:rPr lang="en-US" sz="2800" dirty="0" err="1"/>
              <a:t>samping</a:t>
            </a:r>
            <a:r>
              <a:rPr lang="en-US" sz="2800" dirty="0"/>
              <a:t>.</a:t>
            </a:r>
            <a:r>
              <a:rPr lang="id-ID" sz="2800" dirty="0"/>
              <a:t> Tentukanlah kuat arus I, I</a:t>
            </a:r>
            <a:r>
              <a:rPr lang="id-ID" sz="2800" baseline="-25000" dirty="0"/>
              <a:t>AB</a:t>
            </a:r>
            <a:r>
              <a:rPr lang="id-ID" sz="2800" dirty="0"/>
              <a:t>, dan I</a:t>
            </a:r>
            <a:r>
              <a:rPr lang="id-ID" sz="2800" baseline="-25000" dirty="0"/>
              <a:t>CD</a:t>
            </a:r>
            <a:r>
              <a:rPr lang="id-ID" sz="2800" dirty="0"/>
              <a:t>.</a:t>
            </a:r>
            <a:endParaRPr lang="en-US" sz="2800" dirty="0"/>
          </a:p>
          <a:p>
            <a:pPr marL="279400" lvl="0" indent="0" fontAlgn="base">
              <a:buAutoNum type="alphaLcPeriod"/>
            </a:pPr>
            <a:r>
              <a:rPr lang="en-US" sz="2800" dirty="0"/>
              <a:t>  </a:t>
            </a:r>
            <a:r>
              <a:rPr lang="id-ID" sz="2800" dirty="0"/>
              <a:t>6 A, 4 A dan 2 A</a:t>
            </a:r>
            <a:r>
              <a:rPr lang="en-US" sz="2800" dirty="0"/>
              <a:t>		b. </a:t>
            </a:r>
            <a:r>
              <a:rPr lang="id-ID" sz="2800" dirty="0"/>
              <a:t>6 A, 2 A dan 4 A</a:t>
            </a:r>
            <a:r>
              <a:rPr lang="en-US" sz="2800" dirty="0"/>
              <a:t>		c. </a:t>
            </a:r>
            <a:r>
              <a:rPr lang="id-ID" sz="2800" dirty="0"/>
              <a:t>8 A, 6 A dan 2 A</a:t>
            </a:r>
            <a:endParaRPr lang="en-US" sz="2800" dirty="0"/>
          </a:p>
          <a:p>
            <a:pPr marL="622300" lvl="0" fontAlgn="base">
              <a:buAutoNum type="alphaLcPeriod" startAt="4"/>
            </a:pPr>
            <a:r>
              <a:rPr lang="id-ID" sz="2800" dirty="0"/>
              <a:t>8 A, 2 A dan 6 A</a:t>
            </a:r>
            <a:r>
              <a:rPr lang="en-US" sz="2800" dirty="0"/>
              <a:t>		d. </a:t>
            </a:r>
            <a:r>
              <a:rPr lang="id-ID" sz="2800" dirty="0"/>
              <a:t>8 A, 6 A dan 4 A</a:t>
            </a:r>
            <a:endParaRPr lang="en-US" sz="2800" dirty="0"/>
          </a:p>
          <a:p>
            <a:pPr marL="622300" lvl="0" fontAlgn="base">
              <a:buAutoNum type="alphaLcPeriod" startAt="4"/>
            </a:pPr>
            <a:endParaRPr lang="en-US" sz="2800" dirty="0"/>
          </a:p>
          <a:p>
            <a:pPr marL="622300" lvl="0" fontAlgn="base">
              <a:buAutoNum type="alphaLcPeriod" startAt="4"/>
            </a:pPr>
            <a:endParaRPr lang="en-US" sz="2800" dirty="0"/>
          </a:p>
          <a:p>
            <a:pPr marL="622300" lvl="0" fontAlgn="base">
              <a:buAutoNum type="alphaLcPeriod" startAt="4"/>
            </a:pPr>
            <a:endParaRPr lang="en-US" sz="2800" dirty="0"/>
          </a:p>
          <a:p>
            <a:pPr marL="3319463" indent="-3319463"/>
            <a:r>
              <a:rPr lang="id-ID" sz="2800" dirty="0"/>
              <a:t>karena hasil kali silang nya sama, maka hambatan 5 </a:t>
            </a:r>
            <a:r>
              <a:rPr lang="id-ID" sz="2800" dirty="0">
                <a:sym typeface="Symbol" panose="05050102010706020507" pitchFamily="18" charset="2"/>
              </a:rPr>
              <a:t></a:t>
            </a:r>
            <a:r>
              <a:rPr lang="id-ID" sz="2800" dirty="0"/>
              <a:t> tidak diperhitungkan</a:t>
            </a:r>
            <a:r>
              <a:rPr lang="en-US" sz="2800" dirty="0"/>
              <a:t> </a:t>
            </a:r>
            <a:r>
              <a:rPr lang="id-ID" sz="2800" dirty="0"/>
              <a:t>( tidak dilewati arus )</a:t>
            </a:r>
            <a:endParaRPr lang="en-US" sz="2800" dirty="0"/>
          </a:p>
          <a:p>
            <a:pPr marL="3319463" indent="-3319463"/>
            <a:r>
              <a:rPr lang="id-ID" sz="2800" dirty="0"/>
              <a:t>R</a:t>
            </a:r>
            <a:r>
              <a:rPr lang="id-ID" sz="2800" baseline="-25000" dirty="0"/>
              <a:t>S-1</a:t>
            </a:r>
            <a:r>
              <a:rPr lang="id-ID" sz="2800" dirty="0"/>
              <a:t> = 4 + 2 = 6 </a:t>
            </a:r>
            <a:r>
              <a:rPr lang="id-ID" sz="2800" dirty="0">
                <a:sym typeface="Symbol" panose="05050102010706020507" pitchFamily="18" charset="2"/>
              </a:rPr>
              <a:t></a:t>
            </a:r>
            <a:r>
              <a:rPr lang="id-ID" sz="2800" dirty="0"/>
              <a:t>	</a:t>
            </a:r>
            <a:r>
              <a:rPr lang="en-US" sz="2800" dirty="0"/>
              <a:t>		</a:t>
            </a:r>
          </a:p>
          <a:p>
            <a:pPr marL="3319463" indent="-3319463"/>
            <a:r>
              <a:rPr lang="id-ID" sz="2800" dirty="0"/>
              <a:t>R</a:t>
            </a:r>
            <a:r>
              <a:rPr lang="id-ID" sz="2800" baseline="-25000" dirty="0"/>
              <a:t>S-2</a:t>
            </a:r>
            <a:r>
              <a:rPr lang="id-ID" sz="2800" dirty="0"/>
              <a:t> = 2 + 1 = 3 </a:t>
            </a:r>
            <a:r>
              <a:rPr lang="id-ID" sz="2800" dirty="0">
                <a:sym typeface="Symbol" panose="05050102010706020507" pitchFamily="18" charset="2"/>
              </a:rPr>
              <a:t></a:t>
            </a:r>
            <a:endParaRPr lang="en-US" sz="2800" dirty="0"/>
          </a:p>
          <a:p>
            <a:pPr marL="279400" lvl="0" indent="0" fontAlgn="base">
              <a:buNone/>
            </a:pPr>
            <a:endParaRPr lang="en-US" baseline="-25000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47F80A-5F45-4929-8507-C7FF0F8F6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7490" y="1019920"/>
            <a:ext cx="2355544" cy="24090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F81902-78B8-4F7A-9E09-B0B4F2B15D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74" y="3090091"/>
            <a:ext cx="2353003" cy="241016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34B5F76-42D6-492F-87FD-71E982AC9316}"/>
                  </a:ext>
                </a:extLst>
              </p14:cNvPr>
              <p14:cNvContentPartPr/>
              <p14:nvPr/>
            </p14:nvContentPartPr>
            <p14:xfrm>
              <a:off x="664200" y="1596960"/>
              <a:ext cx="7904520" cy="29700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34B5F76-42D6-492F-87FD-71E982AC931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4840" y="1587600"/>
                <a:ext cx="7923240" cy="298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3260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D:\handout\IMG-20200326-WA0039.jpg">
            <a:extLst>
              <a:ext uri="{FF2B5EF4-FFF2-40B4-BE49-F238E27FC236}">
                <a16:creationId xmlns:a16="http://schemas.microsoft.com/office/drawing/2014/main" id="{A409F5C4-31B7-4CF9-A04A-B029CCD85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999" y="0"/>
            <a:ext cx="791307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D0714E-4CA7-4044-9FB6-312DD1F35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12192000" cy="6858000"/>
              </a:xfrm>
            </p:spPr>
            <p:txBody>
              <a:bodyPr/>
              <a:lstStyle/>
              <a:p>
                <a:r>
                  <a:rPr lang="id-ID" sz="2400" dirty="0"/>
                  <a:t>R</a:t>
                </a:r>
                <a:r>
                  <a:rPr lang="id-ID" sz="2400" baseline="-25000" dirty="0"/>
                  <a:t>P</a:t>
                </a:r>
                <a:r>
                  <a:rPr lang="id-ID" sz="2400" dirty="0"/>
                  <a:t> </a:t>
                </a:r>
                <a:r>
                  <a:rPr lang="id-ID" sz="28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32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32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id-ID" sz="32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32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32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id-ID" sz="32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32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32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id-ID" sz="32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32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32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id-ID" sz="32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3200" dirty="0"/>
                  <a:t> </a:t>
                </a:r>
                <a:r>
                  <a:rPr lang="id-ID" sz="32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6+3</m:t>
                        </m:r>
                      </m:den>
                    </m:f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d-ID" sz="2400" dirty="0"/>
                  <a:t>= 2 </a:t>
                </a:r>
                <a:r>
                  <a:rPr lang="id-ID" sz="2400" dirty="0">
                    <a:sym typeface="Symbol" panose="05050102010706020507" pitchFamily="18" charset="2"/>
                  </a:rPr>
                  <a:t></a:t>
                </a:r>
                <a:endParaRPr lang="en-US" sz="2400" dirty="0">
                  <a:sym typeface="Symbol" panose="05050102010706020507" pitchFamily="18" charset="2"/>
                </a:endParaRPr>
              </a:p>
              <a:p>
                <a:endParaRPr lang="en-US" sz="2400" dirty="0">
                  <a:sym typeface="Symbol" panose="05050102010706020507" pitchFamily="18" charset="2"/>
                </a:endParaRPr>
              </a:p>
              <a:p>
                <a:endParaRPr lang="en-US" sz="2400" dirty="0">
                  <a:sym typeface="Symbol" panose="05050102010706020507" pitchFamily="18" charset="2"/>
                </a:endParaRPr>
              </a:p>
              <a:p>
                <a:endParaRPr lang="en-US" sz="2400" dirty="0">
                  <a:sym typeface="Symbol" panose="05050102010706020507" pitchFamily="18" charset="2"/>
                </a:endParaRPr>
              </a:p>
              <a:p>
                <a:r>
                  <a:rPr lang="en-US" sz="2400" dirty="0"/>
                  <a:t>	</a:t>
                </a:r>
              </a:p>
              <a:p>
                <a:pPr marL="0" indent="0">
                  <a:buNone/>
                </a:pPr>
                <a:r>
                  <a:rPr lang="en-US" sz="2400" dirty="0"/>
                  <a:t>						</a:t>
                </a:r>
                <a:r>
                  <a:rPr lang="id-ID" sz="2400" dirty="0"/>
                  <a:t>R</a:t>
                </a:r>
                <a:r>
                  <a:rPr lang="id-ID" sz="2400" baseline="-25000" dirty="0"/>
                  <a:t>total</a:t>
                </a:r>
                <a:r>
                  <a:rPr lang="id-ID" sz="2400" dirty="0"/>
                  <a:t> = R</a:t>
                </a:r>
                <a:r>
                  <a:rPr lang="id-ID" sz="2400" baseline="-25000" dirty="0"/>
                  <a:t>p</a:t>
                </a:r>
                <a:r>
                  <a:rPr lang="id-ID" sz="2400" dirty="0"/>
                  <a:t> + 0,8 + 0,2 = 3 </a:t>
                </a:r>
                <a:r>
                  <a:rPr lang="id-ID" sz="2400" dirty="0">
                    <a:sym typeface="Symbol" panose="05050102010706020507" pitchFamily="18" charset="2"/>
                  </a:rPr>
                  <a:t></a:t>
                </a:r>
                <a:endParaRPr lang="en-US" sz="2400" dirty="0">
                  <a:sym typeface="Symbol" panose="05050102010706020507" pitchFamily="18" charset="2"/>
                </a:endParaRPr>
              </a:p>
              <a:p>
                <a:endParaRPr lang="en-US" sz="2400" dirty="0">
                  <a:sym typeface="Symbol" panose="05050102010706020507" pitchFamily="18" charset="2"/>
                </a:endParaRPr>
              </a:p>
              <a:p>
                <a14:m>
                  <m:oMath xmlns:m="http://schemas.openxmlformats.org/officeDocument/2006/math">
                    <m:r>
                      <a:rPr lang="id-ID" sz="32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id-ID" sz="3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32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3200" i="1">
                                <a:latin typeface="Cambria Math" panose="02040503050406030204" pitchFamily="18" charset="0"/>
                              </a:rPr>
                              <m:t>𝑡𝑜𝑡𝑎𝑙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3200" dirty="0"/>
                  <a:t> </a:t>
                </a:r>
                <a:r>
                  <a:rPr lang="id-ID" sz="3200" dirty="0"/>
                  <a:t>=</a:t>
                </a: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3200" dirty="0"/>
                  <a:t> </a:t>
                </a:r>
                <a:r>
                  <a:rPr lang="id-ID" sz="2400" dirty="0"/>
                  <a:t>= </a:t>
                </a:r>
                <a:r>
                  <a:rPr lang="id-ID" sz="2400" b="1" dirty="0"/>
                  <a:t>6 A</a:t>
                </a:r>
                <a:r>
                  <a:rPr lang="id-ID" sz="2400" dirty="0"/>
                  <a:t>		</a:t>
                </a:r>
                <a:r>
                  <a:rPr lang="en-US" sz="2400" dirty="0"/>
                  <a:t>	</a:t>
                </a:r>
                <a:r>
                  <a:rPr lang="id-ID" sz="2400" dirty="0"/>
                  <a:t>V</a:t>
                </a:r>
                <a:r>
                  <a:rPr lang="id-ID" sz="2400" baseline="-25000" dirty="0"/>
                  <a:t>AD</a:t>
                </a:r>
                <a:r>
                  <a:rPr lang="id-ID" sz="2400" dirty="0"/>
                  <a:t> =V</a:t>
                </a:r>
                <a:r>
                  <a:rPr lang="id-ID" sz="2400" baseline="-25000" dirty="0"/>
                  <a:t>AB</a:t>
                </a:r>
                <a:r>
                  <a:rPr lang="id-ID" sz="2400" dirty="0"/>
                  <a:t>+V</a:t>
                </a:r>
                <a:r>
                  <a:rPr lang="id-ID" sz="2400" baseline="-25000" dirty="0"/>
                  <a:t>BD</a:t>
                </a:r>
                <a:r>
                  <a:rPr lang="id-ID" sz="2400" dirty="0"/>
                  <a:t> 		</a:t>
                </a:r>
                <a:r>
                  <a:rPr lang="en-US" sz="2400" dirty="0"/>
                  <a:t>		</a:t>
                </a:r>
                <a:r>
                  <a:rPr lang="id-ID" sz="2400" dirty="0"/>
                  <a:t>V</a:t>
                </a:r>
                <a:r>
                  <a:rPr lang="id-ID" sz="2400" baseline="-25000" dirty="0"/>
                  <a:t>AD</a:t>
                </a:r>
                <a:r>
                  <a:rPr lang="id-ID" sz="2400" dirty="0"/>
                  <a:t> = I. R</a:t>
                </a:r>
                <a:r>
                  <a:rPr lang="id-ID" sz="2400" baseline="-25000" dirty="0"/>
                  <a:t>p</a:t>
                </a:r>
                <a:r>
                  <a:rPr lang="id-ID" sz="2400" dirty="0"/>
                  <a:t> = 6 x 2 = 12 volt</a:t>
                </a:r>
                <a:endParaRPr lang="en-US" sz="2400" dirty="0"/>
              </a:p>
              <a:p>
                <a:r>
                  <a:rPr lang="id-ID" sz="32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𝐴𝐵𝐷</m:t>
                        </m:r>
                      </m:sub>
                    </m:sSub>
                    <m:r>
                      <a:rPr lang="id-ID" sz="3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32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d-ID" sz="3200" i="1">
                                <a:latin typeface="Cambria Math" panose="02040503050406030204" pitchFamily="18" charset="0"/>
                              </a:rPr>
                              <m:t>𝐴𝐷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32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3200" i="1">
                                <a:latin typeface="Cambria Math" panose="02040503050406030204" pitchFamily="18" charset="0"/>
                              </a:rPr>
                              <m:t>𝐴𝐵𝐷</m:t>
                            </m:r>
                          </m:sub>
                        </m:sSub>
                      </m:den>
                    </m:f>
                  </m:oMath>
                </a14:m>
                <a:r>
                  <a:rPr lang="id-ID" sz="32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𝐴𝐵𝐷</m:t>
                        </m:r>
                      </m:sub>
                    </m:sSub>
                    <m:r>
                      <a:rPr lang="id-ID" sz="3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id-ID" sz="2400" dirty="0"/>
                  <a:t>= </a:t>
                </a:r>
                <a:r>
                  <a:rPr lang="id-ID" sz="2400" b="1" dirty="0"/>
                  <a:t>2 A</a:t>
                </a:r>
                <a:r>
                  <a:rPr lang="id-ID" sz="2400" dirty="0"/>
                  <a:t>		 I</a:t>
                </a:r>
                <a:r>
                  <a:rPr lang="id-ID" sz="2400" baseline="-25000" dirty="0"/>
                  <a:t>AB</a:t>
                </a:r>
                <a:r>
                  <a:rPr lang="id-ID" sz="2400" dirty="0"/>
                  <a:t> = I</a:t>
                </a:r>
                <a:r>
                  <a:rPr lang="id-ID" sz="2400" baseline="-25000" dirty="0"/>
                  <a:t>BD </a:t>
                </a:r>
                <a:r>
                  <a:rPr lang="id-ID" sz="2400" dirty="0"/>
                  <a:t>= I</a:t>
                </a:r>
                <a:r>
                  <a:rPr lang="id-ID" sz="2400" baseline="-25000" dirty="0"/>
                  <a:t>ABD</a:t>
                </a:r>
                <a:r>
                  <a:rPr lang="id-ID" sz="2400" dirty="0"/>
                  <a:t> karena seri</a:t>
                </a:r>
                <a:endParaRPr lang="en-US" sz="2400" dirty="0"/>
              </a:p>
              <a:p>
                <a:r>
                  <a:rPr lang="id-ID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𝐴𝐶𝐷</m:t>
                        </m:r>
                      </m:sub>
                    </m:sSub>
                    <m:r>
                      <a:rPr lang="id-ID" sz="3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32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d-ID" sz="3200" i="1">
                                <a:latin typeface="Cambria Math" panose="02040503050406030204" pitchFamily="18" charset="0"/>
                              </a:rPr>
                              <m:t>𝐴𝐷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32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d-ID" sz="3200" i="1">
                                <a:latin typeface="Cambria Math" panose="02040503050406030204" pitchFamily="18" charset="0"/>
                              </a:rPr>
                              <m:t>𝐴𝐶𝐷</m:t>
                            </m:r>
                          </m:sub>
                        </m:sSub>
                      </m:den>
                    </m:f>
                  </m:oMath>
                </a14:m>
                <a:r>
                  <a:rPr lang="id-ID" sz="32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𝐴𝐶𝐷</m:t>
                        </m:r>
                      </m:sub>
                    </m:sSub>
                    <m:r>
                      <a:rPr lang="id-ID" sz="3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id-ID" sz="2400" dirty="0"/>
                  <a:t>= </a:t>
                </a:r>
                <a:r>
                  <a:rPr lang="id-ID" sz="2400" b="1" dirty="0"/>
                  <a:t>4 A</a:t>
                </a:r>
                <a:r>
                  <a:rPr lang="id-ID" sz="2400" dirty="0"/>
                  <a:t>		I</a:t>
                </a:r>
                <a:r>
                  <a:rPr lang="id-ID" sz="2400" baseline="-25000" dirty="0"/>
                  <a:t>AC</a:t>
                </a:r>
                <a:r>
                  <a:rPr lang="id-ID" sz="2400" dirty="0"/>
                  <a:t> = I</a:t>
                </a:r>
                <a:r>
                  <a:rPr lang="id-ID" sz="2400" baseline="-25000" dirty="0"/>
                  <a:t>CD </a:t>
                </a:r>
                <a:r>
                  <a:rPr lang="id-ID" sz="2400" dirty="0"/>
                  <a:t>= I</a:t>
                </a:r>
                <a:r>
                  <a:rPr lang="id-ID" sz="2400" baseline="-25000" dirty="0"/>
                  <a:t>ACD</a:t>
                </a:r>
                <a:r>
                  <a:rPr lang="id-ID" sz="2400" dirty="0"/>
                  <a:t> karena seri</a:t>
                </a:r>
                <a:endParaRPr lang="en-US" sz="2400" baseline="-25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D0714E-4CA7-4044-9FB6-312DD1F35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12192000" cy="6858000"/>
              </a:xfrm>
              <a:blipFill>
                <a:blip r:embed="rId3"/>
                <a:stretch>
                  <a:fillRect l="-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0D2E984-3956-43B4-8F88-C269BF7595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786" y="0"/>
            <a:ext cx="2381582" cy="2200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11BBAA-5223-4BDD-9151-94EF4F0CF6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971" y="1596041"/>
            <a:ext cx="2353003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34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 descr="D:\handout\IMG-20200326-WA0039.jpg">
            <a:extLst>
              <a:ext uri="{FF2B5EF4-FFF2-40B4-BE49-F238E27FC236}">
                <a16:creationId xmlns:a16="http://schemas.microsoft.com/office/drawing/2014/main" id="{F6535E58-0346-41D8-A3B1-824D5D01F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914400"/>
            <a:ext cx="6858000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B0D641-9B60-453B-9484-068FB5EF53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12192000" cy="6747164"/>
              </a:xfrm>
            </p:spPr>
            <p:txBody>
              <a:bodyPr>
                <a:normAutofit/>
              </a:bodyPr>
              <a:lstStyle/>
              <a:p>
                <a:pPr lvl="0"/>
                <a:r>
                  <a:rPr lang="en-US" sz="3600" b="1" dirty="0"/>
                  <a:t>Resistor  Shunt dan Galvanometer (</a:t>
                </a:r>
                <a:r>
                  <a:rPr lang="en-US" sz="3600" b="1" dirty="0" err="1"/>
                  <a:t>Ampermeter</a:t>
                </a:r>
                <a:r>
                  <a:rPr lang="en-US" sz="3600" b="1" dirty="0"/>
                  <a:t>)</a:t>
                </a:r>
                <a:endParaRPr lang="en-US" sz="3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3600"/>
                          <m:t>SH</m:t>
                        </m:r>
                      </m:sub>
                    </m:sSub>
                    <m:r>
                      <a:rPr lang="en-US" sz="3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sz="3600" i="1" dirty="0"/>
                  <a:t>			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den>
                    </m:f>
                  </m:oMath>
                </a14:m>
                <a:endParaRPr lang="en-US" sz="3600" dirty="0"/>
              </a:p>
              <a:p>
                <a:pPr lvl="0"/>
                <a:r>
                  <a:rPr lang="en-US" sz="3600" b="1" dirty="0"/>
                  <a:t>Resistor </a:t>
                </a:r>
                <a:r>
                  <a:rPr lang="en-US" sz="3600" b="1" dirty="0" err="1"/>
                  <a:t>seri</a:t>
                </a:r>
                <a:r>
                  <a:rPr lang="en-US" sz="3600" b="1" dirty="0"/>
                  <a:t> dan Galvanometer (voltmeter)</a:t>
                </a:r>
                <a:endParaRPr lang="en-US" sz="3600" dirty="0"/>
              </a:p>
              <a:p>
                <a:r>
                  <a:rPr lang="en-US" sz="3600" dirty="0"/>
                  <a:t>Rs = (n – 1) R</a:t>
                </a:r>
                <a:r>
                  <a:rPr lang="en-US" sz="3600" baseline="-25000" dirty="0"/>
                  <a:t>C		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den>
                    </m:f>
                  </m:oMath>
                </a14:m>
                <a:endParaRPr lang="en-US" sz="3600" dirty="0"/>
              </a:p>
              <a:p>
                <a:pPr lvl="0"/>
                <a:r>
                  <a:rPr lang="en-US" sz="3600" b="1" dirty="0" err="1"/>
                  <a:t>Hukum</a:t>
                </a:r>
                <a:r>
                  <a:rPr lang="en-US" sz="3600" b="1" dirty="0"/>
                  <a:t> Kirchhoff  II</a:t>
                </a:r>
                <a:endParaRPr lang="en-US" sz="3600" dirty="0"/>
              </a:p>
              <a:p>
                <a:pPr marL="234950" indent="-234950">
                  <a:buNone/>
                </a:pPr>
                <a:r>
                  <a:rPr lang="en-US" sz="3600" dirty="0">
                    <a:sym typeface="Symbol" panose="05050102010706020507" pitchFamily="18" charset="2"/>
                  </a:rPr>
                  <a:t>	</a:t>
                </a:r>
                <a:r>
                  <a:rPr lang="en-US" sz="3600" dirty="0"/>
                  <a:t> + </a:t>
                </a:r>
                <a:r>
                  <a:rPr lang="en-US" sz="3600" dirty="0">
                    <a:sym typeface="Symbol" panose="05050102010706020507" pitchFamily="18" charset="2"/>
                  </a:rPr>
                  <a:t></a:t>
                </a:r>
                <a:r>
                  <a:rPr lang="en-US" sz="3600" dirty="0"/>
                  <a:t>I.R =0</a:t>
                </a:r>
              </a:p>
              <a:p>
                <a:pPr marL="23495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B0D641-9B60-453B-9484-068FB5EF53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12192000" cy="6747164"/>
              </a:xfrm>
              <a:blipFill>
                <a:blip r:embed="rId3"/>
                <a:stretch>
                  <a:fillRect l="-1000" t="-12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7">
            <a:extLst>
              <a:ext uri="{FF2B5EF4-FFF2-40B4-BE49-F238E27FC236}">
                <a16:creationId xmlns:a16="http://schemas.microsoft.com/office/drawing/2014/main" id="{59643BBF-C5D8-4AD1-9878-1EAFFBE5E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FC50196-5A3C-4B8C-B80B-7C66B08F801A}"/>
                  </a:ext>
                </a:extLst>
              </p14:cNvPr>
              <p14:cNvContentPartPr/>
              <p14:nvPr/>
            </p14:nvContentPartPr>
            <p14:xfrm>
              <a:off x="5084280" y="3341520"/>
              <a:ext cx="486360" cy="487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FC50196-5A3C-4B8C-B80B-7C66B08F80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74920" y="3332160"/>
                <a:ext cx="505080" cy="50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8801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:\handout\IMG-20200326-WA0039.jpg">
            <a:extLst>
              <a:ext uri="{FF2B5EF4-FFF2-40B4-BE49-F238E27FC236}">
                <a16:creationId xmlns:a16="http://schemas.microsoft.com/office/drawing/2014/main" id="{4E2E5695-92B3-4C59-AA56-543708BCE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999" y="0"/>
            <a:ext cx="791307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ECCB8-1668-4A36-8770-F93364655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84540" cy="6857999"/>
          </a:xfrm>
        </p:spPr>
        <p:txBody>
          <a:bodyPr/>
          <a:lstStyle/>
          <a:p>
            <a:pPr marL="234950" indent="0">
              <a:buNone/>
            </a:pPr>
            <a:r>
              <a:rPr lang="en-US" sz="2800" dirty="0"/>
              <a:t>Dari </a:t>
            </a:r>
            <a:r>
              <a:rPr lang="en-US" sz="2800" dirty="0" err="1"/>
              <a:t>gambar</a:t>
            </a:r>
            <a:r>
              <a:rPr lang="en-US" sz="2800" dirty="0"/>
              <a:t> di </a:t>
            </a:r>
            <a:r>
              <a:rPr lang="en-US" sz="2800" dirty="0" err="1"/>
              <a:t>bawah</a:t>
            </a:r>
            <a:r>
              <a:rPr lang="en-US" sz="2800" dirty="0"/>
              <a:t> ! </a:t>
            </a:r>
            <a:r>
              <a:rPr lang="en-US" sz="2800" dirty="0" err="1"/>
              <a:t>Tentukanlah</a:t>
            </a:r>
            <a:r>
              <a:rPr lang="en-US" sz="2800" dirty="0"/>
              <a:t>:	</a:t>
            </a:r>
          </a:p>
          <a:p>
            <a:pPr marL="234950" lvl="0" indent="0" fontAlgn="base">
              <a:buNone/>
            </a:pPr>
            <a:r>
              <a:rPr lang="en-US" sz="2800" dirty="0"/>
              <a:t>a. </a:t>
            </a:r>
            <a:r>
              <a:rPr lang="en-US" sz="2800" dirty="0" err="1"/>
              <a:t>Tegangan</a:t>
            </a:r>
            <a:r>
              <a:rPr lang="en-US" sz="2800" dirty="0"/>
              <a:t> </a:t>
            </a:r>
            <a:r>
              <a:rPr lang="en-US" sz="2800" dirty="0" err="1"/>
              <a:t>antara</a:t>
            </a:r>
            <a:r>
              <a:rPr lang="en-US" sz="2800" dirty="0"/>
              <a:t> a </a:t>
            </a:r>
            <a:r>
              <a:rPr lang="en-US" sz="2800" dirty="0" err="1"/>
              <a:t>dengan</a:t>
            </a:r>
            <a:r>
              <a:rPr lang="en-US" sz="2800" dirty="0"/>
              <a:t> b (</a:t>
            </a:r>
            <a:r>
              <a:rPr lang="en-US" sz="2800" dirty="0" err="1"/>
              <a:t>Vab</a:t>
            </a:r>
            <a:r>
              <a:rPr lang="en-US" sz="2800" dirty="0"/>
              <a:t>) </a:t>
            </a:r>
          </a:p>
          <a:p>
            <a:pPr marL="234950" indent="0">
              <a:buNone/>
            </a:pPr>
            <a:r>
              <a:rPr lang="en-US" sz="2800" dirty="0"/>
              <a:t>b.  </a:t>
            </a:r>
            <a:r>
              <a:rPr lang="en-US" sz="2800" dirty="0" err="1"/>
              <a:t>Energi</a:t>
            </a:r>
            <a:r>
              <a:rPr lang="en-US" sz="2800" dirty="0"/>
              <a:t> per </a:t>
            </a:r>
            <a:r>
              <a:rPr lang="en-US" sz="2800" dirty="0" err="1"/>
              <a:t>sekon</a:t>
            </a:r>
            <a:r>
              <a:rPr lang="en-US" sz="2800" dirty="0"/>
              <a:t> yang </a:t>
            </a:r>
            <a:r>
              <a:rPr lang="en-US" sz="2800" dirty="0" err="1"/>
              <a:t>dipergunakan</a:t>
            </a:r>
            <a:r>
              <a:rPr lang="en-US" sz="2800" dirty="0"/>
              <a:t> </a:t>
            </a:r>
            <a:r>
              <a:rPr lang="en-US" sz="2800" dirty="0" err="1"/>
              <a:t>hambatan</a:t>
            </a:r>
            <a:r>
              <a:rPr lang="en-US" sz="2800" dirty="0"/>
              <a:t> 5 </a:t>
            </a:r>
            <a:r>
              <a:rPr lang="en-US" sz="2800" dirty="0">
                <a:sym typeface="Symbol" panose="05050102010706020507" pitchFamily="18" charset="2"/>
              </a:rPr>
              <a:t></a:t>
            </a:r>
            <a:endParaRPr lang="en-US" sz="2800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B8AD738-98B8-43C3-A7E6-492FFEA37A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0209612"/>
              </p:ext>
            </p:extLst>
          </p:nvPr>
        </p:nvGraphicFramePr>
        <p:xfrm>
          <a:off x="339737" y="2311301"/>
          <a:ext cx="6100819" cy="2956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7" r:id="rId4" imgW="1933956" imgH="943356" progId="Unknown">
                  <p:embed/>
                </p:oleObj>
              </mc:Choice>
              <mc:Fallback>
                <p:oleObj r:id="rId4" imgW="1933956" imgH="943356" progId="Unknown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5C633A2D-9BE3-4218-AF33-42808679CC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contrast="-12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737" y="2311301"/>
                        <a:ext cx="6100819" cy="29560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8426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4" descr="D:\handout\IMG-20200326-WA0039.jpg">
            <a:extLst>
              <a:ext uri="{FF2B5EF4-FFF2-40B4-BE49-F238E27FC236}">
                <a16:creationId xmlns:a16="http://schemas.microsoft.com/office/drawing/2014/main" id="{D64AD29D-82D8-4572-A1A6-F4B839404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999" y="0"/>
            <a:ext cx="791307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0DD3DE-1797-4D49-AB04-17AC5507DF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-15496"/>
                <a:ext cx="12192000" cy="6873496"/>
              </a:xfrm>
            </p:spPr>
            <p:txBody>
              <a:bodyPr>
                <a:noAutofit/>
              </a:bodyPr>
              <a:lstStyle/>
              <a:p>
                <a:pPr marL="3657600" indent="-3546475">
                  <a:buNone/>
                </a:pPr>
                <a:r>
                  <a:rPr lang="en-US" sz="2800" b="1" dirty="0"/>
                  <a:t>Cara 1</a:t>
                </a:r>
                <a:r>
                  <a:rPr lang="en-US" sz="2800" dirty="0"/>
                  <a:t> 				</a:t>
                </a:r>
                <a:r>
                  <a:rPr lang="id-ID" sz="2800" dirty="0"/>
                  <a:t>Loop-I	: 	</a:t>
                </a:r>
                <a:r>
                  <a:rPr lang="id-ID" sz="2800" dirty="0">
                    <a:sym typeface="Symbol" panose="05050102010706020507" pitchFamily="18" charset="2"/>
                  </a:rPr>
                  <a:t></a:t>
                </a:r>
                <a:r>
                  <a:rPr lang="id-ID" sz="2800" dirty="0"/>
                  <a:t>E + </a:t>
                </a:r>
                <a:r>
                  <a:rPr lang="id-ID" sz="2800" dirty="0">
                    <a:sym typeface="Symbol" panose="05050102010706020507" pitchFamily="18" charset="2"/>
                  </a:rPr>
                  <a:t></a:t>
                </a:r>
                <a:r>
                  <a:rPr lang="id-ID" sz="2800" dirty="0"/>
                  <a:t>I.R = 0</a:t>
                </a:r>
                <a:endParaRPr lang="en-US" sz="2800" dirty="0"/>
              </a:p>
              <a:p>
                <a:pPr marL="3657600" indent="0">
                  <a:buNone/>
                </a:pPr>
                <a:r>
                  <a:rPr lang="id-ID" sz="2800" dirty="0"/>
                  <a:t>			</a:t>
                </a:r>
                <a:r>
                  <a:rPr lang="en-US" sz="2800" dirty="0"/>
                  <a:t>6 </a:t>
                </a:r>
                <a:r>
                  <a:rPr lang="id-ID" sz="2800" dirty="0"/>
                  <a:t>– 6 + I</a:t>
                </a:r>
                <a:r>
                  <a:rPr lang="id-ID" sz="2800" baseline="-25000" dirty="0"/>
                  <a:t>1</a:t>
                </a:r>
                <a:r>
                  <a:rPr lang="en-US" sz="2800" dirty="0"/>
                  <a:t>(3+1+2)</a:t>
                </a:r>
                <a:r>
                  <a:rPr lang="id-ID" sz="2800" dirty="0"/>
                  <a:t> – I</a:t>
                </a:r>
                <a:r>
                  <a:rPr lang="id-ID" sz="2800" baseline="-25000" dirty="0"/>
                  <a:t>2</a:t>
                </a:r>
                <a:r>
                  <a:rPr lang="id-ID" sz="2800" dirty="0"/>
                  <a:t> = 0</a:t>
                </a:r>
                <a:endParaRPr lang="en-US" sz="2800" dirty="0"/>
              </a:p>
              <a:p>
                <a:pPr marL="3657600" indent="0">
                  <a:buNone/>
                </a:pPr>
                <a:r>
                  <a:rPr lang="en-US" sz="2800" dirty="0"/>
                  <a:t>			</a:t>
                </a:r>
                <a:r>
                  <a:rPr lang="id-ID" sz="2800" dirty="0"/>
                  <a:t>6.I</a:t>
                </a:r>
                <a:r>
                  <a:rPr lang="id-ID" sz="2800" baseline="-25000" dirty="0"/>
                  <a:t>1</a:t>
                </a:r>
                <a:r>
                  <a:rPr lang="id-ID" sz="2800" dirty="0"/>
                  <a:t> – I</a:t>
                </a:r>
                <a:r>
                  <a:rPr lang="id-ID" sz="2800" baseline="-25000" dirty="0"/>
                  <a:t>2</a:t>
                </a:r>
                <a:r>
                  <a:rPr lang="id-ID" sz="2800" dirty="0"/>
                  <a:t> = 0	. . . . . . . . . . . . 	( 1 )</a:t>
                </a:r>
                <a:endParaRPr lang="en-US" sz="2800" dirty="0"/>
              </a:p>
              <a:p>
                <a:pPr marL="3657600" indent="0">
                  <a:buNone/>
                </a:pPr>
                <a:r>
                  <a:rPr lang="en-US" sz="2800" dirty="0"/>
                  <a:t>			</a:t>
                </a:r>
                <a:r>
                  <a:rPr lang="id-ID" sz="2800" dirty="0"/>
                  <a:t>Loop-II	: 	</a:t>
                </a:r>
                <a:r>
                  <a:rPr lang="id-ID" sz="2800" dirty="0">
                    <a:sym typeface="Symbol" panose="05050102010706020507" pitchFamily="18" charset="2"/>
                  </a:rPr>
                  <a:t></a:t>
                </a:r>
                <a:r>
                  <a:rPr lang="id-ID" sz="2800" dirty="0"/>
                  <a:t>E + </a:t>
                </a:r>
                <a:r>
                  <a:rPr lang="id-ID" sz="2800" dirty="0">
                    <a:sym typeface="Symbol" panose="05050102010706020507" pitchFamily="18" charset="2"/>
                  </a:rPr>
                  <a:t></a:t>
                </a:r>
                <a:r>
                  <a:rPr lang="id-ID" sz="2800" dirty="0"/>
                  <a:t>I.R = 0</a:t>
                </a:r>
                <a:endParaRPr lang="en-US" sz="2800" dirty="0"/>
              </a:p>
              <a:p>
                <a:pPr marL="3657600" indent="0">
                  <a:buNone/>
                </a:pPr>
                <a:r>
                  <a:rPr lang="en-US" sz="2800" dirty="0"/>
                  <a:t>			</a:t>
                </a:r>
                <a:r>
                  <a:rPr lang="id-ID" sz="2800" dirty="0"/>
                  <a:t>– 6 + I</a:t>
                </a:r>
                <a:r>
                  <a:rPr lang="id-ID" sz="2800" baseline="-25000" dirty="0"/>
                  <a:t>2</a:t>
                </a:r>
                <a:r>
                  <a:rPr lang="id-ID" sz="2800" dirty="0"/>
                  <a:t> + 8.I</a:t>
                </a:r>
                <a:r>
                  <a:rPr lang="id-ID" sz="2800" baseline="-25000" dirty="0"/>
                  <a:t>3</a:t>
                </a:r>
                <a:r>
                  <a:rPr lang="id-ID" sz="2800" dirty="0"/>
                  <a:t> = 0 </a:t>
                </a:r>
                <a:endParaRPr lang="en-US" sz="2800" dirty="0"/>
              </a:p>
              <a:p>
                <a:pPr marL="3657600" indent="0">
                  <a:buNone/>
                </a:pPr>
                <a:r>
                  <a:rPr lang="en-US" sz="2800" dirty="0"/>
                  <a:t>			</a:t>
                </a:r>
                <a:r>
                  <a:rPr lang="id-ID" sz="2800" dirty="0"/>
                  <a:t>I</a:t>
                </a:r>
                <a:r>
                  <a:rPr lang="id-ID" sz="2800" baseline="-25000" dirty="0"/>
                  <a:t>2</a:t>
                </a:r>
                <a:r>
                  <a:rPr lang="id-ID" sz="2800" dirty="0"/>
                  <a:t> + 8.I</a:t>
                </a:r>
                <a:r>
                  <a:rPr lang="id-ID" sz="2800" baseline="-25000" dirty="0"/>
                  <a:t>3</a:t>
                </a:r>
                <a:r>
                  <a:rPr lang="id-ID" sz="2800" dirty="0"/>
                  <a:t> = 6	. . . . . . . . . . . 	( 2 )</a:t>
                </a:r>
                <a:endParaRPr lang="en-US" sz="2800" dirty="0"/>
              </a:p>
              <a:p>
                <a:pPr marL="457200" indent="-396875"/>
                <a:r>
                  <a:rPr lang="id-ID" sz="2800" dirty="0"/>
                  <a:t>Hukum – I Kirchoff :</a:t>
                </a:r>
                <a:endParaRPr lang="en-US" sz="2800" dirty="0"/>
              </a:p>
              <a:p>
                <a:pPr marL="457200" indent="-396875"/>
                <a:r>
                  <a:rPr lang="id-ID" sz="2800" dirty="0"/>
                  <a:t>I</a:t>
                </a:r>
                <a:r>
                  <a:rPr lang="id-ID" sz="2800" baseline="-25000" dirty="0"/>
                  <a:t>1 </a:t>
                </a:r>
                <a:r>
                  <a:rPr lang="en-US" sz="2800" dirty="0"/>
                  <a:t>+</a:t>
                </a:r>
                <a:r>
                  <a:rPr lang="id-ID" sz="2800" dirty="0"/>
                  <a:t>I</a:t>
                </a:r>
                <a:r>
                  <a:rPr lang="id-ID" sz="2800" baseline="-25000" dirty="0"/>
                  <a:t>2</a:t>
                </a:r>
                <a:r>
                  <a:rPr lang="id-ID" sz="2800" dirty="0"/>
                  <a:t> </a:t>
                </a:r>
                <a:r>
                  <a:rPr lang="en-US" sz="2800" dirty="0"/>
                  <a:t>= </a:t>
                </a:r>
                <a:r>
                  <a:rPr lang="id-ID" sz="2800" dirty="0"/>
                  <a:t>I</a:t>
                </a:r>
                <a:r>
                  <a:rPr lang="id-ID" sz="2800" baseline="-25000" dirty="0"/>
                  <a:t>3</a:t>
                </a:r>
                <a:r>
                  <a:rPr lang="id-ID" sz="2800" dirty="0"/>
                  <a:t> </a:t>
                </a:r>
                <a:endParaRPr lang="en-US" sz="2800" dirty="0"/>
              </a:p>
              <a:p>
                <a:pPr marL="457200" indent="-396875"/>
                <a:r>
                  <a:rPr lang="id-ID" sz="2800" dirty="0"/>
                  <a:t>I</a:t>
                </a:r>
                <a:r>
                  <a:rPr lang="id-ID" sz="2800" baseline="-25000" dirty="0"/>
                  <a:t>1 </a:t>
                </a:r>
                <a:r>
                  <a:rPr lang="id-ID" sz="2800" dirty="0"/>
                  <a:t>=</a:t>
                </a:r>
                <a:r>
                  <a:rPr lang="id-ID" sz="2800" baseline="-25000" dirty="0"/>
                  <a:t> </a:t>
                </a:r>
                <a:r>
                  <a:rPr lang="id-ID" sz="2800" dirty="0"/>
                  <a:t>I</a:t>
                </a:r>
                <a:r>
                  <a:rPr lang="id-ID" sz="2800" baseline="-25000" dirty="0"/>
                  <a:t>3</a:t>
                </a:r>
                <a:r>
                  <a:rPr lang="id-ID" sz="2800" dirty="0"/>
                  <a:t> – I</a:t>
                </a:r>
                <a:r>
                  <a:rPr lang="id-ID" sz="2800" baseline="-25000" dirty="0"/>
                  <a:t>2</a:t>
                </a:r>
                <a:r>
                  <a:rPr lang="id-ID" sz="2800" dirty="0"/>
                  <a:t> 	. . . . . . . . 	( 3 )</a:t>
                </a:r>
                <a:endParaRPr lang="en-US" sz="2800" dirty="0"/>
              </a:p>
              <a:p>
                <a:r>
                  <a:rPr lang="id-ID" sz="2800" dirty="0"/>
                  <a:t>Subt. ( 3 ) ke ( 1 ) :</a:t>
                </a:r>
                <a:endParaRPr lang="en-US" sz="2800" dirty="0"/>
              </a:p>
              <a:p>
                <a:r>
                  <a:rPr lang="id-ID" sz="2800" dirty="0"/>
                  <a:t>6.</a:t>
                </a:r>
                <a:r>
                  <a:rPr lang="en-US" sz="2800" dirty="0"/>
                  <a:t>(</a:t>
                </a:r>
                <a:r>
                  <a:rPr lang="id-ID" sz="2800" dirty="0"/>
                  <a:t>I</a:t>
                </a:r>
                <a:r>
                  <a:rPr lang="en-US" sz="2800" baseline="-25000" dirty="0"/>
                  <a:t>3</a:t>
                </a:r>
                <a:r>
                  <a:rPr lang="en-US" sz="2800" dirty="0"/>
                  <a:t> – I</a:t>
                </a:r>
                <a:r>
                  <a:rPr lang="en-US" sz="2800" baseline="-25000" dirty="0"/>
                  <a:t>2</a:t>
                </a:r>
                <a:r>
                  <a:rPr lang="en-US" sz="2800" dirty="0"/>
                  <a:t>)</a:t>
                </a:r>
                <a:r>
                  <a:rPr lang="id-ID" sz="2800" dirty="0"/>
                  <a:t> – I</a:t>
                </a:r>
                <a:r>
                  <a:rPr lang="id-ID" sz="2800" baseline="-25000" dirty="0"/>
                  <a:t>2</a:t>
                </a:r>
                <a:r>
                  <a:rPr lang="id-ID" sz="2800" dirty="0"/>
                  <a:t> = 0</a:t>
                </a:r>
                <a:r>
                  <a:rPr lang="en-US" sz="2800" dirty="0"/>
                  <a:t>				</a:t>
                </a:r>
                <a:r>
                  <a:rPr lang="id-ID" sz="2800" dirty="0"/>
                  <a:t> 6</a:t>
                </a:r>
                <a:r>
                  <a:rPr lang="en-US" sz="2800" dirty="0"/>
                  <a:t> </a:t>
                </a:r>
                <a:r>
                  <a:rPr lang="id-ID" sz="2800" dirty="0"/>
                  <a:t>I</a:t>
                </a:r>
                <a:r>
                  <a:rPr lang="en-US" sz="2800" baseline="-25000" dirty="0"/>
                  <a:t>3</a:t>
                </a:r>
                <a:r>
                  <a:rPr lang="en-US" sz="2800" dirty="0"/>
                  <a:t> – 6 I</a:t>
                </a:r>
                <a:r>
                  <a:rPr lang="en-US" sz="2800" baseline="-25000" dirty="0"/>
                  <a:t>2</a:t>
                </a:r>
                <a:r>
                  <a:rPr lang="id-ID" sz="2800" dirty="0"/>
                  <a:t> – I</a:t>
                </a:r>
                <a:r>
                  <a:rPr lang="id-ID" sz="2800" baseline="-25000" dirty="0"/>
                  <a:t>2</a:t>
                </a:r>
                <a:r>
                  <a:rPr lang="id-ID" sz="2800" dirty="0"/>
                  <a:t> = 0</a:t>
                </a:r>
                <a:endParaRPr lang="en-US" sz="2800" dirty="0"/>
              </a:p>
              <a:p>
                <a:r>
                  <a:rPr lang="en-US" sz="2800" dirty="0"/>
                  <a:t> </a:t>
                </a:r>
                <a:r>
                  <a:rPr lang="id-ID" sz="2800" dirty="0"/>
                  <a:t>– 7I</a:t>
                </a:r>
                <a:r>
                  <a:rPr lang="id-ID" sz="2800" baseline="-25000" dirty="0"/>
                  <a:t>2</a:t>
                </a:r>
                <a:r>
                  <a:rPr lang="id-ID" sz="2800" dirty="0"/>
                  <a:t> + 6.I</a:t>
                </a:r>
                <a:r>
                  <a:rPr lang="id-ID" sz="2800" baseline="-25000" dirty="0"/>
                  <a:t>3</a:t>
                </a:r>
                <a:r>
                  <a:rPr lang="id-ID" sz="2800" dirty="0"/>
                  <a:t> = 0	</a:t>
                </a:r>
                <a:r>
                  <a:rPr lang="en-US" sz="2800" dirty="0"/>
                  <a:t>			</a:t>
                </a:r>
                <a:r>
                  <a:rPr lang="id-ID" sz="2800" dirty="0"/>
                  <a:t>	I</a:t>
                </a:r>
                <a:r>
                  <a:rPr lang="id-ID" sz="2800" baseline="-25000" dirty="0"/>
                  <a:t>2</a:t>
                </a:r>
                <a:r>
                  <a:rPr lang="id-ID" sz="2800" dirty="0"/>
                  <a:t> = </a:t>
                </a:r>
                <a14:m>
                  <m:oMath xmlns:m="http://schemas.openxmlformats.org/officeDocument/2006/math">
                    <m:r>
                      <a:rPr lang="id-ID" sz="3200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id-ID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d-ID" sz="2800" dirty="0"/>
                  <a:t>I</a:t>
                </a:r>
                <a:r>
                  <a:rPr lang="id-ID" sz="2800" baseline="-25000" dirty="0"/>
                  <a:t>3</a:t>
                </a:r>
                <a:r>
                  <a:rPr lang="id-ID" sz="2800" dirty="0"/>
                  <a:t> di masukkan ke pers ( 2 )</a:t>
                </a:r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	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0DD3DE-1797-4D49-AB04-17AC5507DF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-15496"/>
                <a:ext cx="12192000" cy="6873496"/>
              </a:xfrm>
              <a:blipFill>
                <a:blip r:embed="rId3"/>
                <a:stretch>
                  <a:fillRect l="-600" t="-887" b="-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7" name="Picture 96">
            <a:extLst>
              <a:ext uri="{FF2B5EF4-FFF2-40B4-BE49-F238E27FC236}">
                <a16:creationId xmlns:a16="http://schemas.microsoft.com/office/drawing/2014/main" id="{B0A8587E-8EEA-4704-A75A-277155696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4004"/>
            <a:ext cx="3786140" cy="292073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4662244-7EC5-4F00-AA21-42C339627D06}"/>
                  </a:ext>
                </a:extLst>
              </p14:cNvPr>
              <p14:cNvContentPartPr/>
              <p14:nvPr/>
            </p14:nvContentPartPr>
            <p14:xfrm>
              <a:off x="396360" y="653040"/>
              <a:ext cx="7920720" cy="4106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4662244-7EC5-4F00-AA21-42C339627D0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7000" y="643680"/>
                <a:ext cx="7939440" cy="412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463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D:\handout\IMG-20200326-WA0039.jpg">
            <a:extLst>
              <a:ext uri="{FF2B5EF4-FFF2-40B4-BE49-F238E27FC236}">
                <a16:creationId xmlns:a16="http://schemas.microsoft.com/office/drawing/2014/main" id="{9539470C-F4F9-436D-8D01-A55636EA3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999" y="0"/>
            <a:ext cx="791307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6CA83E-400B-43B3-BE08-884A5918A9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12192000" cy="6857999"/>
              </a:xfrm>
            </p:spPr>
            <p:txBody>
              <a:bodyPr>
                <a:normAutofit/>
              </a:bodyPr>
              <a:lstStyle/>
              <a:p>
                <a:pPr marL="396875" indent="-58738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3600" i="1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id-ID" sz="3600" i="1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id-ID" sz="3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d-ID" sz="2800" dirty="0"/>
                  <a:t>I</a:t>
                </a:r>
                <a:r>
                  <a:rPr lang="id-ID" sz="2800" baseline="-25000" dirty="0"/>
                  <a:t>3</a:t>
                </a:r>
                <a:r>
                  <a:rPr lang="id-ID" sz="2800" dirty="0"/>
                  <a:t> + 8.I</a:t>
                </a:r>
                <a:r>
                  <a:rPr lang="id-ID" sz="2800" baseline="-25000" dirty="0"/>
                  <a:t>3</a:t>
                </a:r>
                <a:r>
                  <a:rPr lang="id-ID" sz="2800" dirty="0"/>
                  <a:t> = 6	</a:t>
                </a:r>
                <a:r>
                  <a:rPr lang="en-US" sz="2800" dirty="0"/>
                  <a:t>		</a:t>
                </a:r>
                <a:r>
                  <a:rPr lang="id-ID" sz="2800" dirty="0"/>
                  <a:t>	</a:t>
                </a: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3600" i="1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id-ID" sz="3600" i="1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id-ID" sz="3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d-ID" sz="2800" dirty="0"/>
                  <a:t>I</a:t>
                </a:r>
                <a:r>
                  <a:rPr lang="id-ID" sz="2800" baseline="-25000" dirty="0"/>
                  <a:t>3</a:t>
                </a:r>
                <a:r>
                  <a:rPr lang="id-ID" sz="2800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56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id-ID" sz="2800" dirty="0"/>
                  <a:t>.I</a:t>
                </a:r>
                <a:r>
                  <a:rPr lang="id-ID" sz="2800" baseline="-25000" dirty="0"/>
                  <a:t>3</a:t>
                </a:r>
                <a:r>
                  <a:rPr lang="id-ID" sz="2800" dirty="0"/>
                  <a:t> = 6 </a:t>
                </a:r>
                <a:r>
                  <a:rPr lang="en-US" sz="2800" dirty="0"/>
                  <a:t>		</a:t>
                </a:r>
                <a:r>
                  <a:rPr lang="id-ID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62</m:t>
                        </m:r>
                      </m:num>
                      <m:den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id-ID" sz="2800" dirty="0"/>
                  <a:t>.I</a:t>
                </a:r>
                <a:r>
                  <a:rPr lang="id-ID" sz="2800" baseline="-25000" dirty="0"/>
                  <a:t>3</a:t>
                </a:r>
                <a:r>
                  <a:rPr lang="id-ID" sz="2800" dirty="0"/>
                  <a:t> </a:t>
                </a:r>
                <a:r>
                  <a:rPr lang="id-ID" sz="2800" b="1" dirty="0"/>
                  <a:t>= </a:t>
                </a:r>
                <a:r>
                  <a:rPr lang="en-US" sz="2800" b="1" dirty="0"/>
                  <a:t>6		I</a:t>
                </a:r>
                <a:r>
                  <a:rPr lang="en-US" sz="2800" b="1" baseline="-25000" dirty="0"/>
                  <a:t>3</a:t>
                </a:r>
                <a:r>
                  <a:rPr lang="en-US" sz="2800" b="1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62</m:t>
                        </m:r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d-ID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</m:oMath>
                </a14:m>
                <a:endParaRPr lang="en-US" sz="3600" dirty="0"/>
              </a:p>
              <a:p>
                <a:pPr marL="396875" indent="-58738">
                  <a:buNone/>
                </a:pPr>
                <a:r>
                  <a:rPr lang="id-ID" sz="2800" dirty="0"/>
                  <a:t>I</a:t>
                </a:r>
                <a:r>
                  <a:rPr lang="id-ID" sz="2800" baseline="-25000" dirty="0"/>
                  <a:t>2</a:t>
                </a:r>
                <a:r>
                  <a:rPr lang="id-ID" sz="2800" dirty="0"/>
                  <a:t> = 6</a:t>
                </a:r>
                <a:r>
                  <a:rPr lang="en-US" sz="2800" dirty="0"/>
                  <a:t> - </a:t>
                </a:r>
                <a:r>
                  <a:rPr lang="id-ID" sz="2800" dirty="0"/>
                  <a:t>8.I</a:t>
                </a:r>
                <a:r>
                  <a:rPr lang="id-ID" sz="2800" baseline="-25000" dirty="0"/>
                  <a:t>3 </a:t>
                </a:r>
                <a:r>
                  <a:rPr lang="en-US" sz="2800" dirty="0"/>
                  <a:t>	</a:t>
                </a:r>
                <a:r>
                  <a:rPr lang="id-ID" sz="2800" dirty="0"/>
                  <a:t>	</a:t>
                </a:r>
                <a:r>
                  <a:rPr lang="en-US" sz="2800" dirty="0"/>
                  <a:t>			</a:t>
                </a:r>
                <a:r>
                  <a:rPr lang="id-ID" sz="2800" dirty="0"/>
                  <a:t> I</a:t>
                </a:r>
                <a:r>
                  <a:rPr lang="id-ID" sz="2800" baseline="-25000" dirty="0"/>
                  <a:t>2</a:t>
                </a:r>
                <a:r>
                  <a:rPr lang="id-ID" sz="2800" dirty="0"/>
                  <a:t> = 6</a:t>
                </a:r>
                <a:r>
                  <a:rPr lang="en-US" sz="2800" dirty="0"/>
                  <a:t> - </a:t>
                </a:r>
                <a:r>
                  <a:rPr lang="id-ID" sz="2800" dirty="0"/>
                  <a:t>8.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</m:oMath>
                </a14:m>
                <a:r>
                  <a:rPr lang="id-ID" sz="3600" baseline="-25000" dirty="0"/>
                  <a:t> </a:t>
                </a:r>
                <a:r>
                  <a:rPr lang="en-US" sz="2800" baseline="-25000" dirty="0"/>
                  <a:t>			</a:t>
                </a:r>
                <a:r>
                  <a:rPr lang="id-ID" sz="2800" b="1" dirty="0"/>
                  <a:t>I</a:t>
                </a:r>
                <a:r>
                  <a:rPr lang="id-ID" sz="2800" b="1" baseline="-25000" dirty="0"/>
                  <a:t>2</a:t>
                </a:r>
                <a:r>
                  <a:rPr lang="id-ID" sz="2800" b="1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86</m:t>
                        </m:r>
                      </m:num>
                      <m:den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  <m:r>
                      <a:rPr lang="en-US" sz="3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− </m:t>
                    </m:r>
                    <m:f>
                      <m:fPr>
                        <m:ctrlPr>
                          <a:rPr lang="id-ID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168</m:t>
                        </m:r>
                      </m:num>
                      <m:den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  <m:r>
                      <a:rPr lang="en-US" sz="3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b="1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  <m:r>
                      <a:rPr lang="en-US" sz="3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d-ID" sz="2800" b="1" dirty="0"/>
                  <a:t>A</a:t>
                </a:r>
                <a:endParaRPr lang="en-US" sz="2800" dirty="0"/>
              </a:p>
              <a:p>
                <a:pPr marL="396875" indent="-58738">
                  <a:buNone/>
                </a:pPr>
                <a:r>
                  <a:rPr lang="id-ID" sz="2800" dirty="0"/>
                  <a:t>I</a:t>
                </a:r>
                <a:r>
                  <a:rPr lang="id-ID" sz="2800" baseline="-25000" dirty="0"/>
                  <a:t>1 </a:t>
                </a:r>
                <a:r>
                  <a:rPr lang="id-ID" sz="2800" dirty="0"/>
                  <a:t>=</a:t>
                </a:r>
                <a:r>
                  <a:rPr lang="id-ID" sz="2800" baseline="-25000" dirty="0"/>
                  <a:t> </a:t>
                </a:r>
                <a:r>
                  <a:rPr lang="id-ID" sz="2800" dirty="0"/>
                  <a:t>I</a:t>
                </a:r>
                <a:r>
                  <a:rPr lang="id-ID" sz="2800" baseline="-25000" dirty="0"/>
                  <a:t>3</a:t>
                </a:r>
                <a:r>
                  <a:rPr lang="id-ID" sz="2800" dirty="0"/>
                  <a:t> – I</a:t>
                </a:r>
                <a:r>
                  <a:rPr lang="id-ID" sz="2800" baseline="-25000" dirty="0"/>
                  <a:t>2</a:t>
                </a:r>
                <a:r>
                  <a:rPr lang="id-ID" sz="2800" dirty="0"/>
                  <a:t>	</a:t>
                </a:r>
                <a:r>
                  <a:rPr lang="en-US" sz="2800" dirty="0"/>
                  <a:t>				</a:t>
                </a:r>
                <a:r>
                  <a:rPr lang="id-ID" sz="2800" dirty="0"/>
                  <a:t>	I</a:t>
                </a:r>
                <a:r>
                  <a:rPr lang="id-ID" sz="2800" baseline="-25000" dirty="0"/>
                  <a:t>1 </a:t>
                </a:r>
                <a:r>
                  <a:rPr lang="id-ID" sz="2800" dirty="0"/>
                  <a:t>=</a:t>
                </a:r>
                <a:r>
                  <a:rPr lang="id-ID" sz="2800" baseline="-25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600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id-ID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  <m:r>
                      <a:rPr lang="en-US" sz="3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d-ID" sz="2800" dirty="0"/>
                  <a:t>	</a:t>
                </a:r>
                <a:r>
                  <a:rPr lang="en-US" sz="28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</m:oMath>
                </a14:m>
                <a:endParaRPr lang="en-US" sz="3600" dirty="0"/>
              </a:p>
              <a:p>
                <a:pPr marL="0" indent="0">
                  <a:buNone/>
                </a:pPr>
                <a:r>
                  <a:rPr lang="id-ID" sz="2800" dirty="0"/>
                  <a:t>a).	V</a:t>
                </a:r>
                <a:r>
                  <a:rPr lang="id-ID" sz="2800" baseline="-25000" dirty="0"/>
                  <a:t>AB</a:t>
                </a:r>
                <a:r>
                  <a:rPr lang="id-ID" sz="2800" dirty="0"/>
                  <a:t> = V</a:t>
                </a:r>
                <a:r>
                  <a:rPr lang="id-ID" sz="2800" baseline="-25000" dirty="0"/>
                  <a:t>AC</a:t>
                </a:r>
                <a:r>
                  <a:rPr lang="id-ID" sz="2800" dirty="0"/>
                  <a:t> + V</a:t>
                </a:r>
                <a:r>
                  <a:rPr lang="id-ID" sz="2800" baseline="-25000" dirty="0"/>
                  <a:t>CB</a:t>
                </a:r>
                <a:r>
                  <a:rPr lang="id-ID" sz="2800" dirty="0"/>
                  <a:t>	</a:t>
                </a:r>
                <a:endParaRPr lang="en-US" sz="2800" dirty="0"/>
              </a:p>
              <a:p>
                <a:pPr marL="0" indent="0">
                  <a:buNone/>
                </a:pPr>
                <a:r>
                  <a:rPr lang="id-ID" sz="2800" dirty="0"/>
                  <a:t>	V</a:t>
                </a:r>
                <a:r>
                  <a:rPr lang="id-ID" sz="2800" baseline="-25000" dirty="0"/>
                  <a:t>AB</a:t>
                </a:r>
                <a:r>
                  <a:rPr lang="id-ID" sz="2800" dirty="0"/>
                  <a:t> = I</a:t>
                </a:r>
                <a:r>
                  <a:rPr lang="id-ID" sz="2800" baseline="-25000" dirty="0"/>
                  <a:t>1</a:t>
                </a:r>
                <a:r>
                  <a:rPr lang="id-ID" sz="2800" dirty="0"/>
                  <a:t>.2 + I</a:t>
                </a:r>
                <a:r>
                  <a:rPr lang="id-ID" sz="2800" baseline="-25000" dirty="0"/>
                  <a:t>3</a:t>
                </a:r>
                <a:r>
                  <a:rPr lang="id-ID" sz="2800" dirty="0"/>
                  <a:t>.3 </a:t>
                </a:r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          </a:t>
                </a:r>
                <a:r>
                  <a:rPr lang="id-ID" sz="28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</m:oMath>
                </a14:m>
                <a:r>
                  <a:rPr lang="id-ID" sz="2800" dirty="0"/>
                  <a:t> x 2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</m:oMath>
                </a14:m>
                <a:r>
                  <a:rPr lang="id-ID" sz="3600" dirty="0"/>
                  <a:t> </a:t>
                </a:r>
                <a:r>
                  <a:rPr lang="id-ID" sz="2800" dirty="0"/>
                  <a:t>x 3 </a:t>
                </a:r>
                <a:r>
                  <a:rPr lang="en-US" sz="2800" dirty="0"/>
                  <a:t>=</a:t>
                </a:r>
                <a:r>
                  <a:rPr lang="id-ID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69</m:t>
                        </m:r>
                      </m:num>
                      <m:den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</m:oMath>
                </a14:m>
                <a:r>
                  <a:rPr lang="en-US" sz="3600" dirty="0"/>
                  <a:t> = 2,2 volt</a:t>
                </a:r>
              </a:p>
              <a:p>
                <a:pPr marL="0" indent="0">
                  <a:buNone/>
                </a:pPr>
                <a:r>
                  <a:rPr lang="id-ID" sz="2800" dirty="0"/>
                  <a:t>b).	W = V.I.t	</a:t>
                </a:r>
                <a:endParaRPr lang="en-US" sz="2800" dirty="0"/>
              </a:p>
              <a:p>
                <a:pPr marL="0" indent="0">
                  <a:buNone/>
                </a:pPr>
                <a:r>
                  <a:rPr lang="id-ID" sz="2800" dirty="0"/>
                  <a:t>	</a:t>
                </a:r>
                <a:r>
                  <a:rPr lang="en-US" sz="2800" dirty="0"/>
                  <a:t>    </a:t>
                </a:r>
                <a:r>
                  <a:rPr lang="id-ID" sz="2800" dirty="0"/>
                  <a:t>W = I</a:t>
                </a:r>
                <a:r>
                  <a:rPr lang="id-ID" sz="2800" baseline="-25000" dirty="0"/>
                  <a:t>3</a:t>
                </a:r>
                <a:r>
                  <a:rPr lang="id-ID" sz="2800" baseline="30000" dirty="0"/>
                  <a:t>2</a:t>
                </a:r>
                <a:r>
                  <a:rPr lang="id-ID" sz="2800" dirty="0"/>
                  <a:t>.R.t </a:t>
                </a:r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            </a:t>
                </a:r>
                <a:r>
                  <a:rPr lang="id-ID" sz="2800" dirty="0"/>
                  <a:t>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</m:oMath>
                </a14:m>
                <a:r>
                  <a:rPr lang="id-ID" sz="2800" dirty="0"/>
                  <a:t> )</a:t>
                </a:r>
                <a:r>
                  <a:rPr lang="id-ID" sz="2800" baseline="30000" dirty="0"/>
                  <a:t>2</a:t>
                </a:r>
                <a:r>
                  <a:rPr lang="id-ID" sz="2800" dirty="0"/>
                  <a:t> x 5 x 1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205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961</m:t>
                        </m:r>
                      </m:den>
                    </m:f>
                  </m:oMath>
                </a14:m>
                <a:r>
                  <a:rPr lang="en-US" sz="2800" b="1" dirty="0"/>
                  <a:t> = 2,3</a:t>
                </a:r>
                <a:r>
                  <a:rPr lang="id-ID" sz="2800" b="1" dirty="0"/>
                  <a:t> Joule</a:t>
                </a:r>
                <a:endParaRPr lang="en-US" sz="2800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6CA83E-400B-43B3-BE08-884A5918A9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12192000" cy="6857999"/>
              </a:xfrm>
              <a:blipFill>
                <a:blip r:embed="rId3"/>
                <a:stretch>
                  <a:fillRect l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DE5AEC9-B3E8-4B42-A184-22FF14BDACD0}"/>
                  </a:ext>
                </a:extLst>
              </p14:cNvPr>
              <p14:cNvContentPartPr/>
              <p14:nvPr/>
            </p14:nvContentPartPr>
            <p14:xfrm>
              <a:off x="1629720" y="2954880"/>
              <a:ext cx="1694520" cy="2847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DE5AEC9-B3E8-4B42-A184-22FF14BDACD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20360" y="2945520"/>
                <a:ext cx="1713240" cy="286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2764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D:\handout\IMG-20200326-WA0039.jpg">
            <a:extLst>
              <a:ext uri="{FF2B5EF4-FFF2-40B4-BE49-F238E27FC236}">
                <a16:creationId xmlns:a16="http://schemas.microsoft.com/office/drawing/2014/main" id="{62DAB0D7-FD1A-4C4F-8923-4917876C3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2094" y="0"/>
            <a:ext cx="791307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83BCF161-8606-413F-9175-88C913A56F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12192000" cy="6857999"/>
              </a:xfrm>
            </p:spPr>
            <p:txBody>
              <a:bodyPr>
                <a:normAutofit/>
              </a:bodyPr>
              <a:lstStyle/>
              <a:p>
                <a:pPr marL="3657600" indent="-3546475">
                  <a:buNone/>
                </a:pPr>
                <a:r>
                  <a:rPr lang="en-US" sz="2800" b="1" dirty="0"/>
                  <a:t>Cara 2</a:t>
                </a:r>
                <a:r>
                  <a:rPr lang="en-US" dirty="0"/>
                  <a:t>				</a:t>
                </a:r>
                <a:r>
                  <a:rPr lang="id-ID" sz="2800" dirty="0"/>
                  <a:t>Loop-I	: 	</a:t>
                </a:r>
                <a:r>
                  <a:rPr lang="id-ID" sz="2800" dirty="0">
                    <a:sym typeface="Symbol" panose="05050102010706020507" pitchFamily="18" charset="2"/>
                  </a:rPr>
                  <a:t></a:t>
                </a:r>
                <a:r>
                  <a:rPr lang="id-ID" sz="2800" dirty="0"/>
                  <a:t>E + </a:t>
                </a:r>
                <a:r>
                  <a:rPr lang="id-ID" sz="2800" dirty="0">
                    <a:sym typeface="Symbol" panose="05050102010706020507" pitchFamily="18" charset="2"/>
                  </a:rPr>
                  <a:t></a:t>
                </a:r>
                <a:r>
                  <a:rPr lang="id-ID" sz="2800" dirty="0"/>
                  <a:t>I.R = 0</a:t>
                </a:r>
                <a:endParaRPr lang="en-US" sz="2800" dirty="0"/>
              </a:p>
              <a:p>
                <a:pPr marL="3657600" indent="0">
                  <a:buNone/>
                </a:pPr>
                <a:r>
                  <a:rPr lang="id-ID" sz="2800" dirty="0"/>
                  <a:t>			</a:t>
                </a:r>
                <a:r>
                  <a:rPr lang="en-US" sz="2800" dirty="0"/>
                  <a:t>6 </a:t>
                </a:r>
                <a:r>
                  <a:rPr lang="id-ID" sz="2800" dirty="0"/>
                  <a:t>– 6 + I</a:t>
                </a:r>
                <a:r>
                  <a:rPr lang="id-ID" sz="2800" baseline="-25000" dirty="0"/>
                  <a:t>1</a:t>
                </a:r>
                <a:r>
                  <a:rPr lang="en-US" sz="2800" dirty="0"/>
                  <a:t>(1 + 3 + 1 + 2)</a:t>
                </a:r>
                <a:r>
                  <a:rPr lang="id-ID" sz="2800" dirty="0"/>
                  <a:t> – I</a:t>
                </a:r>
                <a:r>
                  <a:rPr lang="id-ID" sz="2800" baseline="-25000" dirty="0"/>
                  <a:t>2</a:t>
                </a:r>
                <a:r>
                  <a:rPr lang="id-ID" sz="2800" dirty="0"/>
                  <a:t> = 0</a:t>
                </a:r>
                <a:endParaRPr lang="en-US" sz="2800" dirty="0"/>
              </a:p>
              <a:p>
                <a:pPr marL="3657600" indent="0">
                  <a:buNone/>
                </a:pPr>
                <a:r>
                  <a:rPr lang="en-US" sz="2800" dirty="0"/>
                  <a:t>			7</a:t>
                </a:r>
                <a:r>
                  <a:rPr lang="id-ID" sz="2800" dirty="0"/>
                  <a:t>.I</a:t>
                </a:r>
                <a:r>
                  <a:rPr lang="id-ID" sz="2800" baseline="-25000" dirty="0"/>
                  <a:t>1</a:t>
                </a:r>
                <a:r>
                  <a:rPr lang="id-ID" sz="2800" dirty="0"/>
                  <a:t> – I</a:t>
                </a:r>
                <a:r>
                  <a:rPr lang="id-ID" sz="2800" baseline="-25000" dirty="0"/>
                  <a:t>2</a:t>
                </a:r>
                <a:r>
                  <a:rPr lang="id-ID" sz="2800" dirty="0"/>
                  <a:t> = 0	</a:t>
                </a:r>
                <a:endParaRPr lang="en-US" sz="2800" dirty="0"/>
              </a:p>
              <a:p>
                <a:pPr marL="3657600" indent="0">
                  <a:buNone/>
                </a:pPr>
                <a:r>
                  <a:rPr lang="en-US" sz="2800" dirty="0"/>
                  <a:t>			 7</a:t>
                </a:r>
                <a:r>
                  <a:rPr lang="id-ID" sz="2800" dirty="0"/>
                  <a:t>.I</a:t>
                </a:r>
                <a:r>
                  <a:rPr lang="id-ID" sz="2800" baseline="-25000" dirty="0"/>
                  <a:t>1</a:t>
                </a:r>
                <a:r>
                  <a:rPr lang="id-ID" sz="2800" dirty="0"/>
                  <a:t> </a:t>
                </a:r>
                <a:r>
                  <a:rPr lang="en-US" sz="2800" dirty="0"/>
                  <a:t>=</a:t>
                </a:r>
                <a:r>
                  <a:rPr lang="id-ID" sz="2800" dirty="0"/>
                  <a:t> I</a:t>
                </a:r>
                <a:r>
                  <a:rPr lang="id-ID" sz="2800" baseline="-25000" dirty="0"/>
                  <a:t>2</a:t>
                </a:r>
                <a:r>
                  <a:rPr lang="id-ID" sz="2800" dirty="0"/>
                  <a:t> . . . . . . . . . . . . 	( 1 )</a:t>
                </a:r>
                <a:endParaRPr lang="en-US" sz="2800" dirty="0"/>
              </a:p>
              <a:p>
                <a:pPr marL="3657600" indent="0">
                  <a:buNone/>
                </a:pPr>
                <a:r>
                  <a:rPr lang="en-US" sz="2800" dirty="0"/>
                  <a:t>			</a:t>
                </a:r>
                <a:r>
                  <a:rPr lang="id-ID" sz="2800" dirty="0"/>
                  <a:t>Loop-II	: 	</a:t>
                </a:r>
                <a:r>
                  <a:rPr lang="id-ID" sz="2800" dirty="0">
                    <a:sym typeface="Symbol" panose="05050102010706020507" pitchFamily="18" charset="2"/>
                  </a:rPr>
                  <a:t></a:t>
                </a:r>
                <a:r>
                  <a:rPr lang="id-ID" sz="2800" dirty="0"/>
                  <a:t>E + </a:t>
                </a:r>
                <a:r>
                  <a:rPr lang="id-ID" sz="2800" dirty="0">
                    <a:sym typeface="Symbol" panose="05050102010706020507" pitchFamily="18" charset="2"/>
                  </a:rPr>
                  <a:t></a:t>
                </a:r>
                <a:r>
                  <a:rPr lang="id-ID" sz="2800" dirty="0"/>
                  <a:t>I.R = 0</a:t>
                </a:r>
                <a:endParaRPr lang="en-US" sz="2800" dirty="0"/>
              </a:p>
              <a:p>
                <a:pPr marL="3657600" indent="0">
                  <a:buNone/>
                </a:pPr>
                <a:r>
                  <a:rPr lang="en-US" sz="2800" dirty="0"/>
                  <a:t>			</a:t>
                </a:r>
                <a:r>
                  <a:rPr lang="id-ID" sz="2800" dirty="0"/>
                  <a:t>– 6 + I</a:t>
                </a:r>
                <a:r>
                  <a:rPr lang="id-ID" sz="2800" baseline="-25000" dirty="0"/>
                  <a:t>2</a:t>
                </a:r>
                <a:r>
                  <a:rPr lang="id-ID" sz="2800" dirty="0"/>
                  <a:t> </a:t>
                </a:r>
                <a:r>
                  <a:rPr lang="en-US" sz="2800" dirty="0"/>
                  <a:t>( 3 + 5 + 1 )</a:t>
                </a:r>
                <a:r>
                  <a:rPr lang="id-ID" sz="2800" dirty="0"/>
                  <a:t> </a:t>
                </a:r>
                <a:r>
                  <a:rPr lang="en-US" sz="2800" dirty="0"/>
                  <a:t>– </a:t>
                </a:r>
                <a:r>
                  <a:rPr lang="id-ID" sz="2800" dirty="0"/>
                  <a:t>I</a:t>
                </a:r>
                <a:r>
                  <a:rPr lang="en-US" sz="2800" baseline="-25000" dirty="0"/>
                  <a:t>1</a:t>
                </a:r>
                <a:r>
                  <a:rPr lang="id-ID" sz="2800" dirty="0"/>
                  <a:t> = 0 </a:t>
                </a:r>
                <a:endParaRPr lang="en-US" sz="2800" dirty="0"/>
              </a:p>
              <a:p>
                <a:pPr marL="3657600" indent="0">
                  <a:buNone/>
                </a:pPr>
                <a:r>
                  <a:rPr lang="en-US" sz="2800" dirty="0"/>
                  <a:t>			</a:t>
                </a:r>
                <a:r>
                  <a:rPr lang="id-ID" sz="2800" dirty="0"/>
                  <a:t>– 6 + </a:t>
                </a:r>
                <a:r>
                  <a:rPr lang="en-US" sz="2800" dirty="0"/>
                  <a:t>9 </a:t>
                </a:r>
                <a:r>
                  <a:rPr lang="id-ID" sz="2800" dirty="0"/>
                  <a:t>I</a:t>
                </a:r>
                <a:r>
                  <a:rPr lang="id-ID" sz="2800" baseline="-25000" dirty="0"/>
                  <a:t>2</a:t>
                </a:r>
                <a:r>
                  <a:rPr lang="id-ID" sz="2800" dirty="0"/>
                  <a:t>  </a:t>
                </a:r>
                <a:r>
                  <a:rPr lang="en-US" sz="2800" dirty="0"/>
                  <a:t>– </a:t>
                </a:r>
                <a:r>
                  <a:rPr lang="id-ID" sz="2800" dirty="0"/>
                  <a:t>I</a:t>
                </a:r>
                <a:r>
                  <a:rPr lang="en-US" sz="2800" baseline="-25000" dirty="0"/>
                  <a:t>1</a:t>
                </a:r>
                <a:r>
                  <a:rPr lang="id-ID" sz="2800" dirty="0"/>
                  <a:t> = 0 . . . . . . . . . . . . </a:t>
                </a:r>
                <a:r>
                  <a:rPr lang="en-US" sz="2800" dirty="0"/>
                  <a:t>(2)</a:t>
                </a:r>
              </a:p>
              <a:p>
                <a:pPr marL="55563" indent="0">
                  <a:buNone/>
                </a:pPr>
                <a:r>
                  <a:rPr lang="en-US" sz="2800" dirty="0" err="1"/>
                  <a:t>subtitusi</a:t>
                </a:r>
                <a:r>
                  <a:rPr lang="en-US" sz="2800" dirty="0"/>
                  <a:t> pers (1) </a:t>
                </a:r>
                <a:r>
                  <a:rPr lang="en-US" sz="2800" dirty="0" err="1"/>
                  <a:t>ke</a:t>
                </a:r>
                <a:r>
                  <a:rPr lang="en-US" sz="2800" dirty="0"/>
                  <a:t> pers (2)</a:t>
                </a:r>
              </a:p>
              <a:p>
                <a:pPr marL="0" indent="0">
                  <a:buNone/>
                </a:pPr>
                <a:r>
                  <a:rPr lang="id-ID" sz="2800" dirty="0"/>
                  <a:t>– 6 + </a:t>
                </a:r>
                <a:r>
                  <a:rPr lang="en-US" sz="2800" dirty="0"/>
                  <a:t>9. 7 </a:t>
                </a:r>
                <a:r>
                  <a:rPr lang="id-ID" sz="2800" dirty="0"/>
                  <a:t>I</a:t>
                </a:r>
                <a:r>
                  <a:rPr lang="en-US" sz="2800" baseline="-25000" dirty="0"/>
                  <a:t>1</a:t>
                </a:r>
                <a:r>
                  <a:rPr lang="id-ID" sz="2800" dirty="0"/>
                  <a:t> </a:t>
                </a:r>
                <a:r>
                  <a:rPr lang="en-US" sz="2800" dirty="0"/>
                  <a:t>– </a:t>
                </a:r>
                <a:r>
                  <a:rPr lang="id-ID" sz="2800" dirty="0"/>
                  <a:t>I</a:t>
                </a:r>
                <a:r>
                  <a:rPr lang="en-US" sz="2800" baseline="-25000" dirty="0"/>
                  <a:t>1</a:t>
                </a:r>
                <a:r>
                  <a:rPr lang="id-ID" sz="2800" dirty="0"/>
                  <a:t> = 0 </a:t>
                </a:r>
                <a:r>
                  <a:rPr lang="en-US" sz="2800" dirty="0"/>
                  <a:t>			</a:t>
                </a:r>
                <a:r>
                  <a:rPr lang="id-ID" sz="2800" dirty="0"/>
                  <a:t>– 6 + </a:t>
                </a:r>
                <a:r>
                  <a:rPr lang="en-US" sz="2800" dirty="0"/>
                  <a:t>63 </a:t>
                </a:r>
                <a:r>
                  <a:rPr lang="id-ID" sz="2800" dirty="0"/>
                  <a:t>I</a:t>
                </a:r>
                <a:r>
                  <a:rPr lang="en-US" sz="2800" baseline="-25000" dirty="0"/>
                  <a:t>1</a:t>
                </a:r>
                <a:r>
                  <a:rPr lang="id-ID" sz="2800" dirty="0"/>
                  <a:t> </a:t>
                </a:r>
                <a:r>
                  <a:rPr lang="en-US" sz="2800" dirty="0"/>
                  <a:t>– </a:t>
                </a:r>
                <a:r>
                  <a:rPr lang="id-ID" sz="2800" dirty="0"/>
                  <a:t>I</a:t>
                </a:r>
                <a:r>
                  <a:rPr lang="en-US" sz="2800" baseline="-25000" dirty="0"/>
                  <a:t>1</a:t>
                </a:r>
                <a:r>
                  <a:rPr lang="id-ID" sz="2800" dirty="0"/>
                  <a:t> = 0 </a:t>
                </a:r>
                <a:r>
                  <a:rPr lang="en-US" sz="2800" dirty="0"/>
                  <a:t>			</a:t>
                </a:r>
                <a:r>
                  <a:rPr lang="id-ID" sz="2800" dirty="0"/>
                  <a:t>– 6 + </a:t>
                </a:r>
                <a:r>
                  <a:rPr lang="en-US" sz="2800" dirty="0"/>
                  <a:t>62 </a:t>
                </a:r>
                <a:r>
                  <a:rPr lang="id-ID" sz="2800" dirty="0"/>
                  <a:t>I</a:t>
                </a:r>
                <a:r>
                  <a:rPr lang="en-US" sz="2800" baseline="-25000" dirty="0"/>
                  <a:t>1</a:t>
                </a:r>
                <a:r>
                  <a:rPr lang="id-ID" sz="2800" dirty="0"/>
                  <a:t> = 0 </a:t>
                </a:r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62 </a:t>
                </a:r>
                <a:r>
                  <a:rPr lang="id-ID" sz="2800" dirty="0"/>
                  <a:t>I</a:t>
                </a:r>
                <a:r>
                  <a:rPr lang="en-US" sz="2800" baseline="-25000" dirty="0"/>
                  <a:t>1</a:t>
                </a:r>
                <a:r>
                  <a:rPr lang="id-ID" sz="2800" dirty="0"/>
                  <a:t> = </a:t>
                </a:r>
                <a:r>
                  <a:rPr lang="en-US" sz="2800" dirty="0"/>
                  <a:t>6							</a:t>
                </a:r>
                <a:r>
                  <a:rPr lang="id-ID" sz="2800" dirty="0"/>
                  <a:t>I</a:t>
                </a:r>
                <a:r>
                  <a:rPr lang="en-US" sz="2800" baseline="-25000" dirty="0"/>
                  <a:t>1</a:t>
                </a:r>
                <a:r>
                  <a:rPr lang="id-ID" sz="28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62</m:t>
                        </m:r>
                      </m:den>
                    </m:f>
                  </m:oMath>
                </a14:m>
                <a:r>
                  <a:rPr lang="id-ID" sz="2800" dirty="0"/>
                  <a:t> </a:t>
                </a:r>
                <a:r>
                  <a:rPr lang="en-US" sz="2800" dirty="0"/>
                  <a:t>=</a:t>
                </a:r>
                <a:r>
                  <a:rPr lang="id-ID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</m:oMath>
                </a14:m>
                <a:r>
                  <a:rPr lang="id-ID" sz="3200" dirty="0"/>
                  <a:t> </a:t>
                </a:r>
                <a:r>
                  <a:rPr lang="en-US" sz="3200" dirty="0"/>
                  <a:t>A</a:t>
                </a:r>
              </a:p>
              <a:p>
                <a:pPr marL="0" indent="0">
                  <a:buNone/>
                </a:pPr>
                <a:r>
                  <a:rPr lang="en-US" sz="2800" dirty="0"/>
                  <a:t>7</a:t>
                </a:r>
                <a:r>
                  <a:rPr lang="id-ID" sz="2800" dirty="0"/>
                  <a:t>.I</a:t>
                </a:r>
                <a:r>
                  <a:rPr lang="id-ID" sz="2800" baseline="-25000" dirty="0"/>
                  <a:t>1</a:t>
                </a:r>
                <a:r>
                  <a:rPr lang="id-ID" sz="2800" dirty="0"/>
                  <a:t> </a:t>
                </a:r>
                <a:r>
                  <a:rPr lang="en-US" sz="2800" dirty="0"/>
                  <a:t>=</a:t>
                </a:r>
                <a:r>
                  <a:rPr lang="id-ID" sz="2800" dirty="0"/>
                  <a:t> I</a:t>
                </a:r>
                <a:r>
                  <a:rPr lang="id-ID" sz="2800" baseline="-25000" dirty="0"/>
                  <a:t>2</a:t>
                </a:r>
                <a:r>
                  <a:rPr lang="en-US" sz="2800" baseline="-25000" dirty="0"/>
                  <a:t>								</a:t>
                </a:r>
                <a:r>
                  <a:rPr lang="en-US" sz="2800" dirty="0"/>
                  <a:t> 7</a:t>
                </a:r>
                <a:r>
                  <a:rPr lang="id-ID" sz="2800" dirty="0"/>
                  <a:t>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</m:oMath>
                </a14:m>
                <a:r>
                  <a:rPr lang="id-ID" sz="2800" dirty="0"/>
                  <a:t> </a:t>
                </a:r>
                <a:r>
                  <a:rPr lang="en-US" sz="2800" dirty="0"/>
                  <a:t>=</a:t>
                </a:r>
                <a:r>
                  <a:rPr lang="id-ID" sz="2800" dirty="0"/>
                  <a:t> I</a:t>
                </a:r>
                <a:r>
                  <a:rPr lang="id-ID" sz="2800" baseline="-25000" dirty="0"/>
                  <a:t>2</a:t>
                </a:r>
                <a:r>
                  <a:rPr lang="id-ID" sz="2800" dirty="0"/>
                  <a:t> </a:t>
                </a:r>
                <a:r>
                  <a:rPr lang="en-US" sz="2800" dirty="0"/>
                  <a:t>						</a:t>
                </a:r>
                <a:r>
                  <a:rPr lang="id-ID" sz="2800" dirty="0"/>
                  <a:t> I</a:t>
                </a:r>
                <a:r>
                  <a:rPr lang="id-ID" sz="2800" baseline="-25000" dirty="0"/>
                  <a:t>2</a:t>
                </a:r>
                <a:r>
                  <a:rPr lang="id-ID" sz="2800" dirty="0"/>
                  <a:t> </a:t>
                </a:r>
                <a:r>
                  <a:rPr lang="en-US" sz="2800" dirty="0"/>
                  <a:t>=	</a:t>
                </a:r>
                <a:r>
                  <a:rPr lang="id-ID" sz="3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</m:oMath>
                </a14:m>
                <a:r>
                  <a:rPr lang="en-US" sz="3200" dirty="0"/>
                  <a:t> A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83BCF161-8606-413F-9175-88C913A56F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12192000" cy="6857999"/>
              </a:xfrm>
              <a:blipFill>
                <a:blip r:embed="rId3"/>
                <a:stretch>
                  <a:fillRect l="-1000" t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2127917-47A3-4C54-A979-5606E489B1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7421"/>
            <a:ext cx="3781425" cy="29241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744B7B1-4954-4A2D-8904-E3B918879B51}"/>
                  </a:ext>
                </a:extLst>
              </p14:cNvPr>
              <p14:cNvContentPartPr/>
              <p14:nvPr/>
            </p14:nvContentPartPr>
            <p14:xfrm>
              <a:off x="555480" y="696960"/>
              <a:ext cx="8726040" cy="2587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744B7B1-4954-4A2D-8904-E3B918879B5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6120" y="687600"/>
                <a:ext cx="8744760" cy="260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5243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D:\handout\IMG-20200326-WA0039.jpg">
            <a:extLst>
              <a:ext uri="{FF2B5EF4-FFF2-40B4-BE49-F238E27FC236}">
                <a16:creationId xmlns:a16="http://schemas.microsoft.com/office/drawing/2014/main" id="{9539470C-F4F9-436D-8D01-A55636EA3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999" y="0"/>
            <a:ext cx="791307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6CA83E-400B-43B3-BE08-884A5918A9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80109"/>
                <a:ext cx="12192000" cy="6677890"/>
              </a:xfrm>
            </p:spPr>
            <p:txBody>
              <a:bodyPr>
                <a:normAutofit/>
              </a:bodyPr>
              <a:lstStyle/>
              <a:p>
                <a:pPr marL="396875" indent="-58738">
                  <a:buNone/>
                </a:pPr>
                <a:r>
                  <a:rPr lang="en-US" sz="2800" dirty="0"/>
                  <a:t>				</a:t>
                </a:r>
                <a:r>
                  <a:rPr lang="id-ID" sz="2800" dirty="0"/>
                  <a:t>	</a:t>
                </a:r>
                <a:endParaRPr lang="en-US" sz="3600" dirty="0"/>
              </a:p>
              <a:p>
                <a:pPr marL="0" indent="0">
                  <a:buNone/>
                </a:pPr>
                <a:r>
                  <a:rPr lang="id-ID" sz="2800" dirty="0"/>
                  <a:t>a).	V</a:t>
                </a:r>
                <a:r>
                  <a:rPr lang="id-ID" sz="2800" baseline="-25000" dirty="0"/>
                  <a:t>AB</a:t>
                </a:r>
                <a:r>
                  <a:rPr lang="id-ID" sz="2800" dirty="0"/>
                  <a:t> = V</a:t>
                </a:r>
                <a:r>
                  <a:rPr lang="id-ID" sz="2800" baseline="-25000" dirty="0"/>
                  <a:t>AC</a:t>
                </a:r>
                <a:r>
                  <a:rPr lang="id-ID" sz="2800" dirty="0"/>
                  <a:t> + V</a:t>
                </a:r>
                <a:r>
                  <a:rPr lang="id-ID" sz="2800" baseline="-25000" dirty="0"/>
                  <a:t>CB</a:t>
                </a:r>
                <a:r>
                  <a:rPr lang="id-ID" sz="2800" dirty="0"/>
                  <a:t>	</a:t>
                </a:r>
                <a:endParaRPr lang="en-US" sz="2800" dirty="0"/>
              </a:p>
              <a:p>
                <a:pPr marL="0" indent="0">
                  <a:buNone/>
                </a:pPr>
                <a:r>
                  <a:rPr lang="id-ID" sz="2800" dirty="0"/>
                  <a:t>	V</a:t>
                </a:r>
                <a:r>
                  <a:rPr lang="id-ID" sz="2800" baseline="-25000" dirty="0"/>
                  <a:t>AB</a:t>
                </a:r>
                <a:r>
                  <a:rPr lang="id-ID" sz="2800" dirty="0"/>
                  <a:t> = I</a:t>
                </a:r>
                <a:r>
                  <a:rPr lang="id-ID" sz="2800" baseline="-25000" dirty="0"/>
                  <a:t>1</a:t>
                </a:r>
                <a:r>
                  <a:rPr lang="id-ID" sz="2800" dirty="0"/>
                  <a:t>.2 + I</a:t>
                </a:r>
                <a:r>
                  <a:rPr lang="en-US" sz="2800" baseline="-25000" dirty="0"/>
                  <a:t>2</a:t>
                </a:r>
                <a:r>
                  <a:rPr lang="id-ID" sz="2800" dirty="0"/>
                  <a:t>.3 </a:t>
                </a:r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          </a:t>
                </a:r>
                <a:r>
                  <a:rPr lang="id-ID" sz="28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</m:oMath>
                </a14:m>
                <a:r>
                  <a:rPr lang="id-ID" sz="2800" dirty="0"/>
                  <a:t> x 2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</m:oMath>
                </a14:m>
                <a:r>
                  <a:rPr lang="id-ID" sz="3600" dirty="0"/>
                  <a:t> </a:t>
                </a:r>
                <a:r>
                  <a:rPr lang="id-ID" sz="2800" dirty="0"/>
                  <a:t>x 3 </a:t>
                </a:r>
                <a:r>
                  <a:rPr lang="en-US" sz="2800" dirty="0"/>
                  <a:t>=</a:t>
                </a:r>
                <a:r>
                  <a:rPr lang="id-ID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69</m:t>
                        </m:r>
                      </m:num>
                      <m:den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</m:oMath>
                </a14:m>
                <a:r>
                  <a:rPr lang="en-US" sz="3600" dirty="0"/>
                  <a:t> = 2,2 volt</a:t>
                </a:r>
              </a:p>
              <a:p>
                <a:pPr marL="0" indent="0">
                  <a:buNone/>
                </a:pPr>
                <a:r>
                  <a:rPr lang="id-ID" sz="2800" dirty="0"/>
                  <a:t>b).	W = V.I.t	</a:t>
                </a:r>
                <a:endParaRPr lang="en-US" sz="2800" dirty="0"/>
              </a:p>
              <a:p>
                <a:pPr marL="0" indent="0">
                  <a:buNone/>
                </a:pPr>
                <a:r>
                  <a:rPr lang="id-ID" sz="2800" dirty="0"/>
                  <a:t>	</a:t>
                </a:r>
                <a:r>
                  <a:rPr lang="en-US" sz="2800" dirty="0"/>
                  <a:t>    </a:t>
                </a:r>
                <a:r>
                  <a:rPr lang="id-ID" sz="2800" dirty="0"/>
                  <a:t>W = I</a:t>
                </a:r>
                <a:r>
                  <a:rPr lang="en-US" sz="2800" baseline="-25000" dirty="0"/>
                  <a:t>2</a:t>
                </a:r>
                <a:r>
                  <a:rPr lang="id-ID" sz="2800" baseline="30000" dirty="0"/>
                  <a:t>2</a:t>
                </a:r>
                <a:r>
                  <a:rPr lang="id-ID" sz="2800" dirty="0"/>
                  <a:t>.R.t </a:t>
                </a:r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            </a:t>
                </a:r>
                <a:r>
                  <a:rPr lang="id-ID" sz="2800" dirty="0"/>
                  <a:t>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</m:oMath>
                </a14:m>
                <a:r>
                  <a:rPr lang="id-ID" sz="2800" dirty="0"/>
                  <a:t> )</a:t>
                </a:r>
                <a:r>
                  <a:rPr lang="id-ID" sz="2800" baseline="30000" dirty="0"/>
                  <a:t>2</a:t>
                </a:r>
                <a:r>
                  <a:rPr lang="id-ID" sz="2800" dirty="0"/>
                  <a:t> x 5 x 1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205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961</m:t>
                        </m:r>
                      </m:den>
                    </m:f>
                  </m:oMath>
                </a14:m>
                <a:r>
                  <a:rPr lang="en-US" sz="2800" b="1" dirty="0"/>
                  <a:t> = 2,3</a:t>
                </a:r>
                <a:r>
                  <a:rPr lang="id-ID" sz="2800" b="1" dirty="0"/>
                  <a:t> Joule</a:t>
                </a:r>
                <a:endParaRPr lang="en-US" sz="2800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6CA83E-400B-43B3-BE08-884A5918A9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80109"/>
                <a:ext cx="12192000" cy="6677890"/>
              </a:xfrm>
              <a:blipFill>
                <a:blip r:embed="rId3"/>
                <a:stretch>
                  <a:fillRect l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5936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 descr="D:\handout\IMG-20200326-WA0039.jpg">
            <a:extLst>
              <a:ext uri="{FF2B5EF4-FFF2-40B4-BE49-F238E27FC236}">
                <a16:creationId xmlns:a16="http://schemas.microsoft.com/office/drawing/2014/main" id="{6AA14C4B-1E8D-4E46-A1CE-E50B496EC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6674" y="0"/>
            <a:ext cx="791307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02558E-D7D9-4A1D-8664-B1B2D20DA2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12192000" cy="6857999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sz="2800" dirty="0"/>
                  <a:t>Cara 3									</a:t>
                </a:r>
                <a:r>
                  <a:rPr lang="en-US" sz="2800" dirty="0" err="1"/>
                  <a:t>Hukum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kirchoff</a:t>
                </a:r>
                <a:r>
                  <a:rPr lang="en-US" sz="2800" dirty="0"/>
                  <a:t> 1</a:t>
                </a:r>
              </a:p>
              <a:p>
                <a:pPr indent="0">
                  <a:buNone/>
                </a:pPr>
                <a:r>
                  <a:rPr lang="en-US" sz="2800" dirty="0"/>
                  <a:t>											I</a:t>
                </a:r>
                <a:r>
                  <a:rPr lang="en-US" sz="2800" baseline="-25000" dirty="0"/>
                  <a:t>1</a:t>
                </a:r>
                <a:r>
                  <a:rPr lang="en-US" sz="2800" dirty="0"/>
                  <a:t> + I</a:t>
                </a:r>
                <a:r>
                  <a:rPr lang="en-US" sz="2800" baseline="-25000" dirty="0"/>
                  <a:t>2</a:t>
                </a:r>
                <a:r>
                  <a:rPr lang="en-US" sz="2800" dirty="0"/>
                  <a:t> + I</a:t>
                </a:r>
                <a:r>
                  <a:rPr lang="en-US" sz="2800" baseline="-25000" dirty="0"/>
                  <a:t>3</a:t>
                </a:r>
                <a:r>
                  <a:rPr lang="en-US" sz="2800" dirty="0"/>
                  <a:t> = 0</a:t>
                </a:r>
              </a:p>
              <a:p>
                <a:pPr indent="0">
                  <a:buNone/>
                </a:pPr>
                <a:r>
                  <a:rPr lang="en-US" sz="2800" dirty="0"/>
                  <a:t>											V</a:t>
                </a:r>
                <a:r>
                  <a:rPr lang="en-US" sz="2800" baseline="-25000" dirty="0"/>
                  <a:t>CD</a:t>
                </a:r>
                <a:r>
                  <a:rPr lang="en-US" sz="2800" dirty="0"/>
                  <a:t> = I</a:t>
                </a:r>
                <a:r>
                  <a:rPr lang="en-US" sz="2800" baseline="-25000" dirty="0"/>
                  <a:t>2</a:t>
                </a:r>
                <a:r>
                  <a:rPr lang="en-US" sz="2800" dirty="0"/>
                  <a:t> .1 + 6 		48		48 V</a:t>
                </a:r>
                <a:r>
                  <a:rPr lang="en-US" sz="2800" baseline="-25000" dirty="0"/>
                  <a:t>CD</a:t>
                </a:r>
                <a:r>
                  <a:rPr lang="en-US" sz="2800" dirty="0"/>
                  <a:t> = 48 I</a:t>
                </a:r>
                <a:r>
                  <a:rPr lang="en-US" sz="2800" baseline="-25000" dirty="0"/>
                  <a:t>2</a:t>
                </a:r>
                <a:r>
                  <a:rPr lang="en-US" sz="2800" dirty="0"/>
                  <a:t>  + 288 </a:t>
                </a:r>
              </a:p>
              <a:p>
                <a:pPr indent="0">
                  <a:buNone/>
                </a:pPr>
                <a:r>
                  <a:rPr lang="en-US" sz="2800" dirty="0"/>
                  <a:t>											V</a:t>
                </a:r>
                <a:r>
                  <a:rPr lang="en-US" sz="2800" baseline="-25000" dirty="0"/>
                  <a:t>CD</a:t>
                </a:r>
                <a:r>
                  <a:rPr lang="en-US" sz="2800" dirty="0"/>
                  <a:t> = I</a:t>
                </a:r>
                <a:r>
                  <a:rPr lang="en-US" sz="2800" baseline="-25000" dirty="0"/>
                  <a:t>1</a:t>
                </a:r>
                <a:r>
                  <a:rPr lang="en-US" sz="2800" dirty="0"/>
                  <a:t> .6 + 6 		8		 8 V</a:t>
                </a:r>
                <a:r>
                  <a:rPr lang="en-US" sz="2800" baseline="-25000" dirty="0"/>
                  <a:t>CD</a:t>
                </a:r>
                <a:r>
                  <a:rPr lang="en-US" sz="2800" dirty="0"/>
                  <a:t> = 48 I</a:t>
                </a:r>
                <a:r>
                  <a:rPr lang="en-US" sz="2800" baseline="-25000" dirty="0"/>
                  <a:t>1</a:t>
                </a:r>
                <a:r>
                  <a:rPr lang="en-US" sz="2800" dirty="0"/>
                  <a:t>  + 48 </a:t>
                </a:r>
              </a:p>
              <a:p>
                <a:pPr indent="0">
                  <a:buNone/>
                </a:pPr>
                <a:r>
                  <a:rPr lang="en-US" sz="2800" dirty="0"/>
                  <a:t>											V</a:t>
                </a:r>
                <a:r>
                  <a:rPr lang="en-US" sz="2800" baseline="-25000" dirty="0"/>
                  <a:t>CD</a:t>
                </a:r>
                <a:r>
                  <a:rPr lang="en-US" sz="2800" dirty="0"/>
                  <a:t> = I</a:t>
                </a:r>
                <a:r>
                  <a:rPr lang="en-US" sz="2800" baseline="-25000" dirty="0"/>
                  <a:t>3</a:t>
                </a:r>
                <a:r>
                  <a:rPr lang="en-US" sz="2800" dirty="0"/>
                  <a:t> .8  			6		 6 V</a:t>
                </a:r>
                <a:r>
                  <a:rPr lang="en-US" sz="2800" baseline="-25000" dirty="0"/>
                  <a:t>CD</a:t>
                </a:r>
                <a:r>
                  <a:rPr lang="en-US" sz="2800" dirty="0"/>
                  <a:t> = 48 I</a:t>
                </a:r>
                <a:r>
                  <a:rPr lang="en-US" sz="2800" baseline="-25000" dirty="0"/>
                  <a:t>3</a:t>
                </a:r>
                <a:r>
                  <a:rPr lang="en-US" sz="2800" dirty="0"/>
                  <a:t>  </a:t>
                </a:r>
              </a:p>
              <a:p>
                <a:pPr lvl="8" indent="0">
                  <a:buNone/>
                </a:pPr>
                <a:r>
                  <a:rPr lang="en-US" sz="2800" dirty="0"/>
                  <a:t>																	+</a:t>
                </a:r>
              </a:p>
              <a:p>
                <a:pPr lvl="8" indent="-3719513">
                  <a:buNone/>
                </a:pPr>
                <a:r>
                  <a:rPr lang="en-US" sz="2800" dirty="0"/>
                  <a:t>									62 V</a:t>
                </a:r>
                <a:r>
                  <a:rPr lang="en-US" sz="2800" baseline="-25000" dirty="0"/>
                  <a:t>CD</a:t>
                </a:r>
                <a:r>
                  <a:rPr lang="en-US" sz="2800" dirty="0"/>
                  <a:t> = 48 (I</a:t>
                </a:r>
                <a:r>
                  <a:rPr lang="en-US" sz="2800" baseline="-25000" dirty="0"/>
                  <a:t>1 </a:t>
                </a:r>
                <a:r>
                  <a:rPr lang="en-US" sz="2800" dirty="0"/>
                  <a:t>+ I</a:t>
                </a:r>
                <a:r>
                  <a:rPr lang="en-US" sz="2800" baseline="-25000" dirty="0"/>
                  <a:t>2  </a:t>
                </a:r>
                <a:r>
                  <a:rPr lang="en-US" sz="2800" dirty="0"/>
                  <a:t>+ I</a:t>
                </a:r>
                <a:r>
                  <a:rPr lang="en-US" sz="2800" baseline="-25000" dirty="0"/>
                  <a:t>3 </a:t>
                </a:r>
                <a:r>
                  <a:rPr lang="en-US" sz="2800" dirty="0"/>
                  <a:t>) + 336									</a:t>
                </a:r>
              </a:p>
              <a:p>
                <a:pPr lvl="8" indent="-3719513">
                  <a:buNone/>
                </a:pPr>
                <a:r>
                  <a:rPr lang="en-US" sz="2800" dirty="0"/>
                  <a:t>											V</a:t>
                </a:r>
                <a:r>
                  <a:rPr lang="en-US" sz="2800" baseline="-25000" dirty="0"/>
                  <a:t>CD</a:t>
                </a:r>
                <a:r>
                  <a:rPr lang="en-US" sz="28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800" b="0" i="1" dirty="0" smtClean="0">
                            <a:latin typeface="Cambria Math" panose="02040503050406030204" pitchFamily="18" charset="0"/>
                          </a:rPr>
                          <m:t>336</m:t>
                        </m:r>
                      </m:num>
                      <m:den>
                        <m:r>
                          <a:rPr lang="en-US" sz="3800" b="0" i="1" dirty="0" smtClean="0">
                            <a:latin typeface="Cambria Math" panose="02040503050406030204" pitchFamily="18" charset="0"/>
                          </a:rPr>
                          <m:t>62</m:t>
                        </m:r>
                      </m:den>
                    </m:f>
                  </m:oMath>
                </a14:m>
                <a:endParaRPr lang="en-US" sz="3800" dirty="0"/>
              </a:p>
              <a:p>
                <a:pPr marL="346075" lvl="8" indent="0">
                  <a:buNone/>
                </a:pPr>
                <a:r>
                  <a:rPr lang="en-US" sz="3000" dirty="0"/>
                  <a:t>	V</a:t>
                </a:r>
                <a:r>
                  <a:rPr lang="en-US" sz="3000" baseline="-25000" dirty="0"/>
                  <a:t>CD</a:t>
                </a:r>
                <a:r>
                  <a:rPr lang="en-US" sz="3000" dirty="0"/>
                  <a:t> = I</a:t>
                </a:r>
                <a:r>
                  <a:rPr lang="en-US" sz="3000" baseline="-25000" dirty="0"/>
                  <a:t>2</a:t>
                </a:r>
                <a:r>
                  <a:rPr lang="en-US" sz="3000" dirty="0"/>
                  <a:t>  + 6 		 </a:t>
                </a:r>
              </a:p>
              <a:p>
                <a:pPr marL="346075" lvl="8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5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500" i="1" dirty="0">
                            <a:latin typeface="Cambria Math" panose="02040503050406030204" pitchFamily="18" charset="0"/>
                          </a:rPr>
                          <m:t>336</m:t>
                        </m:r>
                      </m:num>
                      <m:den>
                        <m:r>
                          <a:rPr lang="en-US" sz="3500" i="1" dirty="0">
                            <a:latin typeface="Cambria Math" panose="02040503050406030204" pitchFamily="18" charset="0"/>
                          </a:rPr>
                          <m:t>62</m:t>
                        </m:r>
                      </m:den>
                    </m:f>
                  </m:oMath>
                </a14:m>
                <a:r>
                  <a:rPr lang="en-US" sz="3000" dirty="0"/>
                  <a:t> = I</a:t>
                </a:r>
                <a:r>
                  <a:rPr lang="en-US" sz="3000" baseline="-25000" dirty="0"/>
                  <a:t>2</a:t>
                </a:r>
                <a:r>
                  <a:rPr lang="en-US" sz="3000" dirty="0"/>
                  <a:t>  + 6 			</a:t>
                </a:r>
              </a:p>
              <a:p>
                <a:pPr marL="346075" lvl="8" indent="0">
                  <a:buNone/>
                </a:pPr>
                <a:r>
                  <a:rPr lang="en-US" sz="3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5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500" i="1" dirty="0">
                            <a:latin typeface="Cambria Math" panose="02040503050406030204" pitchFamily="18" charset="0"/>
                          </a:rPr>
                          <m:t>336</m:t>
                        </m:r>
                      </m:num>
                      <m:den>
                        <m:r>
                          <a:rPr lang="en-US" sz="3500" i="1" dirty="0">
                            <a:latin typeface="Cambria Math" panose="02040503050406030204" pitchFamily="18" charset="0"/>
                          </a:rPr>
                          <m:t>62</m:t>
                        </m:r>
                      </m:den>
                    </m:f>
                  </m:oMath>
                </a14:m>
                <a:r>
                  <a:rPr lang="en-US" sz="3000" dirty="0"/>
                  <a:t> - 6 = I</a:t>
                </a:r>
                <a:r>
                  <a:rPr lang="en-US" sz="3000" baseline="-25000" dirty="0"/>
                  <a:t>2</a:t>
                </a:r>
                <a:r>
                  <a:rPr lang="en-US" sz="3000" dirty="0"/>
                  <a:t> 		 </a:t>
                </a:r>
              </a:p>
              <a:p>
                <a:pPr marL="346075" lvl="8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5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500" i="1" dirty="0">
                            <a:latin typeface="Cambria Math" panose="02040503050406030204" pitchFamily="18" charset="0"/>
                          </a:rPr>
                          <m:t>336</m:t>
                        </m:r>
                      </m:num>
                      <m:den>
                        <m:r>
                          <a:rPr lang="en-US" sz="3500" i="1" dirty="0">
                            <a:latin typeface="Cambria Math" panose="02040503050406030204" pitchFamily="18" charset="0"/>
                          </a:rPr>
                          <m:t>62</m:t>
                        </m:r>
                      </m:den>
                    </m:f>
                  </m:oMath>
                </a14:m>
                <a:r>
                  <a:rPr lang="en-US" sz="3500" dirty="0"/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5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500" i="1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3500" b="0" i="1" dirty="0" smtClean="0"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US" sz="3500" i="1" dirty="0">
                            <a:latin typeface="Cambria Math" panose="02040503050406030204" pitchFamily="18" charset="0"/>
                          </a:rPr>
                          <m:t>62</m:t>
                        </m:r>
                      </m:den>
                    </m:f>
                  </m:oMath>
                </a14:m>
                <a:r>
                  <a:rPr lang="en-US" sz="3500" dirty="0"/>
                  <a:t> </a:t>
                </a:r>
                <a:r>
                  <a:rPr lang="en-US" sz="3000" dirty="0"/>
                  <a:t>= I</a:t>
                </a:r>
                <a:r>
                  <a:rPr lang="en-US" sz="3000" baseline="-25000" dirty="0"/>
                  <a:t>2			</a:t>
                </a:r>
                <a:r>
                  <a:rPr lang="en-US" sz="3000" dirty="0"/>
                  <a:t> </a:t>
                </a:r>
                <a:r>
                  <a:rPr lang="en-US" sz="3800" dirty="0"/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800" i="1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38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sz="3800" i="1" dirty="0">
                            <a:latin typeface="Cambria Math" panose="02040503050406030204" pitchFamily="18" charset="0"/>
                          </a:rPr>
                          <m:t>62</m:t>
                        </m:r>
                      </m:den>
                    </m:f>
                  </m:oMath>
                </a14:m>
                <a:r>
                  <a:rPr lang="en-US" sz="3000" dirty="0"/>
                  <a:t> = I</a:t>
                </a:r>
                <a:r>
                  <a:rPr lang="en-US" sz="3000" baseline="-25000" dirty="0"/>
                  <a:t>2		</a:t>
                </a:r>
                <a:r>
                  <a:rPr lang="en-US" sz="3000" dirty="0"/>
                  <a:t> 			</a:t>
                </a:r>
                <a:r>
                  <a:rPr lang="en-US" sz="3800" dirty="0"/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800" b="0" i="1" dirty="0" smtClean="0"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US" sz="3800" b="0" i="1" dirty="0" smtClean="0"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</m:oMath>
                </a14:m>
                <a:r>
                  <a:rPr lang="en-US" sz="3800" dirty="0"/>
                  <a:t> </a:t>
                </a:r>
                <a:r>
                  <a:rPr lang="en-US" sz="3000" dirty="0"/>
                  <a:t>= I</a:t>
                </a:r>
                <a:r>
                  <a:rPr lang="en-US" sz="3000" baseline="-25000" dirty="0"/>
                  <a:t>2</a:t>
                </a:r>
              </a:p>
              <a:p>
                <a:pPr marL="346075" lvl="8" indent="0">
                  <a:buNone/>
                </a:pPr>
                <a:r>
                  <a:rPr lang="en-US" sz="2800" baseline="-25000" dirty="0"/>
                  <a:t>		</a:t>
                </a: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02558E-D7D9-4A1D-8664-B1B2D20DA2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12192000" cy="6857999"/>
              </a:xfrm>
              <a:blipFill>
                <a:blip r:embed="rId3"/>
                <a:stretch>
                  <a:fillRect l="-400" t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E214D5-3CA8-4C32-A9B5-59C8AA932C6D}"/>
              </a:ext>
            </a:extLst>
          </p:cNvPr>
          <p:cNvCxnSpPr/>
          <p:nvPr/>
        </p:nvCxnSpPr>
        <p:spPr>
          <a:xfrm>
            <a:off x="7564574" y="775839"/>
            <a:ext cx="0" cy="13577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32EE71-345B-420A-8EB1-8E0100E2CCFF}"/>
              </a:ext>
            </a:extLst>
          </p:cNvPr>
          <p:cNvCxnSpPr/>
          <p:nvPr/>
        </p:nvCxnSpPr>
        <p:spPr>
          <a:xfrm>
            <a:off x="8423564" y="761985"/>
            <a:ext cx="0" cy="13577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0FE4FE0-DA3F-4686-B8D9-F1EEE8C3917C}"/>
              </a:ext>
            </a:extLst>
          </p:cNvPr>
          <p:cNvCxnSpPr>
            <a:cxnSpLocks/>
          </p:cNvCxnSpPr>
          <p:nvPr/>
        </p:nvCxnSpPr>
        <p:spPr>
          <a:xfrm>
            <a:off x="8742213" y="2092025"/>
            <a:ext cx="30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04A02FF-A9FE-4CC1-8BFB-AC0C4A0C98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7791"/>
            <a:ext cx="3790950" cy="29527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105AC17-1341-4EB6-8817-A94804E863C8}"/>
                  </a:ext>
                </a:extLst>
              </p14:cNvPr>
              <p14:cNvContentPartPr/>
              <p14:nvPr/>
            </p14:nvContentPartPr>
            <p14:xfrm>
              <a:off x="204120" y="276480"/>
              <a:ext cx="10436040" cy="28234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105AC17-1341-4EB6-8817-A94804E863C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4760" y="267120"/>
                <a:ext cx="10454760" cy="284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59723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D:\handout\IMG-20200326-WA0039.jpg">
            <a:extLst>
              <a:ext uri="{FF2B5EF4-FFF2-40B4-BE49-F238E27FC236}">
                <a16:creationId xmlns:a16="http://schemas.microsoft.com/office/drawing/2014/main" id="{B6913F96-E477-4EC2-8278-10A3C6B3F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130" y="0"/>
            <a:ext cx="791307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BB56B5-52D8-4CB8-B865-C182765AFE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12192000" cy="6857999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/>
                  <a:t>V</a:t>
                </a:r>
                <a:r>
                  <a:rPr lang="en-US" sz="2800" baseline="-25000" dirty="0"/>
                  <a:t>CD</a:t>
                </a:r>
                <a:r>
                  <a:rPr lang="en-US" sz="2800" dirty="0"/>
                  <a:t> = I</a:t>
                </a:r>
                <a:r>
                  <a:rPr lang="en-US" sz="2800" baseline="-25000" dirty="0"/>
                  <a:t>1</a:t>
                </a:r>
                <a:r>
                  <a:rPr lang="en-US" sz="2800" dirty="0"/>
                  <a:t> .6 + 6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336</m:t>
                        </m:r>
                      </m:num>
                      <m:den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62</m:t>
                        </m:r>
                      </m:den>
                    </m:f>
                  </m:oMath>
                </a14:m>
                <a:r>
                  <a:rPr lang="en-US" sz="3200" dirty="0"/>
                  <a:t> </a:t>
                </a:r>
                <a:r>
                  <a:rPr lang="en-US" sz="2800" dirty="0"/>
                  <a:t>= I</a:t>
                </a:r>
                <a:r>
                  <a:rPr lang="en-US" sz="2800" baseline="-25000" dirty="0"/>
                  <a:t>1</a:t>
                </a:r>
                <a:r>
                  <a:rPr lang="en-US" sz="2800" dirty="0"/>
                  <a:t> .6 + 6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336</m:t>
                        </m:r>
                      </m:num>
                      <m:den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62</m:t>
                        </m:r>
                      </m:den>
                    </m:f>
                  </m:oMath>
                </a14:m>
                <a:r>
                  <a:rPr lang="en-US" sz="2800" dirty="0"/>
                  <a:t> - 6 = I</a:t>
                </a:r>
                <a:r>
                  <a:rPr lang="en-US" sz="2800" baseline="-25000" dirty="0"/>
                  <a:t>1</a:t>
                </a:r>
                <a:r>
                  <a:rPr lang="en-US" sz="2800" dirty="0"/>
                  <a:t> .6		</a:t>
                </a:r>
              </a:p>
              <a:p>
                <a:r>
                  <a:rPr lang="en-US" sz="2800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336</m:t>
                        </m:r>
                      </m:num>
                      <m:den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62</m:t>
                        </m:r>
                      </m:den>
                    </m:f>
                  </m:oMath>
                </a14:m>
                <a:r>
                  <a:rPr lang="en-US" sz="3200" dirty="0"/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62</m:t>
                        </m:r>
                      </m:den>
                    </m:f>
                  </m:oMath>
                </a14:m>
                <a:r>
                  <a:rPr lang="en-US" sz="3200" dirty="0"/>
                  <a:t> </a:t>
                </a:r>
                <a:r>
                  <a:rPr lang="en-US" sz="2800" dirty="0"/>
                  <a:t>= I</a:t>
                </a:r>
                <a:r>
                  <a:rPr lang="en-US" sz="2800" baseline="-25000" dirty="0"/>
                  <a:t>1</a:t>
                </a:r>
                <a:r>
                  <a:rPr lang="en-US" sz="2800" dirty="0"/>
                  <a:t> .6		</a:t>
                </a:r>
                <a:r>
                  <a:rPr lang="en-US" sz="3200" dirty="0"/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62</m:t>
                        </m:r>
                      </m:den>
                    </m:f>
                  </m:oMath>
                </a14:m>
                <a:r>
                  <a:rPr lang="en-US" sz="2800" dirty="0"/>
                  <a:t> = I</a:t>
                </a:r>
                <a:r>
                  <a:rPr lang="en-US" sz="2800" baseline="-25000" dirty="0"/>
                  <a:t>1</a:t>
                </a:r>
                <a:r>
                  <a:rPr lang="en-US" sz="2800" dirty="0"/>
                  <a:t> .6				</a:t>
                </a:r>
                <a:r>
                  <a:rPr lang="en-US" sz="3200" dirty="0"/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62</m:t>
                        </m:r>
                      </m:den>
                    </m:f>
                  </m:oMath>
                </a14:m>
                <a:r>
                  <a:rPr lang="en-US" sz="2800" dirty="0"/>
                  <a:t> = I</a:t>
                </a:r>
                <a:r>
                  <a:rPr lang="en-US" sz="2800" baseline="-25000" dirty="0"/>
                  <a:t>1</a:t>
                </a:r>
                <a:r>
                  <a:rPr lang="en-US" sz="2800" dirty="0"/>
                  <a:t> 				</a:t>
                </a:r>
                <a:r>
                  <a:rPr lang="en-US" sz="3200" dirty="0"/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</m:oMath>
                </a14:m>
                <a:r>
                  <a:rPr lang="en-US" sz="2800" dirty="0"/>
                  <a:t>	= I</a:t>
                </a:r>
                <a:r>
                  <a:rPr lang="en-US" sz="2800" baseline="-25000" dirty="0"/>
                  <a:t>1</a:t>
                </a:r>
                <a:r>
                  <a:rPr lang="en-US" sz="2800" dirty="0"/>
                  <a:t> </a:t>
                </a:r>
              </a:p>
              <a:p>
                <a:r>
                  <a:rPr lang="en-US" sz="2800" dirty="0"/>
                  <a:t>V</a:t>
                </a:r>
                <a:r>
                  <a:rPr lang="en-US" sz="2800" baseline="-25000" dirty="0"/>
                  <a:t>CD</a:t>
                </a:r>
                <a:r>
                  <a:rPr lang="en-US" sz="2800" dirty="0"/>
                  <a:t> = I</a:t>
                </a:r>
                <a:r>
                  <a:rPr lang="en-US" sz="2800" baseline="-25000" dirty="0"/>
                  <a:t>3</a:t>
                </a:r>
                <a:r>
                  <a:rPr lang="en-US" sz="2800" dirty="0"/>
                  <a:t> .8			</a:t>
                </a: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336</m:t>
                        </m:r>
                      </m:num>
                      <m:den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62</m:t>
                        </m:r>
                      </m:den>
                    </m:f>
                  </m:oMath>
                </a14:m>
                <a:r>
                  <a:rPr lang="en-US" sz="3200" dirty="0"/>
                  <a:t> </a:t>
                </a:r>
                <a:r>
                  <a:rPr lang="en-US" sz="2800" dirty="0"/>
                  <a:t>= I</a:t>
                </a:r>
                <a:r>
                  <a:rPr lang="en-US" sz="2800" baseline="-25000" dirty="0"/>
                  <a:t>3</a:t>
                </a:r>
                <a:r>
                  <a:rPr lang="en-US" sz="2800" dirty="0"/>
                  <a:t> .8 				</a:t>
                </a: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42</m:t>
                        </m:r>
                      </m:num>
                      <m:den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62</m:t>
                        </m:r>
                      </m:den>
                    </m:f>
                  </m:oMath>
                </a14:m>
                <a:r>
                  <a:rPr lang="en-US" sz="3200" dirty="0"/>
                  <a:t> </a:t>
                </a:r>
                <a:r>
                  <a:rPr lang="en-US" sz="2800" dirty="0"/>
                  <a:t>= I</a:t>
                </a:r>
                <a:r>
                  <a:rPr lang="en-US" sz="2800" baseline="-25000" dirty="0"/>
                  <a:t>3</a:t>
                </a:r>
                <a:r>
                  <a:rPr lang="en-US" sz="2800" dirty="0"/>
                  <a:t> 			</a:t>
                </a: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</m:oMath>
                </a14:m>
                <a:r>
                  <a:rPr lang="en-US" sz="2800" dirty="0"/>
                  <a:t> = I</a:t>
                </a:r>
                <a:r>
                  <a:rPr lang="en-US" sz="2800" baseline="-25000" dirty="0"/>
                  <a:t>3</a:t>
                </a:r>
                <a:r>
                  <a:rPr lang="en-US" sz="2800" dirty="0"/>
                  <a:t> </a:t>
                </a:r>
              </a:p>
              <a:p>
                <a:pPr marL="0" indent="0">
                  <a:buNone/>
                </a:pPr>
                <a:r>
                  <a:rPr lang="id-ID" sz="2800" dirty="0"/>
                  <a:t>a).	V</a:t>
                </a:r>
                <a:r>
                  <a:rPr lang="id-ID" sz="2800" baseline="-25000" dirty="0"/>
                  <a:t>AB</a:t>
                </a:r>
                <a:r>
                  <a:rPr lang="id-ID" sz="2800" dirty="0"/>
                  <a:t> = V</a:t>
                </a:r>
                <a:r>
                  <a:rPr lang="id-ID" sz="2800" baseline="-25000" dirty="0"/>
                  <a:t>AC</a:t>
                </a:r>
                <a:r>
                  <a:rPr lang="id-ID" sz="2800" dirty="0"/>
                  <a:t> + V</a:t>
                </a:r>
                <a:r>
                  <a:rPr lang="id-ID" sz="2800" baseline="-25000" dirty="0"/>
                  <a:t>CB</a:t>
                </a:r>
                <a:r>
                  <a:rPr lang="id-ID" sz="2800" dirty="0"/>
                  <a:t>	</a:t>
                </a:r>
                <a:endParaRPr lang="en-US" sz="2800" dirty="0"/>
              </a:p>
              <a:p>
                <a:pPr marL="0" indent="0">
                  <a:buNone/>
                </a:pPr>
                <a:r>
                  <a:rPr lang="id-ID" sz="2800" dirty="0"/>
                  <a:t>	V</a:t>
                </a:r>
                <a:r>
                  <a:rPr lang="id-ID" sz="2800" baseline="-25000" dirty="0"/>
                  <a:t>AB</a:t>
                </a:r>
                <a:r>
                  <a:rPr lang="id-ID" sz="2800" dirty="0"/>
                  <a:t> = I</a:t>
                </a:r>
                <a:r>
                  <a:rPr lang="id-ID" sz="2800" baseline="-25000" dirty="0"/>
                  <a:t>1</a:t>
                </a:r>
                <a:r>
                  <a:rPr lang="id-ID" sz="2800" dirty="0"/>
                  <a:t>.2 + I</a:t>
                </a:r>
                <a:r>
                  <a:rPr lang="id-ID" sz="2800" baseline="-25000" dirty="0"/>
                  <a:t>3</a:t>
                </a:r>
                <a:r>
                  <a:rPr lang="id-ID" sz="2800" dirty="0"/>
                  <a:t>.3 </a:t>
                </a:r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          </a:t>
                </a:r>
                <a:r>
                  <a:rPr lang="id-ID" sz="2800" dirty="0"/>
                  <a:t>= </a:t>
                </a:r>
                <a:r>
                  <a:rPr lang="en-US" sz="2800" dirty="0"/>
                  <a:t>- (-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d-ID" sz="2800" dirty="0"/>
                  <a:t> x 2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</m:oMath>
                </a14:m>
                <a:r>
                  <a:rPr lang="id-ID" sz="2800" dirty="0"/>
                  <a:t> x 3 </a:t>
                </a:r>
                <a:r>
                  <a:rPr lang="en-US" sz="2800" dirty="0"/>
                  <a:t>=</a:t>
                </a:r>
                <a:r>
                  <a:rPr lang="id-ID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69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</m:oMath>
                </a14:m>
                <a:r>
                  <a:rPr lang="en-US" sz="2800" dirty="0"/>
                  <a:t> = 2,2 volt</a:t>
                </a:r>
              </a:p>
              <a:p>
                <a:pPr marL="0" indent="0">
                  <a:buNone/>
                </a:pPr>
                <a:r>
                  <a:rPr lang="id-ID" sz="2800" dirty="0"/>
                  <a:t>b).	W = V.I.t	</a:t>
                </a:r>
                <a:endParaRPr lang="en-US" sz="2800" dirty="0"/>
              </a:p>
              <a:p>
                <a:pPr marL="0" indent="0">
                  <a:buNone/>
                </a:pPr>
                <a:r>
                  <a:rPr lang="id-ID" sz="2800" dirty="0"/>
                  <a:t>	</a:t>
                </a:r>
                <a:r>
                  <a:rPr lang="en-US" sz="2800" dirty="0"/>
                  <a:t>    </a:t>
                </a:r>
                <a:r>
                  <a:rPr lang="id-ID" sz="2800" dirty="0"/>
                  <a:t>W = I</a:t>
                </a:r>
                <a:r>
                  <a:rPr lang="id-ID" sz="2800" baseline="-25000" dirty="0"/>
                  <a:t>3</a:t>
                </a:r>
                <a:r>
                  <a:rPr lang="id-ID" sz="2800" baseline="30000" dirty="0"/>
                  <a:t>2</a:t>
                </a:r>
                <a:r>
                  <a:rPr lang="id-ID" sz="2800" dirty="0"/>
                  <a:t>.R.t </a:t>
                </a:r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            </a:t>
                </a:r>
                <a:r>
                  <a:rPr lang="id-ID" sz="2800" dirty="0"/>
                  <a:t>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</m:oMath>
                </a14:m>
                <a:r>
                  <a:rPr lang="id-ID" sz="3200" dirty="0"/>
                  <a:t> </a:t>
                </a:r>
                <a:r>
                  <a:rPr lang="id-ID" sz="2800" dirty="0"/>
                  <a:t>)</a:t>
                </a:r>
                <a:r>
                  <a:rPr lang="id-ID" sz="2800" baseline="30000" dirty="0"/>
                  <a:t>2</a:t>
                </a:r>
                <a:r>
                  <a:rPr lang="id-ID" sz="2800" dirty="0"/>
                  <a:t> x 5 x 1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2205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961</m:t>
                        </m:r>
                      </m:den>
                    </m:f>
                  </m:oMath>
                </a14:m>
                <a:r>
                  <a:rPr lang="en-US" sz="3200" b="1" dirty="0"/>
                  <a:t> </a:t>
                </a:r>
                <a:r>
                  <a:rPr lang="en-US" sz="2800" b="1" dirty="0"/>
                  <a:t>= 2,3</a:t>
                </a:r>
                <a:r>
                  <a:rPr lang="id-ID" sz="2800" b="1" dirty="0"/>
                  <a:t> Joule</a:t>
                </a:r>
                <a:endParaRPr lang="en-US" sz="2800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BB56B5-52D8-4CB8-B865-C182765AFE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12192000" cy="6857999"/>
              </a:xfrm>
              <a:blipFill>
                <a:blip r:embed="rId3"/>
                <a:stretch>
                  <a:fillRect l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CA3A1B0-96A6-447C-8978-C44374C8F7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5654" y="2770043"/>
            <a:ext cx="3790950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119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9CEF5-DC24-4115-9FC2-39FD419BB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3852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11. </a:t>
            </a:r>
            <a:r>
              <a:rPr lang="en-US" b="1" dirty="0" err="1"/>
              <a:t>Energi</a:t>
            </a:r>
            <a:r>
              <a:rPr lang="en-US" b="1" dirty="0"/>
              <a:t> dan </a:t>
            </a:r>
            <a:r>
              <a:rPr lang="en-US" b="1" dirty="0" err="1"/>
              <a:t>Daya</a:t>
            </a:r>
            <a:r>
              <a:rPr lang="en-US" b="1" dirty="0"/>
              <a:t> Listrik </a:t>
            </a:r>
          </a:p>
          <a:p>
            <a:pPr marL="0" indent="0">
              <a:buNone/>
            </a:pPr>
            <a:r>
              <a:rPr lang="en-US" sz="2400" dirty="0"/>
              <a:t>						</a:t>
            </a:r>
            <a:r>
              <a:rPr lang="id-ID" sz="2400" dirty="0"/>
              <a:t>				</a:t>
            </a:r>
            <a:r>
              <a:rPr lang="en-US" sz="2400" dirty="0"/>
              <a:t>P = </a:t>
            </a:r>
            <a:r>
              <a:rPr lang="en-US" sz="2400" dirty="0" err="1"/>
              <a:t>daya</a:t>
            </a:r>
            <a:r>
              <a:rPr lang="en-US" sz="2400" dirty="0"/>
              <a:t> </a:t>
            </a:r>
            <a:r>
              <a:rPr lang="en-US" sz="2400" dirty="0" err="1"/>
              <a:t>listrik</a:t>
            </a:r>
            <a:r>
              <a:rPr lang="en-US" sz="2400" dirty="0"/>
              <a:t> (W)</a:t>
            </a:r>
          </a:p>
          <a:p>
            <a:pPr marL="3657600" lvl="8" indent="0">
              <a:buNone/>
            </a:pPr>
            <a:r>
              <a:rPr lang="en-US" sz="2400" dirty="0"/>
              <a:t>		W = </a:t>
            </a:r>
            <a:r>
              <a:rPr lang="en-US" sz="2400" dirty="0" err="1"/>
              <a:t>energi</a:t>
            </a:r>
            <a:r>
              <a:rPr lang="en-US" sz="2400" dirty="0"/>
              <a:t> </a:t>
            </a:r>
            <a:r>
              <a:rPr lang="en-US" sz="2400" dirty="0" err="1"/>
              <a:t>listrik</a:t>
            </a:r>
            <a:r>
              <a:rPr lang="en-US" sz="2400" dirty="0"/>
              <a:t> (J)</a:t>
            </a:r>
          </a:p>
          <a:p>
            <a:pPr marL="3657600" lvl="8" indent="0">
              <a:buNone/>
            </a:pPr>
            <a:endParaRPr lang="en-US" sz="2400" dirty="0"/>
          </a:p>
          <a:p>
            <a:pPr marL="3657600" lvl="8" indent="0">
              <a:buNone/>
            </a:pPr>
            <a:endParaRPr lang="en-US" sz="2400" dirty="0"/>
          </a:p>
          <a:p>
            <a:pPr marL="3657600" lvl="8" indent="0">
              <a:buNone/>
            </a:pPr>
            <a:endParaRPr lang="en-US" sz="2400" dirty="0"/>
          </a:p>
          <a:p>
            <a:pPr marL="3657600" lvl="8" indent="0">
              <a:buNone/>
            </a:pPr>
            <a:endParaRPr lang="en-US" sz="2400" dirty="0"/>
          </a:p>
          <a:p>
            <a:pPr marL="3657600" lvl="8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fi-FI" dirty="0"/>
              <a:t>Contoh : </a:t>
            </a:r>
          </a:p>
          <a:p>
            <a:pPr marL="0" indent="0">
              <a:buNone/>
            </a:pPr>
            <a:r>
              <a:rPr lang="fi-FI" dirty="0"/>
              <a:t>Pada sebuah kipas angin tertulis 100 watt, 220 volt. Kipas tersebut dipakai selama 4 jam. </a:t>
            </a:r>
            <a:r>
              <a:rPr lang="en-US" dirty="0" err="1"/>
              <a:t>Tentukan</a:t>
            </a:r>
            <a:r>
              <a:rPr lang="en-US" dirty="0"/>
              <a:t> :</a:t>
            </a:r>
            <a:endParaRPr lang="en-US" sz="3200" dirty="0"/>
          </a:p>
          <a:p>
            <a:pPr marL="514350" indent="-514350">
              <a:buAutoNum type="alphaLcPeriod"/>
            </a:pPr>
            <a:r>
              <a:rPr lang="en-US" dirty="0" err="1"/>
              <a:t>kuat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yang </a:t>
            </a:r>
            <a:r>
              <a:rPr lang="en-US" dirty="0" err="1"/>
              <a:t>mengalir</a:t>
            </a:r>
            <a:endParaRPr lang="en-US" sz="3200" dirty="0"/>
          </a:p>
          <a:p>
            <a:pPr marL="514350" indent="-514350">
              <a:buAutoNum type="alphaLcPeriod"/>
            </a:pPr>
            <a:r>
              <a:rPr lang="en-US" dirty="0" err="1"/>
              <a:t>berapakan</a:t>
            </a:r>
            <a:r>
              <a:rPr lang="en-US" dirty="0"/>
              <a:t> </a:t>
            </a:r>
            <a:r>
              <a:rPr lang="en-US" dirty="0" err="1"/>
              <a:t>energi</a:t>
            </a:r>
            <a:r>
              <a:rPr lang="en-US" dirty="0"/>
              <a:t> yang </a:t>
            </a:r>
            <a:r>
              <a:rPr lang="en-US" dirty="0" err="1"/>
              <a:t>dipakai</a:t>
            </a:r>
            <a:endParaRPr lang="en-US" dirty="0"/>
          </a:p>
          <a:p>
            <a:pPr marL="514350" indent="-514350">
              <a:buAutoNum type="alphaLcPeriod"/>
            </a:pPr>
            <a:r>
              <a:rPr lang="id-ID" dirty="0"/>
              <a:t>hambatan kipas angin</a:t>
            </a:r>
            <a:endParaRPr lang="en-US" dirty="0"/>
          </a:p>
          <a:p>
            <a:pPr marL="514350" indent="-514350">
              <a:buAutoNum type="alphaLcPeriod"/>
            </a:pPr>
            <a:r>
              <a:rPr lang="id-ID" dirty="0"/>
              <a:t>panas yang timbul ( dalam kalori )</a:t>
            </a:r>
            <a:endParaRPr lang="en-US" dirty="0"/>
          </a:p>
          <a:p>
            <a:pPr marL="514350" indent="-514350">
              <a:buAutoNum type="alphaLcPeriod"/>
            </a:pPr>
            <a:r>
              <a:rPr lang="id-ID" dirty="0"/>
              <a:t>berapa rupiah yang harus dibayar jika biaya 1kWh = Rp. 500.00,-</a:t>
            </a:r>
            <a:endParaRPr lang="en-US" dirty="0"/>
          </a:p>
          <a:p>
            <a:pPr marL="514350" indent="-514350">
              <a:buAutoNum type="alphaLcPeriod"/>
            </a:pPr>
            <a:r>
              <a:rPr lang="id-ID" dirty="0"/>
              <a:t>daya yang dipakai jika dihubungkan dengan tegangan 110 volt.</a:t>
            </a:r>
            <a:endParaRPr lang="en-US" sz="5400" dirty="0"/>
          </a:p>
          <a:p>
            <a:endParaRPr lang="en-US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652837F-BA3B-45EF-B0D8-FF10061B9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D835256B-AC6E-464D-A7B1-412BCE67E13C}"/>
                  </a:ext>
                </a:extLst>
              </p:cNvPr>
              <p:cNvSpPr txBox="1"/>
              <p:nvPr/>
            </p:nvSpPr>
            <p:spPr bwMode="auto">
              <a:xfrm>
                <a:off x="569913" y="457201"/>
                <a:ext cx="3365500" cy="2126974"/>
              </a:xfrm>
              <a:prstGeom prst="rect">
                <a:avLst/>
              </a:prstGeom>
              <a:noFill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d-ID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id-ID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id-ID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m:rPr>
                          <m:nor/>
                        </m:rPr>
                        <a:rPr lang="id-ID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id-ID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m:rPr>
                          <m:nor/>
                        </m:rPr>
                        <a:rPr lang="id-ID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id-ID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id-ID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 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id-ID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id-ID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d-ID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id-ID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p>
                          <m:r>
                            <a:rPr lang="id-ID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id-ID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id-ID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id-ID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id-ID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id-ID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id-ID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d-ID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id-ID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id-ID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p>
                              <m:r>
                                <a:rPr lang="id-ID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id-ID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den>
                      </m:f>
                      <m:r>
                        <m:rPr>
                          <m:sty m:val="p"/>
                        </m:rPr>
                        <a:rPr lang="id-ID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id-ID" sz="2000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br>
                  <a:rPr lang="id-ID" sz="20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d-ID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id-ID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d-ID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id-ID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id-ID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den>
                      </m:f>
                    </m:oMath>
                  </m:oMathPara>
                </a14:m>
                <a:endParaRPr lang="id-ID" sz="2000" dirty="0"/>
              </a:p>
              <a:p>
                <a:pPr/>
                <a:endParaRPr lang="id-ID" sz="2000" dirty="0"/>
              </a:p>
              <a:p>
                <a:pPr/>
                <a:r>
                  <a:rPr lang="id-ID" sz="2000" dirty="0"/>
                  <a:t>P = V.I</a:t>
                </a:r>
              </a:p>
            </p:txBody>
          </p:sp>
        </mc:Choice>
        <mc:Fallback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D835256B-AC6E-464D-A7B1-412BCE67E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9913" y="457201"/>
                <a:ext cx="3365500" cy="2126974"/>
              </a:xfrm>
              <a:prstGeom prst="rect">
                <a:avLst/>
              </a:prstGeom>
              <a:blipFill>
                <a:blip r:embed="rId2"/>
                <a:stretch>
                  <a:fillRect l="-904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12956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462E1F-DD46-47B2-B0CA-105FAF5366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12192000" cy="6858000"/>
              </a:xfrm>
            </p:spPr>
            <p:txBody>
              <a:bodyPr>
                <a:normAutofit/>
              </a:bodyPr>
              <a:lstStyle/>
              <a:p>
                <a:pPr marL="274320" indent="-274320">
                  <a:buClr>
                    <a:schemeClr val="accent3"/>
                  </a:buClr>
                  <a:buNone/>
                  <a:defRPr/>
                </a:pPr>
                <a:r>
                  <a:rPr lang="en-US" dirty="0" err="1"/>
                  <a:t>Diket</a:t>
                </a:r>
                <a:r>
                  <a:rPr lang="en-US" dirty="0"/>
                  <a:t> : P</a:t>
                </a:r>
                <a:r>
                  <a:rPr lang="en-US" baseline="-25000" dirty="0"/>
                  <a:t>1</a:t>
                </a:r>
                <a:r>
                  <a:rPr lang="en-US" dirty="0"/>
                  <a:t>=100 W	V</a:t>
                </a:r>
                <a:r>
                  <a:rPr lang="en-US" baseline="-25000" dirty="0"/>
                  <a:t>1</a:t>
                </a:r>
                <a:r>
                  <a:rPr lang="en-US" dirty="0"/>
                  <a:t> = 220 V		t = 4 jam </a:t>
                </a:r>
              </a:p>
              <a:p>
                <a:pPr marL="274320" indent="-274320">
                  <a:buClr>
                    <a:schemeClr val="accent3"/>
                  </a:buClr>
                  <a:buNone/>
                  <a:defRPr/>
                </a:pPr>
                <a:r>
                  <a:rPr lang="en-US" dirty="0" err="1"/>
                  <a:t>Ditanya</a:t>
                </a:r>
                <a:r>
                  <a:rPr lang="en-US" dirty="0"/>
                  <a:t> : I, W,R,W, </a:t>
                </a:r>
                <a:r>
                  <a:rPr lang="en-US" dirty="0" err="1"/>
                  <a:t>Rp</a:t>
                </a:r>
                <a:r>
                  <a:rPr lang="en-US" dirty="0"/>
                  <a:t>, P</a:t>
                </a:r>
                <a:r>
                  <a:rPr lang="en-US" baseline="-25000" dirty="0"/>
                  <a:t>2</a:t>
                </a:r>
              </a:p>
              <a:p>
                <a:pPr marL="274320" indent="-274320">
                  <a:buClr>
                    <a:schemeClr val="accent3"/>
                  </a:buClr>
                  <a:buNone/>
                  <a:defRPr/>
                </a:pPr>
                <a:r>
                  <a:rPr lang="en-US" dirty="0"/>
                  <a:t> Jawab:</a:t>
                </a:r>
              </a:p>
              <a:p>
                <a:pPr marL="0" indent="0">
                  <a:buNone/>
                </a:pPr>
                <a:r>
                  <a:rPr lang="en-US" dirty="0"/>
                  <a:t>a).   </a:t>
                </a:r>
                <a14:m>
                  <m:oMath xmlns:m="http://schemas.openxmlformats.org/officeDocument/2006/math">
                    <m:r>
                      <a:rPr lang="id-ID" sz="32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id-ID" sz="3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r>
                  <a:rPr lang="id-ID" sz="3200" dirty="0"/>
                  <a:t>	;	</a:t>
                </a:r>
                <a14:m>
                  <m:oMath xmlns:m="http://schemas.openxmlformats.org/officeDocument/2006/math">
                    <m:r>
                      <a:rPr lang="id-ID" sz="32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id-ID" sz="3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220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id-ID" dirty="0"/>
                  <a:t>= 0,45454545 A</a:t>
                </a:r>
                <a:endParaRPr lang="en-US" dirty="0"/>
              </a:p>
              <a:p>
                <a:pPr marL="0" indent="0">
                  <a:buNone/>
                </a:pPr>
                <a:r>
                  <a:rPr lang="id-ID" dirty="0"/>
                  <a:t>b).	W = P.t	;	W = 100 x 4 x 60 x 60 = 1440000 Joule = 1,44 Mjoule</a:t>
                </a:r>
                <a:endParaRPr lang="en-US" dirty="0"/>
              </a:p>
              <a:p>
                <a:pPr marL="0" indent="0">
                  <a:buNone/>
                </a:pPr>
                <a:r>
                  <a:rPr lang="id-ID" dirty="0"/>
                  <a:t>c).	</a:t>
                </a:r>
                <a14:m>
                  <m:oMath xmlns:m="http://schemas.openxmlformats.org/officeDocument/2006/math">
                    <m:r>
                      <a:rPr lang="id-ID" sz="3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id-ID" sz="3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d-ID" sz="32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id-ID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r>
                  <a:rPr lang="id-ID" sz="3200" dirty="0"/>
                  <a:t>;	</a:t>
                </a:r>
                <a14:m>
                  <m:oMath xmlns:m="http://schemas.openxmlformats.org/officeDocument/2006/math">
                    <m:r>
                      <a:rPr lang="id-ID" sz="3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id-ID" sz="3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22</m:t>
                        </m:r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d-ID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id-ID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id-ID" dirty="0"/>
                  <a:t>= 484 </a:t>
                </a:r>
                <a:r>
                  <a:rPr lang="id-ID" dirty="0">
                    <a:sym typeface="Symbol" panose="05050102010706020507" pitchFamily="18" charset="2"/>
                  </a:rPr>
                  <a:t></a:t>
                </a:r>
                <a:endParaRPr lang="en-US" dirty="0"/>
              </a:p>
              <a:p>
                <a:pPr marL="0" indent="0">
                  <a:buNone/>
                </a:pPr>
                <a:r>
                  <a:rPr lang="id-ID" dirty="0"/>
                  <a:t>d).	1440000 x 0,24 kalori = 345600 kalori = 345,6 kkal</a:t>
                </a:r>
                <a:endParaRPr lang="en-US" dirty="0"/>
              </a:p>
              <a:p>
                <a:pPr marL="0" indent="0">
                  <a:buNone/>
                </a:pPr>
                <a:r>
                  <a:rPr lang="id-ID" dirty="0"/>
                  <a:t>e).	W = P.t	;	W = 100 x 4 = 400 Wh = 0,4 kWh	</a:t>
                </a:r>
                <a:endParaRPr lang="en-US" dirty="0"/>
              </a:p>
              <a:p>
                <a:pPr marL="0" indent="0">
                  <a:buNone/>
                </a:pPr>
                <a:r>
                  <a:rPr lang="id-ID" dirty="0"/>
                  <a:t>	Biaya = 0,4 x Rp. 500,00,- = Rp. 200,00,-</a:t>
                </a:r>
                <a:endParaRPr lang="en-US" dirty="0"/>
              </a:p>
              <a:p>
                <a:pPr marL="0" indent="0">
                  <a:buNone/>
                </a:pPr>
                <a:r>
                  <a:rPr lang="id-ID" dirty="0"/>
                  <a:t>f).	</a:t>
                </a:r>
                <a14:m>
                  <m:oMath xmlns:m="http://schemas.openxmlformats.org/officeDocument/2006/math">
                    <m:r>
                      <a:rPr lang="id-ID" sz="32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id-ID" sz="3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d-ID" sz="32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id-ID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id-ID" dirty="0"/>
                  <a:t>	;	</a:t>
                </a:r>
                <a14:m>
                  <m:oMath xmlns:m="http://schemas.openxmlformats.org/officeDocument/2006/math">
                    <m:r>
                      <a:rPr lang="id-ID" sz="32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id-ID" sz="3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11</m:t>
                        </m:r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d-ID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id-ID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id-ID" sz="3200" i="1">
                            <a:latin typeface="Cambria Math" panose="02040503050406030204" pitchFamily="18" charset="0"/>
                          </a:rPr>
                          <m:t>484</m:t>
                        </m:r>
                      </m:den>
                    </m:f>
                  </m:oMath>
                </a14:m>
                <a:r>
                  <a:rPr lang="id-ID" dirty="0"/>
                  <a:t>= 25 Watt.</a:t>
                </a:r>
                <a:endParaRPr lang="en-US" dirty="0"/>
              </a:p>
              <a:p>
                <a:pPr marL="36195" indent="-274320" algn="just">
                  <a:spcBef>
                    <a:spcPts val="0"/>
                  </a:spcBef>
                  <a:buClr>
                    <a:schemeClr val="accent3"/>
                  </a:buClr>
                  <a:buNone/>
                  <a:tabLst>
                    <a:tab pos="284480" algn="l"/>
                    <a:tab pos="685800" algn="l"/>
                    <a:tab pos="1143000" algn="l"/>
                    <a:tab pos="1600200" algn="l"/>
                    <a:tab pos="2057400" algn="l"/>
                    <a:tab pos="2514600" algn="l"/>
                    <a:tab pos="2971800" algn="l"/>
                    <a:tab pos="3429000" algn="l"/>
                    <a:tab pos="3886200" algn="l"/>
                    <a:tab pos="4343400" algn="l"/>
                    <a:tab pos="4800600" algn="l"/>
                  </a:tabLst>
                  <a:defRPr/>
                </a:pPr>
                <a:endParaRPr lang="en-US" dirty="0">
                  <a:latin typeface="Arial"/>
                  <a:ea typeface="Times New Roman"/>
                </a:endParaRPr>
              </a:p>
              <a:p>
                <a:pPr marL="36195" indent="-274320" algn="just">
                  <a:spcBef>
                    <a:spcPts val="0"/>
                  </a:spcBef>
                  <a:buClr>
                    <a:schemeClr val="accent3"/>
                  </a:buClr>
                  <a:buNone/>
                  <a:tabLst>
                    <a:tab pos="284480" algn="l"/>
                    <a:tab pos="685800" algn="l"/>
                    <a:tab pos="1143000" algn="l"/>
                    <a:tab pos="1600200" algn="l"/>
                    <a:tab pos="2057400" algn="l"/>
                    <a:tab pos="2514600" algn="l"/>
                    <a:tab pos="2971800" algn="l"/>
                    <a:tab pos="3429000" algn="l"/>
                    <a:tab pos="3886200" algn="l"/>
                    <a:tab pos="4343400" algn="l"/>
                    <a:tab pos="4800600" algn="l"/>
                  </a:tabLst>
                  <a:defRPr/>
                </a:pPr>
                <a:endParaRPr lang="en-US" dirty="0">
                  <a:latin typeface="Times New Roman"/>
                  <a:ea typeface="Times New Roman"/>
                </a:endParaRPr>
              </a:p>
              <a:p>
                <a:pPr marL="274320" indent="-274320">
                  <a:buClr>
                    <a:schemeClr val="accent3"/>
                  </a:buClr>
                  <a:buNone/>
                  <a:defRPr/>
                </a:pPr>
                <a:endParaRPr lang="en-US" dirty="0"/>
              </a:p>
              <a:p>
                <a:pPr marL="274320" indent="-274320">
                  <a:buClr>
                    <a:schemeClr val="accent3"/>
                  </a:buClr>
                  <a:buNone/>
                  <a:defRPr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462E1F-DD46-47B2-B0CA-105FAF5366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12192000" cy="6858000"/>
              </a:xfrm>
              <a:blipFill>
                <a:blip r:embed="rId2"/>
                <a:stretch>
                  <a:fillRect l="-400" t="-5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58674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248F3-4BF9-4A47-AF75-C6F223BC4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/>
              <a:t>12.  </a:t>
            </a:r>
            <a:r>
              <a:rPr lang="en-US" b="1" dirty="0" err="1"/>
              <a:t>Konversi</a:t>
            </a:r>
            <a:r>
              <a:rPr lang="en-US" b="1" dirty="0"/>
              <a:t> </a:t>
            </a:r>
            <a:r>
              <a:rPr lang="en-US" b="1" dirty="0" err="1"/>
              <a:t>listrik</a:t>
            </a:r>
            <a:r>
              <a:rPr lang="en-US" b="1" dirty="0"/>
              <a:t> </a:t>
            </a:r>
            <a:r>
              <a:rPr lang="en-US" b="1" dirty="0" err="1"/>
              <a:t>ke</a:t>
            </a:r>
            <a:r>
              <a:rPr lang="en-US" b="1" dirty="0"/>
              <a:t> </a:t>
            </a:r>
            <a:r>
              <a:rPr lang="en-US" b="1" dirty="0" err="1"/>
              <a:t>kalor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       W	    =   Q</a:t>
            </a:r>
          </a:p>
          <a:p>
            <a:pPr marL="0" indent="0">
              <a:buNone/>
            </a:pPr>
            <a:r>
              <a:rPr lang="id-ID" dirty="0"/>
              <a:t>			</a:t>
            </a:r>
            <a:r>
              <a:rPr lang="en-US" dirty="0"/>
              <a:t>V . I . t</a:t>
            </a:r>
            <a:r>
              <a:rPr lang="id-ID" dirty="0"/>
              <a:t> </a:t>
            </a:r>
            <a:r>
              <a:rPr lang="en-US" dirty="0"/>
              <a:t>= m . c . ∆T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32362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1534</TotalTime>
  <Words>2862</Words>
  <Application>Microsoft Office PowerPoint</Application>
  <PresentationFormat>Widescreen</PresentationFormat>
  <Paragraphs>261</Paragraphs>
  <Slides>25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</vt:lpstr>
      <vt:lpstr>Brush Script MT</vt:lpstr>
      <vt:lpstr>Calibri</vt:lpstr>
      <vt:lpstr>Cambria Math</vt:lpstr>
      <vt:lpstr>Times New Roman</vt:lpstr>
      <vt:lpstr>Trebuchet MS</vt:lpstr>
      <vt:lpstr>Wingdings 3</vt:lpstr>
      <vt:lpstr>Facet</vt:lpstr>
      <vt:lpstr>Visio.Drawing.3</vt:lpstr>
      <vt:lpstr>Unknown</vt:lpstr>
      <vt:lpstr>LISTRIK DINAMIS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LISTRIK DINAMIS</dc:title>
  <dc:creator>User</dc:creator>
  <cp:lastModifiedBy>Sudartik</cp:lastModifiedBy>
  <cp:revision>64</cp:revision>
  <dcterms:created xsi:type="dcterms:W3CDTF">2020-07-10T05:16:27Z</dcterms:created>
  <dcterms:modified xsi:type="dcterms:W3CDTF">2025-09-02T01:06:44Z</dcterms:modified>
</cp:coreProperties>
</file>